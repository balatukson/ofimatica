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0693400" cy="7556500"/>
  <p:notesSz cx="10693400" cy="75565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inimized">
    <p:restoredLeft sz="0" autoAdjust="0"/>
    <p:restoredTop sz="0" autoAdjust="0"/>
  </p:normalViewPr>
  <p:slideViewPr>
    <p:cSldViewPr>
      <p:cViewPr varScale="1">
        <p:scale>
          <a:sx n="24" d="100"/>
          <a:sy n="24" d="100"/>
        </p:scale>
        <p:origin x="2754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7373" y="1639823"/>
            <a:ext cx="1914525" cy="1689100"/>
          </a:xfrm>
          <a:custGeom>
            <a:avLst/>
            <a:gdLst/>
            <a:ahLst/>
            <a:cxnLst/>
            <a:rect l="l" t="t" r="r" b="b"/>
            <a:pathLst>
              <a:path w="1914525" h="1689100">
                <a:moveTo>
                  <a:pt x="1914143" y="644651"/>
                </a:moveTo>
                <a:lnTo>
                  <a:pt x="1182623" y="644651"/>
                </a:lnTo>
                <a:lnTo>
                  <a:pt x="957071" y="0"/>
                </a:lnTo>
                <a:lnTo>
                  <a:pt x="729995" y="644651"/>
                </a:lnTo>
                <a:lnTo>
                  <a:pt x="0" y="644651"/>
                </a:lnTo>
                <a:lnTo>
                  <a:pt x="591311" y="1043939"/>
                </a:lnTo>
                <a:lnTo>
                  <a:pt x="364235" y="1688591"/>
                </a:lnTo>
                <a:lnTo>
                  <a:pt x="957071" y="1289303"/>
                </a:lnTo>
                <a:lnTo>
                  <a:pt x="1548383" y="1688591"/>
                </a:lnTo>
                <a:lnTo>
                  <a:pt x="1322831" y="1043939"/>
                </a:lnTo>
                <a:lnTo>
                  <a:pt x="1914143" y="644651"/>
                </a:lnTo>
                <a:close/>
              </a:path>
            </a:pathLst>
          </a:custGeom>
          <a:solidFill>
            <a:srgbClr val="43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7373" y="1639823"/>
            <a:ext cx="1914525" cy="1689100"/>
          </a:xfrm>
          <a:custGeom>
            <a:avLst/>
            <a:gdLst/>
            <a:ahLst/>
            <a:cxnLst/>
            <a:rect l="l" t="t" r="r" b="b"/>
            <a:pathLst>
              <a:path w="1914525" h="1689100">
                <a:moveTo>
                  <a:pt x="0" y="644651"/>
                </a:moveTo>
                <a:lnTo>
                  <a:pt x="729995" y="644651"/>
                </a:lnTo>
                <a:lnTo>
                  <a:pt x="957071" y="0"/>
                </a:lnTo>
                <a:lnTo>
                  <a:pt x="1182623" y="644651"/>
                </a:lnTo>
                <a:lnTo>
                  <a:pt x="1914143" y="644651"/>
                </a:lnTo>
                <a:lnTo>
                  <a:pt x="1322831" y="1043939"/>
                </a:lnTo>
                <a:lnTo>
                  <a:pt x="1548383" y="1688591"/>
                </a:lnTo>
                <a:lnTo>
                  <a:pt x="957071" y="1289303"/>
                </a:lnTo>
                <a:lnTo>
                  <a:pt x="364235" y="1688591"/>
                </a:lnTo>
                <a:lnTo>
                  <a:pt x="591311" y="1043939"/>
                </a:lnTo>
                <a:lnTo>
                  <a:pt x="0" y="644651"/>
                </a:lnTo>
                <a:close/>
              </a:path>
            </a:pathLst>
          </a:custGeom>
          <a:ln w="11137">
            <a:solidFill>
              <a:srgbClr val="2F5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4045" y="1304036"/>
            <a:ext cx="9085309" cy="61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4045" y="2341882"/>
            <a:ext cx="9085309" cy="163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045" y="1304036"/>
            <a:ext cx="4279900" cy="6146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Ejemplo</a:t>
            </a:r>
            <a:r>
              <a:rPr spc="-3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5" dirty="0"/>
              <a:t>transición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4045" y="2341882"/>
            <a:ext cx="9070975" cy="163322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440"/>
              </a:spcBef>
            </a:pPr>
            <a:r>
              <a:rPr sz="2450" dirty="0">
                <a:latin typeface="Calibri"/>
                <a:cs typeface="Calibri"/>
              </a:rPr>
              <a:t>La semana pasada </a:t>
            </a:r>
            <a:r>
              <a:rPr sz="2450" spc="-5" dirty="0">
                <a:latin typeface="Calibri"/>
                <a:cs typeface="Calibri"/>
              </a:rPr>
              <a:t>trabajamos </a:t>
            </a:r>
            <a:r>
              <a:rPr sz="2450" dirty="0">
                <a:latin typeface="Calibri"/>
                <a:cs typeface="Calibri"/>
              </a:rPr>
              <a:t>las </a:t>
            </a:r>
            <a:r>
              <a:rPr sz="2450" spc="-5" dirty="0">
                <a:latin typeface="Calibri"/>
                <a:cs typeface="Calibri"/>
              </a:rPr>
              <a:t>transiciones, </a:t>
            </a:r>
            <a:r>
              <a:rPr sz="2450" spc="-10" dirty="0">
                <a:latin typeface="Calibri"/>
                <a:cs typeface="Calibri"/>
              </a:rPr>
              <a:t>pero </a:t>
            </a:r>
            <a:r>
              <a:rPr sz="2450" dirty="0">
                <a:latin typeface="Calibri"/>
                <a:cs typeface="Calibri"/>
              </a:rPr>
              <a:t>también vimos </a:t>
            </a:r>
            <a:r>
              <a:rPr sz="2450" spc="5" dirty="0">
                <a:latin typeface="Calibri"/>
                <a:cs typeface="Calibri"/>
              </a:rPr>
              <a:t>que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había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animaciones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50" spc="-10" dirty="0">
                <a:latin typeface="Calibri"/>
                <a:cs typeface="Calibri"/>
              </a:rPr>
              <a:t>Esta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semana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nos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centramos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en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animación!!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6300" y="1634255"/>
            <a:ext cx="1927225" cy="1699895"/>
            <a:chOff x="2946300" y="1634255"/>
            <a:chExt cx="1927225" cy="1699895"/>
          </a:xfrm>
        </p:grpSpPr>
        <p:sp>
          <p:nvSpPr>
            <p:cNvPr id="3" name="object 3"/>
            <p:cNvSpPr/>
            <p:nvPr/>
          </p:nvSpPr>
          <p:spPr>
            <a:xfrm>
              <a:off x="2951869" y="1639823"/>
              <a:ext cx="1915795" cy="1689100"/>
            </a:xfrm>
            <a:custGeom>
              <a:avLst/>
              <a:gdLst/>
              <a:ahLst/>
              <a:cxnLst/>
              <a:rect l="l" t="t" r="r" b="b"/>
              <a:pathLst>
                <a:path w="1915795" h="1689100">
                  <a:moveTo>
                    <a:pt x="1915664" y="644651"/>
                  </a:moveTo>
                  <a:lnTo>
                    <a:pt x="1184144" y="644651"/>
                  </a:lnTo>
                  <a:lnTo>
                    <a:pt x="957068" y="0"/>
                  </a:lnTo>
                  <a:lnTo>
                    <a:pt x="731516" y="644651"/>
                  </a:lnTo>
                  <a:lnTo>
                    <a:pt x="0" y="644651"/>
                  </a:lnTo>
                  <a:lnTo>
                    <a:pt x="592832" y="1043939"/>
                  </a:lnTo>
                  <a:lnTo>
                    <a:pt x="365756" y="1688591"/>
                  </a:lnTo>
                  <a:lnTo>
                    <a:pt x="957068" y="1289303"/>
                  </a:lnTo>
                  <a:lnTo>
                    <a:pt x="1549904" y="1688591"/>
                  </a:lnTo>
                  <a:lnTo>
                    <a:pt x="1322828" y="1043939"/>
                  </a:lnTo>
                  <a:lnTo>
                    <a:pt x="1915664" y="644651"/>
                  </a:lnTo>
                  <a:close/>
                </a:path>
              </a:pathLst>
            </a:custGeom>
            <a:solidFill>
              <a:srgbClr val="43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51869" y="1639823"/>
              <a:ext cx="1915795" cy="1689100"/>
            </a:xfrm>
            <a:custGeom>
              <a:avLst/>
              <a:gdLst/>
              <a:ahLst/>
              <a:cxnLst/>
              <a:rect l="l" t="t" r="r" b="b"/>
              <a:pathLst>
                <a:path w="1915795" h="1689100">
                  <a:moveTo>
                    <a:pt x="0" y="644651"/>
                  </a:moveTo>
                  <a:lnTo>
                    <a:pt x="731516" y="644651"/>
                  </a:lnTo>
                  <a:lnTo>
                    <a:pt x="957068" y="0"/>
                  </a:lnTo>
                  <a:lnTo>
                    <a:pt x="1184144" y="644651"/>
                  </a:lnTo>
                  <a:lnTo>
                    <a:pt x="1915664" y="644651"/>
                  </a:lnTo>
                  <a:lnTo>
                    <a:pt x="1322828" y="1043939"/>
                  </a:lnTo>
                  <a:lnTo>
                    <a:pt x="1549904" y="1688591"/>
                  </a:lnTo>
                  <a:lnTo>
                    <a:pt x="957068" y="1289303"/>
                  </a:lnTo>
                  <a:lnTo>
                    <a:pt x="365756" y="1688591"/>
                  </a:lnTo>
                  <a:lnTo>
                    <a:pt x="592832" y="1043939"/>
                  </a:lnTo>
                  <a:lnTo>
                    <a:pt x="0" y="644651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448705" y="1634255"/>
            <a:ext cx="1927225" cy="1699895"/>
            <a:chOff x="5448705" y="1634255"/>
            <a:chExt cx="1927225" cy="1699895"/>
          </a:xfrm>
        </p:grpSpPr>
        <p:sp>
          <p:nvSpPr>
            <p:cNvPr id="6" name="object 6"/>
            <p:cNvSpPr/>
            <p:nvPr/>
          </p:nvSpPr>
          <p:spPr>
            <a:xfrm>
              <a:off x="5454274" y="1639823"/>
              <a:ext cx="1915795" cy="1689100"/>
            </a:xfrm>
            <a:custGeom>
              <a:avLst/>
              <a:gdLst/>
              <a:ahLst/>
              <a:cxnLst/>
              <a:rect l="l" t="t" r="r" b="b"/>
              <a:pathLst>
                <a:path w="1915795" h="1689100">
                  <a:moveTo>
                    <a:pt x="1915667" y="644651"/>
                  </a:moveTo>
                  <a:lnTo>
                    <a:pt x="1184147" y="644651"/>
                  </a:lnTo>
                  <a:lnTo>
                    <a:pt x="958595" y="0"/>
                  </a:lnTo>
                  <a:lnTo>
                    <a:pt x="731519" y="644651"/>
                  </a:lnTo>
                  <a:lnTo>
                    <a:pt x="0" y="644651"/>
                  </a:lnTo>
                  <a:lnTo>
                    <a:pt x="592835" y="1043939"/>
                  </a:lnTo>
                  <a:lnTo>
                    <a:pt x="365759" y="1688591"/>
                  </a:lnTo>
                  <a:lnTo>
                    <a:pt x="958595" y="1289303"/>
                  </a:lnTo>
                  <a:lnTo>
                    <a:pt x="1549907" y="1688591"/>
                  </a:lnTo>
                  <a:lnTo>
                    <a:pt x="1324355" y="1043939"/>
                  </a:lnTo>
                  <a:lnTo>
                    <a:pt x="1915667" y="644651"/>
                  </a:lnTo>
                  <a:close/>
                </a:path>
              </a:pathLst>
            </a:custGeom>
            <a:solidFill>
              <a:srgbClr val="43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54274" y="1639823"/>
              <a:ext cx="1915795" cy="1689100"/>
            </a:xfrm>
            <a:custGeom>
              <a:avLst/>
              <a:gdLst/>
              <a:ahLst/>
              <a:cxnLst/>
              <a:rect l="l" t="t" r="r" b="b"/>
              <a:pathLst>
                <a:path w="1915795" h="1689100">
                  <a:moveTo>
                    <a:pt x="0" y="644651"/>
                  </a:moveTo>
                  <a:lnTo>
                    <a:pt x="731519" y="644651"/>
                  </a:lnTo>
                  <a:lnTo>
                    <a:pt x="958595" y="0"/>
                  </a:lnTo>
                  <a:lnTo>
                    <a:pt x="1184147" y="644651"/>
                  </a:lnTo>
                  <a:lnTo>
                    <a:pt x="1915667" y="644651"/>
                  </a:lnTo>
                  <a:lnTo>
                    <a:pt x="1324355" y="1043939"/>
                  </a:lnTo>
                  <a:lnTo>
                    <a:pt x="1549907" y="1688591"/>
                  </a:lnTo>
                  <a:lnTo>
                    <a:pt x="958595" y="1289303"/>
                  </a:lnTo>
                  <a:lnTo>
                    <a:pt x="365759" y="1688591"/>
                  </a:lnTo>
                  <a:lnTo>
                    <a:pt x="592835" y="1043939"/>
                  </a:lnTo>
                  <a:lnTo>
                    <a:pt x="0" y="644651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650884" y="1634255"/>
            <a:ext cx="1925320" cy="1699895"/>
            <a:chOff x="7650884" y="1634255"/>
            <a:chExt cx="1925320" cy="1699895"/>
          </a:xfrm>
        </p:grpSpPr>
        <p:sp>
          <p:nvSpPr>
            <p:cNvPr id="9" name="object 9"/>
            <p:cNvSpPr/>
            <p:nvPr/>
          </p:nvSpPr>
          <p:spPr>
            <a:xfrm>
              <a:off x="7656453" y="1639823"/>
              <a:ext cx="1914525" cy="1689100"/>
            </a:xfrm>
            <a:custGeom>
              <a:avLst/>
              <a:gdLst/>
              <a:ahLst/>
              <a:cxnLst/>
              <a:rect l="l" t="t" r="r" b="b"/>
              <a:pathLst>
                <a:path w="1914525" h="1689100">
                  <a:moveTo>
                    <a:pt x="1914143" y="644651"/>
                  </a:moveTo>
                  <a:lnTo>
                    <a:pt x="1184147" y="644651"/>
                  </a:lnTo>
                  <a:lnTo>
                    <a:pt x="957071" y="0"/>
                  </a:lnTo>
                  <a:lnTo>
                    <a:pt x="731519" y="644651"/>
                  </a:lnTo>
                  <a:lnTo>
                    <a:pt x="0" y="644651"/>
                  </a:lnTo>
                  <a:lnTo>
                    <a:pt x="591311" y="1043939"/>
                  </a:lnTo>
                  <a:lnTo>
                    <a:pt x="365759" y="1688591"/>
                  </a:lnTo>
                  <a:lnTo>
                    <a:pt x="957071" y="1289303"/>
                  </a:lnTo>
                  <a:lnTo>
                    <a:pt x="1549907" y="1688591"/>
                  </a:lnTo>
                  <a:lnTo>
                    <a:pt x="1322831" y="1043939"/>
                  </a:lnTo>
                  <a:lnTo>
                    <a:pt x="1914143" y="644651"/>
                  </a:lnTo>
                  <a:close/>
                </a:path>
              </a:pathLst>
            </a:custGeom>
            <a:solidFill>
              <a:srgbClr val="43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56453" y="1639823"/>
              <a:ext cx="1914525" cy="1689100"/>
            </a:xfrm>
            <a:custGeom>
              <a:avLst/>
              <a:gdLst/>
              <a:ahLst/>
              <a:cxnLst/>
              <a:rect l="l" t="t" r="r" b="b"/>
              <a:pathLst>
                <a:path w="1914525" h="1689100">
                  <a:moveTo>
                    <a:pt x="0" y="644651"/>
                  </a:moveTo>
                  <a:lnTo>
                    <a:pt x="731519" y="644651"/>
                  </a:lnTo>
                  <a:lnTo>
                    <a:pt x="957071" y="0"/>
                  </a:lnTo>
                  <a:lnTo>
                    <a:pt x="1184147" y="644651"/>
                  </a:lnTo>
                  <a:lnTo>
                    <a:pt x="1914143" y="644651"/>
                  </a:lnTo>
                  <a:lnTo>
                    <a:pt x="1322831" y="1043939"/>
                  </a:lnTo>
                  <a:lnTo>
                    <a:pt x="1549907" y="1688591"/>
                  </a:lnTo>
                  <a:lnTo>
                    <a:pt x="957071" y="1289303"/>
                  </a:lnTo>
                  <a:lnTo>
                    <a:pt x="365759" y="1688591"/>
                  </a:lnTo>
                  <a:lnTo>
                    <a:pt x="591311" y="1043939"/>
                  </a:lnTo>
                  <a:lnTo>
                    <a:pt x="0" y="644651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807357" y="5076590"/>
            <a:ext cx="3294379" cy="988694"/>
            <a:chOff x="3807357" y="5076590"/>
            <a:chExt cx="3294379" cy="988694"/>
          </a:xfrm>
        </p:grpSpPr>
        <p:sp>
          <p:nvSpPr>
            <p:cNvPr id="12" name="object 12"/>
            <p:cNvSpPr/>
            <p:nvPr/>
          </p:nvSpPr>
          <p:spPr>
            <a:xfrm>
              <a:off x="3812926" y="5082158"/>
              <a:ext cx="3282950" cy="977265"/>
            </a:xfrm>
            <a:custGeom>
              <a:avLst/>
              <a:gdLst/>
              <a:ahLst/>
              <a:cxnLst/>
              <a:rect l="l" t="t" r="r" b="b"/>
              <a:pathLst>
                <a:path w="3282950" h="977264">
                  <a:moveTo>
                    <a:pt x="3282695" y="977264"/>
                  </a:moveTo>
                  <a:lnTo>
                    <a:pt x="2872739" y="556640"/>
                  </a:lnTo>
                  <a:lnTo>
                    <a:pt x="3282695" y="244220"/>
                  </a:lnTo>
                  <a:lnTo>
                    <a:pt x="3231529" y="236630"/>
                  </a:lnTo>
                  <a:lnTo>
                    <a:pt x="3180331" y="229290"/>
                  </a:lnTo>
                  <a:lnTo>
                    <a:pt x="3129107" y="222200"/>
                  </a:lnTo>
                  <a:lnTo>
                    <a:pt x="3077860" y="215360"/>
                  </a:lnTo>
                  <a:lnTo>
                    <a:pt x="3026596" y="208770"/>
                  </a:lnTo>
                  <a:lnTo>
                    <a:pt x="2975318" y="202430"/>
                  </a:lnTo>
                  <a:lnTo>
                    <a:pt x="2924031" y="196340"/>
                  </a:lnTo>
                  <a:lnTo>
                    <a:pt x="2872739" y="190499"/>
                  </a:lnTo>
                  <a:lnTo>
                    <a:pt x="2821448" y="184910"/>
                  </a:lnTo>
                  <a:lnTo>
                    <a:pt x="2770161" y="179570"/>
                  </a:lnTo>
                  <a:lnTo>
                    <a:pt x="2718883" y="174480"/>
                  </a:lnTo>
                  <a:lnTo>
                    <a:pt x="2667619" y="169640"/>
                  </a:lnTo>
                  <a:lnTo>
                    <a:pt x="2616372" y="165050"/>
                  </a:lnTo>
                  <a:lnTo>
                    <a:pt x="2565147" y="160710"/>
                  </a:lnTo>
                  <a:lnTo>
                    <a:pt x="2513950" y="156620"/>
                  </a:lnTo>
                  <a:lnTo>
                    <a:pt x="2462783" y="152780"/>
                  </a:lnTo>
                  <a:lnTo>
                    <a:pt x="2462783" y="30860"/>
                  </a:lnTo>
                  <a:lnTo>
                    <a:pt x="2411491" y="27123"/>
                  </a:lnTo>
                  <a:lnTo>
                    <a:pt x="2360199" y="23627"/>
                  </a:lnTo>
                  <a:lnTo>
                    <a:pt x="2308907" y="20373"/>
                  </a:lnTo>
                  <a:lnTo>
                    <a:pt x="2257615" y="17359"/>
                  </a:lnTo>
                  <a:lnTo>
                    <a:pt x="2206323" y="14586"/>
                  </a:lnTo>
                  <a:lnTo>
                    <a:pt x="2155031" y="12055"/>
                  </a:lnTo>
                  <a:lnTo>
                    <a:pt x="2103739" y="9764"/>
                  </a:lnTo>
                  <a:lnTo>
                    <a:pt x="2052446" y="7715"/>
                  </a:lnTo>
                  <a:lnTo>
                    <a:pt x="2001154" y="5906"/>
                  </a:lnTo>
                  <a:lnTo>
                    <a:pt x="1949862" y="4339"/>
                  </a:lnTo>
                  <a:lnTo>
                    <a:pt x="1898570" y="3013"/>
                  </a:lnTo>
                  <a:lnTo>
                    <a:pt x="1847278" y="1928"/>
                  </a:lnTo>
                  <a:lnTo>
                    <a:pt x="1795986" y="1084"/>
                  </a:lnTo>
                  <a:lnTo>
                    <a:pt x="1744694" y="482"/>
                  </a:lnTo>
                  <a:lnTo>
                    <a:pt x="1693402" y="120"/>
                  </a:lnTo>
                  <a:lnTo>
                    <a:pt x="1642109" y="0"/>
                  </a:lnTo>
                  <a:lnTo>
                    <a:pt x="1590817" y="120"/>
                  </a:lnTo>
                  <a:lnTo>
                    <a:pt x="1539525" y="482"/>
                  </a:lnTo>
                  <a:lnTo>
                    <a:pt x="1488233" y="1084"/>
                  </a:lnTo>
                  <a:lnTo>
                    <a:pt x="1436941" y="1928"/>
                  </a:lnTo>
                  <a:lnTo>
                    <a:pt x="1385649" y="3013"/>
                  </a:lnTo>
                  <a:lnTo>
                    <a:pt x="1334357" y="4339"/>
                  </a:lnTo>
                  <a:lnTo>
                    <a:pt x="1283065" y="5906"/>
                  </a:lnTo>
                  <a:lnTo>
                    <a:pt x="1231772" y="7715"/>
                  </a:lnTo>
                  <a:lnTo>
                    <a:pt x="1180480" y="9764"/>
                  </a:lnTo>
                  <a:lnTo>
                    <a:pt x="1129188" y="12055"/>
                  </a:lnTo>
                  <a:lnTo>
                    <a:pt x="1077896" y="14586"/>
                  </a:lnTo>
                  <a:lnTo>
                    <a:pt x="1026604" y="17359"/>
                  </a:lnTo>
                  <a:lnTo>
                    <a:pt x="975312" y="20373"/>
                  </a:lnTo>
                  <a:lnTo>
                    <a:pt x="924020" y="23627"/>
                  </a:lnTo>
                  <a:lnTo>
                    <a:pt x="872728" y="27123"/>
                  </a:lnTo>
                  <a:lnTo>
                    <a:pt x="821435" y="30860"/>
                  </a:lnTo>
                  <a:lnTo>
                    <a:pt x="821435" y="152780"/>
                  </a:lnTo>
                  <a:lnTo>
                    <a:pt x="770018" y="156620"/>
                  </a:lnTo>
                  <a:lnTo>
                    <a:pt x="718631" y="160710"/>
                  </a:lnTo>
                  <a:lnTo>
                    <a:pt x="667271" y="165050"/>
                  </a:lnTo>
                  <a:lnTo>
                    <a:pt x="615934" y="169640"/>
                  </a:lnTo>
                  <a:lnTo>
                    <a:pt x="564614" y="174480"/>
                  </a:lnTo>
                  <a:lnTo>
                    <a:pt x="513308" y="179570"/>
                  </a:lnTo>
                  <a:lnTo>
                    <a:pt x="462010" y="184910"/>
                  </a:lnTo>
                  <a:lnTo>
                    <a:pt x="410717" y="190499"/>
                  </a:lnTo>
                  <a:lnTo>
                    <a:pt x="359425" y="196340"/>
                  </a:lnTo>
                  <a:lnTo>
                    <a:pt x="308127" y="202430"/>
                  </a:lnTo>
                  <a:lnTo>
                    <a:pt x="256821" y="208770"/>
                  </a:lnTo>
                  <a:lnTo>
                    <a:pt x="205501" y="215360"/>
                  </a:lnTo>
                  <a:lnTo>
                    <a:pt x="154164" y="222200"/>
                  </a:lnTo>
                  <a:lnTo>
                    <a:pt x="102804" y="229290"/>
                  </a:lnTo>
                  <a:lnTo>
                    <a:pt x="51417" y="236630"/>
                  </a:lnTo>
                  <a:lnTo>
                    <a:pt x="0" y="244220"/>
                  </a:lnTo>
                  <a:lnTo>
                    <a:pt x="411479" y="556640"/>
                  </a:lnTo>
                  <a:lnTo>
                    <a:pt x="0" y="977264"/>
                  </a:lnTo>
                  <a:lnTo>
                    <a:pt x="51427" y="969764"/>
                  </a:lnTo>
                  <a:lnTo>
                    <a:pt x="102839" y="962501"/>
                  </a:lnTo>
                  <a:lnTo>
                    <a:pt x="154236" y="955476"/>
                  </a:lnTo>
                  <a:lnTo>
                    <a:pt x="205620" y="948689"/>
                  </a:lnTo>
                  <a:lnTo>
                    <a:pt x="256990" y="942141"/>
                  </a:lnTo>
                  <a:lnTo>
                    <a:pt x="308348" y="935831"/>
                  </a:lnTo>
                  <a:lnTo>
                    <a:pt x="359693" y="929759"/>
                  </a:lnTo>
                  <a:lnTo>
                    <a:pt x="411028" y="923924"/>
                  </a:lnTo>
                  <a:lnTo>
                    <a:pt x="462352" y="918329"/>
                  </a:lnTo>
                  <a:lnTo>
                    <a:pt x="513666" y="912971"/>
                  </a:lnTo>
                  <a:lnTo>
                    <a:pt x="564971" y="907851"/>
                  </a:lnTo>
                  <a:lnTo>
                    <a:pt x="616267" y="902969"/>
                  </a:lnTo>
                  <a:lnTo>
                    <a:pt x="667555" y="898326"/>
                  </a:lnTo>
                  <a:lnTo>
                    <a:pt x="718836" y="893921"/>
                  </a:lnTo>
                  <a:lnTo>
                    <a:pt x="770111" y="889754"/>
                  </a:lnTo>
                  <a:lnTo>
                    <a:pt x="821379" y="885824"/>
                  </a:lnTo>
                  <a:lnTo>
                    <a:pt x="872642" y="882134"/>
                  </a:lnTo>
                  <a:lnTo>
                    <a:pt x="923901" y="878681"/>
                  </a:lnTo>
                  <a:lnTo>
                    <a:pt x="975155" y="875466"/>
                  </a:lnTo>
                  <a:lnTo>
                    <a:pt x="1026406" y="872489"/>
                  </a:lnTo>
                  <a:lnTo>
                    <a:pt x="1077655" y="869751"/>
                  </a:lnTo>
                  <a:lnTo>
                    <a:pt x="1128902" y="867251"/>
                  </a:lnTo>
                  <a:lnTo>
                    <a:pt x="1180147" y="864989"/>
                  </a:lnTo>
                  <a:lnTo>
                    <a:pt x="1231391" y="862964"/>
                  </a:lnTo>
                  <a:lnTo>
                    <a:pt x="821435" y="763904"/>
                  </a:lnTo>
                  <a:lnTo>
                    <a:pt x="872728" y="760167"/>
                  </a:lnTo>
                  <a:lnTo>
                    <a:pt x="924020" y="756671"/>
                  </a:lnTo>
                  <a:lnTo>
                    <a:pt x="975312" y="753417"/>
                  </a:lnTo>
                  <a:lnTo>
                    <a:pt x="1026604" y="750403"/>
                  </a:lnTo>
                  <a:lnTo>
                    <a:pt x="1077896" y="747630"/>
                  </a:lnTo>
                  <a:lnTo>
                    <a:pt x="1129188" y="745099"/>
                  </a:lnTo>
                  <a:lnTo>
                    <a:pt x="1180480" y="742808"/>
                  </a:lnTo>
                  <a:lnTo>
                    <a:pt x="1231772" y="740759"/>
                  </a:lnTo>
                  <a:lnTo>
                    <a:pt x="1283065" y="738950"/>
                  </a:lnTo>
                  <a:lnTo>
                    <a:pt x="1334357" y="737383"/>
                  </a:lnTo>
                  <a:lnTo>
                    <a:pt x="1385649" y="736057"/>
                  </a:lnTo>
                  <a:lnTo>
                    <a:pt x="1436941" y="734972"/>
                  </a:lnTo>
                  <a:lnTo>
                    <a:pt x="1488233" y="734128"/>
                  </a:lnTo>
                  <a:lnTo>
                    <a:pt x="1539525" y="733526"/>
                  </a:lnTo>
                  <a:lnTo>
                    <a:pt x="1590817" y="733164"/>
                  </a:lnTo>
                  <a:lnTo>
                    <a:pt x="1642109" y="733043"/>
                  </a:lnTo>
                  <a:lnTo>
                    <a:pt x="1693402" y="733164"/>
                  </a:lnTo>
                  <a:lnTo>
                    <a:pt x="1744694" y="733526"/>
                  </a:lnTo>
                  <a:lnTo>
                    <a:pt x="1795986" y="734128"/>
                  </a:lnTo>
                  <a:lnTo>
                    <a:pt x="1847278" y="734972"/>
                  </a:lnTo>
                  <a:lnTo>
                    <a:pt x="1898570" y="736057"/>
                  </a:lnTo>
                  <a:lnTo>
                    <a:pt x="1949862" y="737383"/>
                  </a:lnTo>
                  <a:lnTo>
                    <a:pt x="2001154" y="738950"/>
                  </a:lnTo>
                  <a:lnTo>
                    <a:pt x="2052446" y="740759"/>
                  </a:lnTo>
                  <a:lnTo>
                    <a:pt x="2103739" y="742808"/>
                  </a:lnTo>
                  <a:lnTo>
                    <a:pt x="2155031" y="745099"/>
                  </a:lnTo>
                  <a:lnTo>
                    <a:pt x="2206323" y="747630"/>
                  </a:lnTo>
                  <a:lnTo>
                    <a:pt x="2257615" y="750403"/>
                  </a:lnTo>
                  <a:lnTo>
                    <a:pt x="2308907" y="753417"/>
                  </a:lnTo>
                  <a:lnTo>
                    <a:pt x="2360199" y="756671"/>
                  </a:lnTo>
                  <a:lnTo>
                    <a:pt x="2411491" y="760167"/>
                  </a:lnTo>
                  <a:lnTo>
                    <a:pt x="2462783" y="763904"/>
                  </a:lnTo>
                  <a:lnTo>
                    <a:pt x="2052827" y="862964"/>
                  </a:lnTo>
                  <a:lnTo>
                    <a:pt x="2104072" y="864989"/>
                  </a:lnTo>
                  <a:lnTo>
                    <a:pt x="2155316" y="867251"/>
                  </a:lnTo>
                  <a:lnTo>
                    <a:pt x="2206561" y="869751"/>
                  </a:lnTo>
                  <a:lnTo>
                    <a:pt x="2257805" y="872489"/>
                  </a:lnTo>
                  <a:lnTo>
                    <a:pt x="2309050" y="875466"/>
                  </a:lnTo>
                  <a:lnTo>
                    <a:pt x="2360294" y="878681"/>
                  </a:lnTo>
                  <a:lnTo>
                    <a:pt x="2411539" y="882134"/>
                  </a:lnTo>
                  <a:lnTo>
                    <a:pt x="2462783" y="885824"/>
                  </a:lnTo>
                  <a:lnTo>
                    <a:pt x="2514028" y="889754"/>
                  </a:lnTo>
                  <a:lnTo>
                    <a:pt x="2565272" y="893921"/>
                  </a:lnTo>
                  <a:lnTo>
                    <a:pt x="2616517" y="898326"/>
                  </a:lnTo>
                  <a:lnTo>
                    <a:pt x="2667761" y="902969"/>
                  </a:lnTo>
                  <a:lnTo>
                    <a:pt x="2719006" y="907851"/>
                  </a:lnTo>
                  <a:lnTo>
                    <a:pt x="2770250" y="912971"/>
                  </a:lnTo>
                  <a:lnTo>
                    <a:pt x="2821495" y="918329"/>
                  </a:lnTo>
                  <a:lnTo>
                    <a:pt x="2872739" y="923924"/>
                  </a:lnTo>
                  <a:lnTo>
                    <a:pt x="2923984" y="929759"/>
                  </a:lnTo>
                  <a:lnTo>
                    <a:pt x="2975228" y="935831"/>
                  </a:lnTo>
                  <a:lnTo>
                    <a:pt x="3026473" y="942141"/>
                  </a:lnTo>
                  <a:lnTo>
                    <a:pt x="3077717" y="948689"/>
                  </a:lnTo>
                  <a:lnTo>
                    <a:pt x="3128962" y="955476"/>
                  </a:lnTo>
                  <a:lnTo>
                    <a:pt x="3180206" y="962501"/>
                  </a:lnTo>
                  <a:lnTo>
                    <a:pt x="3231451" y="969764"/>
                  </a:lnTo>
                  <a:lnTo>
                    <a:pt x="3282695" y="977264"/>
                  </a:lnTo>
                  <a:close/>
                </a:path>
              </a:pathLst>
            </a:custGeom>
            <a:solidFill>
              <a:srgbClr val="43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34362" y="5815203"/>
              <a:ext cx="1641475" cy="130175"/>
            </a:xfrm>
            <a:custGeom>
              <a:avLst/>
              <a:gdLst/>
              <a:ahLst/>
              <a:cxnLst/>
              <a:rect l="l" t="t" r="r" b="b"/>
              <a:pathLst>
                <a:path w="1641475" h="130175">
                  <a:moveTo>
                    <a:pt x="820674" y="0"/>
                  </a:moveTo>
                  <a:lnTo>
                    <a:pt x="769381" y="120"/>
                  </a:lnTo>
                  <a:lnTo>
                    <a:pt x="718083" y="482"/>
                  </a:lnTo>
                  <a:lnTo>
                    <a:pt x="666777" y="1085"/>
                  </a:lnTo>
                  <a:lnTo>
                    <a:pt x="615457" y="1929"/>
                  </a:lnTo>
                  <a:lnTo>
                    <a:pt x="564120" y="3016"/>
                  </a:lnTo>
                  <a:lnTo>
                    <a:pt x="512760" y="4344"/>
                  </a:lnTo>
                  <a:lnTo>
                    <a:pt x="461373" y="5915"/>
                  </a:lnTo>
                  <a:lnTo>
                    <a:pt x="409956" y="7730"/>
                  </a:lnTo>
                  <a:lnTo>
                    <a:pt x="359044" y="9764"/>
                  </a:lnTo>
                  <a:lnTo>
                    <a:pt x="307752" y="12055"/>
                  </a:lnTo>
                  <a:lnTo>
                    <a:pt x="256460" y="14586"/>
                  </a:lnTo>
                  <a:lnTo>
                    <a:pt x="205168" y="17359"/>
                  </a:lnTo>
                  <a:lnTo>
                    <a:pt x="153876" y="20373"/>
                  </a:lnTo>
                  <a:lnTo>
                    <a:pt x="102584" y="23627"/>
                  </a:lnTo>
                  <a:lnTo>
                    <a:pt x="51292" y="27123"/>
                  </a:lnTo>
                  <a:lnTo>
                    <a:pt x="0" y="30861"/>
                  </a:lnTo>
                  <a:lnTo>
                    <a:pt x="409956" y="129921"/>
                  </a:lnTo>
                  <a:lnTo>
                    <a:pt x="409956" y="8001"/>
                  </a:lnTo>
                  <a:lnTo>
                    <a:pt x="461629" y="6117"/>
                  </a:lnTo>
                  <a:lnTo>
                    <a:pt x="512921" y="4496"/>
                  </a:lnTo>
                  <a:lnTo>
                    <a:pt x="564213" y="3123"/>
                  </a:lnTo>
                  <a:lnTo>
                    <a:pt x="615505" y="1999"/>
                  </a:lnTo>
                  <a:lnTo>
                    <a:pt x="666797" y="1124"/>
                  </a:lnTo>
                  <a:lnTo>
                    <a:pt x="718089" y="500"/>
                  </a:lnTo>
                  <a:lnTo>
                    <a:pt x="769381" y="125"/>
                  </a:lnTo>
                  <a:lnTo>
                    <a:pt x="820674" y="0"/>
                  </a:lnTo>
                  <a:close/>
                </a:path>
                <a:path w="1641475" h="130175">
                  <a:moveTo>
                    <a:pt x="1641348" y="30861"/>
                  </a:moveTo>
                  <a:lnTo>
                    <a:pt x="1590055" y="27123"/>
                  </a:lnTo>
                  <a:lnTo>
                    <a:pt x="1538763" y="23627"/>
                  </a:lnTo>
                  <a:lnTo>
                    <a:pt x="1487471" y="20373"/>
                  </a:lnTo>
                  <a:lnTo>
                    <a:pt x="1436179" y="17359"/>
                  </a:lnTo>
                  <a:lnTo>
                    <a:pt x="1384887" y="14586"/>
                  </a:lnTo>
                  <a:lnTo>
                    <a:pt x="1333595" y="12055"/>
                  </a:lnTo>
                  <a:lnTo>
                    <a:pt x="1282303" y="9764"/>
                  </a:lnTo>
                  <a:lnTo>
                    <a:pt x="1231011" y="7715"/>
                  </a:lnTo>
                  <a:lnTo>
                    <a:pt x="1179718" y="5906"/>
                  </a:lnTo>
                  <a:lnTo>
                    <a:pt x="1128426" y="4339"/>
                  </a:lnTo>
                  <a:lnTo>
                    <a:pt x="1077134" y="3013"/>
                  </a:lnTo>
                  <a:lnTo>
                    <a:pt x="1025842" y="1928"/>
                  </a:lnTo>
                  <a:lnTo>
                    <a:pt x="974550" y="1084"/>
                  </a:lnTo>
                  <a:lnTo>
                    <a:pt x="923258" y="482"/>
                  </a:lnTo>
                  <a:lnTo>
                    <a:pt x="871966" y="120"/>
                  </a:lnTo>
                  <a:lnTo>
                    <a:pt x="820674" y="0"/>
                  </a:lnTo>
                  <a:lnTo>
                    <a:pt x="871966" y="125"/>
                  </a:lnTo>
                  <a:lnTo>
                    <a:pt x="923264" y="500"/>
                  </a:lnTo>
                  <a:lnTo>
                    <a:pt x="974570" y="1125"/>
                  </a:lnTo>
                  <a:lnTo>
                    <a:pt x="1025890" y="2000"/>
                  </a:lnTo>
                  <a:lnTo>
                    <a:pt x="1077227" y="3125"/>
                  </a:lnTo>
                  <a:lnTo>
                    <a:pt x="1128587" y="4500"/>
                  </a:lnTo>
                  <a:lnTo>
                    <a:pt x="1179974" y="6125"/>
                  </a:lnTo>
                  <a:lnTo>
                    <a:pt x="1231392" y="8001"/>
                  </a:lnTo>
                  <a:lnTo>
                    <a:pt x="1231392" y="129921"/>
                  </a:lnTo>
                  <a:lnTo>
                    <a:pt x="1641348" y="30861"/>
                  </a:lnTo>
                  <a:close/>
                </a:path>
              </a:pathLst>
            </a:custGeom>
            <a:solidFill>
              <a:srgbClr val="365B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2926" y="5082158"/>
              <a:ext cx="3282950" cy="977265"/>
            </a:xfrm>
            <a:custGeom>
              <a:avLst/>
              <a:gdLst/>
              <a:ahLst/>
              <a:cxnLst/>
              <a:rect l="l" t="t" r="r" b="b"/>
              <a:pathLst>
                <a:path w="3282950" h="977264">
                  <a:moveTo>
                    <a:pt x="0" y="977264"/>
                  </a:moveTo>
                  <a:lnTo>
                    <a:pt x="411479" y="556640"/>
                  </a:lnTo>
                  <a:lnTo>
                    <a:pt x="0" y="244220"/>
                  </a:lnTo>
                  <a:lnTo>
                    <a:pt x="51417" y="236630"/>
                  </a:lnTo>
                  <a:lnTo>
                    <a:pt x="102804" y="229290"/>
                  </a:lnTo>
                  <a:lnTo>
                    <a:pt x="154164" y="222200"/>
                  </a:lnTo>
                  <a:lnTo>
                    <a:pt x="205501" y="215360"/>
                  </a:lnTo>
                  <a:lnTo>
                    <a:pt x="256821" y="208770"/>
                  </a:lnTo>
                  <a:lnTo>
                    <a:pt x="308127" y="202430"/>
                  </a:lnTo>
                  <a:lnTo>
                    <a:pt x="359425" y="196340"/>
                  </a:lnTo>
                  <a:lnTo>
                    <a:pt x="410717" y="190499"/>
                  </a:lnTo>
                  <a:lnTo>
                    <a:pt x="462010" y="184910"/>
                  </a:lnTo>
                  <a:lnTo>
                    <a:pt x="513308" y="179570"/>
                  </a:lnTo>
                  <a:lnTo>
                    <a:pt x="564614" y="174480"/>
                  </a:lnTo>
                  <a:lnTo>
                    <a:pt x="615934" y="169640"/>
                  </a:lnTo>
                  <a:lnTo>
                    <a:pt x="667271" y="165050"/>
                  </a:lnTo>
                  <a:lnTo>
                    <a:pt x="718631" y="160710"/>
                  </a:lnTo>
                  <a:lnTo>
                    <a:pt x="770018" y="156620"/>
                  </a:lnTo>
                  <a:lnTo>
                    <a:pt x="821435" y="152780"/>
                  </a:lnTo>
                  <a:lnTo>
                    <a:pt x="821435" y="30860"/>
                  </a:lnTo>
                  <a:lnTo>
                    <a:pt x="872728" y="27123"/>
                  </a:lnTo>
                  <a:lnTo>
                    <a:pt x="924020" y="23627"/>
                  </a:lnTo>
                  <a:lnTo>
                    <a:pt x="975312" y="20373"/>
                  </a:lnTo>
                  <a:lnTo>
                    <a:pt x="1026604" y="17359"/>
                  </a:lnTo>
                  <a:lnTo>
                    <a:pt x="1077896" y="14586"/>
                  </a:lnTo>
                  <a:lnTo>
                    <a:pt x="1129188" y="12055"/>
                  </a:lnTo>
                  <a:lnTo>
                    <a:pt x="1180480" y="9764"/>
                  </a:lnTo>
                  <a:lnTo>
                    <a:pt x="1231772" y="7715"/>
                  </a:lnTo>
                  <a:lnTo>
                    <a:pt x="1283065" y="5906"/>
                  </a:lnTo>
                  <a:lnTo>
                    <a:pt x="1334357" y="4339"/>
                  </a:lnTo>
                  <a:lnTo>
                    <a:pt x="1385649" y="3013"/>
                  </a:lnTo>
                  <a:lnTo>
                    <a:pt x="1436941" y="1928"/>
                  </a:lnTo>
                  <a:lnTo>
                    <a:pt x="1488233" y="1084"/>
                  </a:lnTo>
                  <a:lnTo>
                    <a:pt x="1539525" y="482"/>
                  </a:lnTo>
                  <a:lnTo>
                    <a:pt x="1590817" y="120"/>
                  </a:lnTo>
                  <a:lnTo>
                    <a:pt x="1642109" y="0"/>
                  </a:lnTo>
                  <a:lnTo>
                    <a:pt x="1693402" y="120"/>
                  </a:lnTo>
                  <a:lnTo>
                    <a:pt x="1744694" y="482"/>
                  </a:lnTo>
                  <a:lnTo>
                    <a:pt x="1795986" y="1084"/>
                  </a:lnTo>
                  <a:lnTo>
                    <a:pt x="1847278" y="1928"/>
                  </a:lnTo>
                  <a:lnTo>
                    <a:pt x="1898570" y="3013"/>
                  </a:lnTo>
                  <a:lnTo>
                    <a:pt x="1949862" y="4339"/>
                  </a:lnTo>
                  <a:lnTo>
                    <a:pt x="2001154" y="5906"/>
                  </a:lnTo>
                  <a:lnTo>
                    <a:pt x="2052446" y="7715"/>
                  </a:lnTo>
                  <a:lnTo>
                    <a:pt x="2103739" y="9764"/>
                  </a:lnTo>
                  <a:lnTo>
                    <a:pt x="2155031" y="12055"/>
                  </a:lnTo>
                  <a:lnTo>
                    <a:pt x="2206323" y="14586"/>
                  </a:lnTo>
                  <a:lnTo>
                    <a:pt x="2257615" y="17359"/>
                  </a:lnTo>
                  <a:lnTo>
                    <a:pt x="2308907" y="20373"/>
                  </a:lnTo>
                  <a:lnTo>
                    <a:pt x="2360199" y="23627"/>
                  </a:lnTo>
                  <a:lnTo>
                    <a:pt x="2411491" y="27123"/>
                  </a:lnTo>
                  <a:lnTo>
                    <a:pt x="2462783" y="30860"/>
                  </a:lnTo>
                  <a:lnTo>
                    <a:pt x="2462783" y="152780"/>
                  </a:lnTo>
                  <a:lnTo>
                    <a:pt x="2513950" y="156620"/>
                  </a:lnTo>
                  <a:lnTo>
                    <a:pt x="2565147" y="160710"/>
                  </a:lnTo>
                  <a:lnTo>
                    <a:pt x="2616372" y="165050"/>
                  </a:lnTo>
                  <a:lnTo>
                    <a:pt x="2667619" y="169640"/>
                  </a:lnTo>
                  <a:lnTo>
                    <a:pt x="2718883" y="174480"/>
                  </a:lnTo>
                  <a:lnTo>
                    <a:pt x="2770161" y="179570"/>
                  </a:lnTo>
                  <a:lnTo>
                    <a:pt x="2821448" y="184910"/>
                  </a:lnTo>
                  <a:lnTo>
                    <a:pt x="2872739" y="190499"/>
                  </a:lnTo>
                  <a:lnTo>
                    <a:pt x="2924031" y="196340"/>
                  </a:lnTo>
                  <a:lnTo>
                    <a:pt x="2975318" y="202430"/>
                  </a:lnTo>
                  <a:lnTo>
                    <a:pt x="3026596" y="208770"/>
                  </a:lnTo>
                  <a:lnTo>
                    <a:pt x="3077860" y="215360"/>
                  </a:lnTo>
                  <a:lnTo>
                    <a:pt x="3129107" y="222200"/>
                  </a:lnTo>
                  <a:lnTo>
                    <a:pt x="3180331" y="229290"/>
                  </a:lnTo>
                  <a:lnTo>
                    <a:pt x="3231529" y="236630"/>
                  </a:lnTo>
                  <a:lnTo>
                    <a:pt x="3282695" y="244220"/>
                  </a:lnTo>
                  <a:lnTo>
                    <a:pt x="2872739" y="556640"/>
                  </a:lnTo>
                  <a:lnTo>
                    <a:pt x="3282695" y="977264"/>
                  </a:lnTo>
                  <a:lnTo>
                    <a:pt x="3231451" y="969764"/>
                  </a:lnTo>
                  <a:lnTo>
                    <a:pt x="3180206" y="962501"/>
                  </a:lnTo>
                  <a:lnTo>
                    <a:pt x="3128962" y="955476"/>
                  </a:lnTo>
                  <a:lnTo>
                    <a:pt x="3077717" y="948689"/>
                  </a:lnTo>
                  <a:lnTo>
                    <a:pt x="3026473" y="942141"/>
                  </a:lnTo>
                  <a:lnTo>
                    <a:pt x="2975228" y="935831"/>
                  </a:lnTo>
                  <a:lnTo>
                    <a:pt x="2923984" y="929759"/>
                  </a:lnTo>
                  <a:lnTo>
                    <a:pt x="2872739" y="923924"/>
                  </a:lnTo>
                  <a:lnTo>
                    <a:pt x="2821495" y="918329"/>
                  </a:lnTo>
                  <a:lnTo>
                    <a:pt x="2770250" y="912971"/>
                  </a:lnTo>
                  <a:lnTo>
                    <a:pt x="2719006" y="907851"/>
                  </a:lnTo>
                  <a:lnTo>
                    <a:pt x="2667761" y="902969"/>
                  </a:lnTo>
                  <a:lnTo>
                    <a:pt x="2616517" y="898326"/>
                  </a:lnTo>
                  <a:lnTo>
                    <a:pt x="2565272" y="893921"/>
                  </a:lnTo>
                  <a:lnTo>
                    <a:pt x="2514028" y="889754"/>
                  </a:lnTo>
                  <a:lnTo>
                    <a:pt x="2462783" y="885824"/>
                  </a:lnTo>
                  <a:lnTo>
                    <a:pt x="2411539" y="882134"/>
                  </a:lnTo>
                  <a:lnTo>
                    <a:pt x="2360294" y="878681"/>
                  </a:lnTo>
                  <a:lnTo>
                    <a:pt x="2309050" y="875466"/>
                  </a:lnTo>
                  <a:lnTo>
                    <a:pt x="2257805" y="872489"/>
                  </a:lnTo>
                  <a:lnTo>
                    <a:pt x="2206561" y="869751"/>
                  </a:lnTo>
                  <a:lnTo>
                    <a:pt x="2155316" y="867251"/>
                  </a:lnTo>
                  <a:lnTo>
                    <a:pt x="2104072" y="864989"/>
                  </a:lnTo>
                  <a:lnTo>
                    <a:pt x="2052827" y="862964"/>
                  </a:lnTo>
                  <a:lnTo>
                    <a:pt x="2462783" y="763904"/>
                  </a:lnTo>
                  <a:lnTo>
                    <a:pt x="2411491" y="760167"/>
                  </a:lnTo>
                  <a:lnTo>
                    <a:pt x="2360199" y="756671"/>
                  </a:lnTo>
                  <a:lnTo>
                    <a:pt x="2308907" y="753417"/>
                  </a:lnTo>
                  <a:lnTo>
                    <a:pt x="2257615" y="750403"/>
                  </a:lnTo>
                  <a:lnTo>
                    <a:pt x="2206323" y="747630"/>
                  </a:lnTo>
                  <a:lnTo>
                    <a:pt x="2155031" y="745099"/>
                  </a:lnTo>
                  <a:lnTo>
                    <a:pt x="2103739" y="742808"/>
                  </a:lnTo>
                  <a:lnTo>
                    <a:pt x="2052446" y="740759"/>
                  </a:lnTo>
                  <a:lnTo>
                    <a:pt x="2001154" y="738950"/>
                  </a:lnTo>
                  <a:lnTo>
                    <a:pt x="1949862" y="737383"/>
                  </a:lnTo>
                  <a:lnTo>
                    <a:pt x="1898570" y="736057"/>
                  </a:lnTo>
                  <a:lnTo>
                    <a:pt x="1847278" y="734972"/>
                  </a:lnTo>
                  <a:lnTo>
                    <a:pt x="1795986" y="734128"/>
                  </a:lnTo>
                  <a:lnTo>
                    <a:pt x="1744694" y="733526"/>
                  </a:lnTo>
                  <a:lnTo>
                    <a:pt x="1693402" y="733164"/>
                  </a:lnTo>
                  <a:lnTo>
                    <a:pt x="1642109" y="733043"/>
                  </a:lnTo>
                  <a:lnTo>
                    <a:pt x="1590817" y="733164"/>
                  </a:lnTo>
                  <a:lnTo>
                    <a:pt x="1539525" y="733526"/>
                  </a:lnTo>
                  <a:lnTo>
                    <a:pt x="1488233" y="734128"/>
                  </a:lnTo>
                  <a:lnTo>
                    <a:pt x="1436941" y="734972"/>
                  </a:lnTo>
                  <a:lnTo>
                    <a:pt x="1385649" y="736057"/>
                  </a:lnTo>
                  <a:lnTo>
                    <a:pt x="1334357" y="737383"/>
                  </a:lnTo>
                  <a:lnTo>
                    <a:pt x="1283065" y="738950"/>
                  </a:lnTo>
                  <a:lnTo>
                    <a:pt x="1231772" y="740759"/>
                  </a:lnTo>
                  <a:lnTo>
                    <a:pt x="1180480" y="742808"/>
                  </a:lnTo>
                  <a:lnTo>
                    <a:pt x="1129188" y="745099"/>
                  </a:lnTo>
                  <a:lnTo>
                    <a:pt x="1077896" y="747630"/>
                  </a:lnTo>
                  <a:lnTo>
                    <a:pt x="1026604" y="750403"/>
                  </a:lnTo>
                  <a:lnTo>
                    <a:pt x="975312" y="753417"/>
                  </a:lnTo>
                  <a:lnTo>
                    <a:pt x="924020" y="756671"/>
                  </a:lnTo>
                  <a:lnTo>
                    <a:pt x="872728" y="760167"/>
                  </a:lnTo>
                  <a:lnTo>
                    <a:pt x="821435" y="763904"/>
                  </a:lnTo>
                  <a:lnTo>
                    <a:pt x="1231391" y="862964"/>
                  </a:lnTo>
                  <a:lnTo>
                    <a:pt x="1180147" y="864989"/>
                  </a:lnTo>
                  <a:lnTo>
                    <a:pt x="1128902" y="867251"/>
                  </a:lnTo>
                  <a:lnTo>
                    <a:pt x="1077655" y="869751"/>
                  </a:lnTo>
                  <a:lnTo>
                    <a:pt x="1026406" y="872489"/>
                  </a:lnTo>
                  <a:lnTo>
                    <a:pt x="975155" y="875466"/>
                  </a:lnTo>
                  <a:lnTo>
                    <a:pt x="923901" y="878681"/>
                  </a:lnTo>
                  <a:lnTo>
                    <a:pt x="872642" y="882134"/>
                  </a:lnTo>
                  <a:lnTo>
                    <a:pt x="821379" y="885824"/>
                  </a:lnTo>
                  <a:lnTo>
                    <a:pt x="770111" y="889754"/>
                  </a:lnTo>
                  <a:lnTo>
                    <a:pt x="718836" y="893921"/>
                  </a:lnTo>
                  <a:lnTo>
                    <a:pt x="667555" y="898326"/>
                  </a:lnTo>
                  <a:lnTo>
                    <a:pt x="616267" y="902969"/>
                  </a:lnTo>
                  <a:lnTo>
                    <a:pt x="564971" y="907851"/>
                  </a:lnTo>
                  <a:lnTo>
                    <a:pt x="513666" y="912971"/>
                  </a:lnTo>
                  <a:lnTo>
                    <a:pt x="462352" y="918329"/>
                  </a:lnTo>
                  <a:lnTo>
                    <a:pt x="411028" y="923924"/>
                  </a:lnTo>
                  <a:lnTo>
                    <a:pt x="359693" y="929759"/>
                  </a:lnTo>
                  <a:lnTo>
                    <a:pt x="308348" y="935831"/>
                  </a:lnTo>
                  <a:lnTo>
                    <a:pt x="256990" y="942141"/>
                  </a:lnTo>
                  <a:lnTo>
                    <a:pt x="205620" y="948689"/>
                  </a:lnTo>
                  <a:lnTo>
                    <a:pt x="154236" y="955476"/>
                  </a:lnTo>
                  <a:lnTo>
                    <a:pt x="102839" y="962501"/>
                  </a:lnTo>
                  <a:lnTo>
                    <a:pt x="51427" y="969764"/>
                  </a:lnTo>
                  <a:lnTo>
                    <a:pt x="0" y="977264"/>
                  </a:lnTo>
                  <a:close/>
                </a:path>
                <a:path w="3282950" h="977264">
                  <a:moveTo>
                    <a:pt x="821435" y="763904"/>
                  </a:moveTo>
                  <a:lnTo>
                    <a:pt x="821435" y="152780"/>
                  </a:lnTo>
                </a:path>
                <a:path w="3282950" h="977264">
                  <a:moveTo>
                    <a:pt x="2462783" y="152780"/>
                  </a:moveTo>
                  <a:lnTo>
                    <a:pt x="2462783" y="763904"/>
                  </a:lnTo>
                </a:path>
                <a:path w="3282950" h="977264">
                  <a:moveTo>
                    <a:pt x="1231391" y="741044"/>
                  </a:moveTo>
                  <a:lnTo>
                    <a:pt x="1231391" y="862964"/>
                  </a:lnTo>
                </a:path>
                <a:path w="3282950" h="977264">
                  <a:moveTo>
                    <a:pt x="2052827" y="862964"/>
                  </a:moveTo>
                  <a:lnTo>
                    <a:pt x="2052827" y="741044"/>
                  </a:lnTo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59718" y="4010255"/>
            <a:ext cx="1784350" cy="1174115"/>
            <a:chOff x="6359718" y="4010255"/>
            <a:chExt cx="1784350" cy="1174115"/>
          </a:xfrm>
        </p:grpSpPr>
        <p:sp>
          <p:nvSpPr>
            <p:cNvPr id="3" name="object 3"/>
            <p:cNvSpPr/>
            <p:nvPr/>
          </p:nvSpPr>
          <p:spPr>
            <a:xfrm>
              <a:off x="6365287" y="4015824"/>
              <a:ext cx="1773555" cy="1162685"/>
            </a:xfrm>
            <a:custGeom>
              <a:avLst/>
              <a:gdLst/>
              <a:ahLst/>
              <a:cxnLst/>
              <a:rect l="l" t="t" r="r" b="b"/>
              <a:pathLst>
                <a:path w="1773554" h="1162685">
                  <a:moveTo>
                    <a:pt x="1773149" y="574752"/>
                  </a:moveTo>
                  <a:lnTo>
                    <a:pt x="1771339" y="532468"/>
                  </a:lnTo>
                  <a:lnTo>
                    <a:pt x="1761363" y="490750"/>
                  </a:lnTo>
                  <a:lnTo>
                    <a:pt x="1743083" y="450574"/>
                  </a:lnTo>
                  <a:lnTo>
                    <a:pt x="1716362" y="412919"/>
                  </a:lnTo>
                  <a:lnTo>
                    <a:pt x="1718862" y="406085"/>
                  </a:lnTo>
                  <a:lnTo>
                    <a:pt x="1721506" y="399394"/>
                  </a:lnTo>
                  <a:lnTo>
                    <a:pt x="1723863" y="392988"/>
                  </a:lnTo>
                  <a:lnTo>
                    <a:pt x="1725506" y="387011"/>
                  </a:lnTo>
                  <a:lnTo>
                    <a:pt x="1733219" y="342082"/>
                  </a:lnTo>
                  <a:lnTo>
                    <a:pt x="1729549" y="298352"/>
                  </a:lnTo>
                  <a:lnTo>
                    <a:pt x="1715429" y="257209"/>
                  </a:lnTo>
                  <a:lnTo>
                    <a:pt x="1691792" y="220038"/>
                  </a:lnTo>
                  <a:lnTo>
                    <a:pt x="1659570" y="188225"/>
                  </a:lnTo>
                  <a:lnTo>
                    <a:pt x="1619697" y="163156"/>
                  </a:lnTo>
                  <a:lnTo>
                    <a:pt x="1573106" y="146219"/>
                  </a:lnTo>
                  <a:lnTo>
                    <a:pt x="1563700" y="116311"/>
                  </a:lnTo>
                  <a:lnTo>
                    <a:pt x="1530029" y="63923"/>
                  </a:lnTo>
                  <a:lnTo>
                    <a:pt x="1467319" y="19612"/>
                  </a:lnTo>
                  <a:lnTo>
                    <a:pt x="1425363" y="5460"/>
                  </a:lnTo>
                  <a:lnTo>
                    <a:pt x="1381806" y="0"/>
                  </a:lnTo>
                  <a:lnTo>
                    <a:pt x="1338277" y="3096"/>
                  </a:lnTo>
                  <a:lnTo>
                    <a:pt x="1296400" y="14617"/>
                  </a:lnTo>
                  <a:lnTo>
                    <a:pt x="1257803" y="34429"/>
                  </a:lnTo>
                  <a:lnTo>
                    <a:pt x="1224110" y="62399"/>
                  </a:lnTo>
                  <a:lnTo>
                    <a:pt x="1211347" y="49040"/>
                  </a:lnTo>
                  <a:lnTo>
                    <a:pt x="1179533" y="25752"/>
                  </a:lnTo>
                  <a:lnTo>
                    <a:pt x="1116280" y="2723"/>
                  </a:lnTo>
                  <a:lnTo>
                    <a:pt x="1070130" y="28"/>
                  </a:lnTo>
                  <a:lnTo>
                    <a:pt x="1025419" y="7916"/>
                  </a:lnTo>
                  <a:lnTo>
                    <a:pt x="984391" y="25710"/>
                  </a:lnTo>
                  <a:lnTo>
                    <a:pt x="949289" y="52733"/>
                  </a:lnTo>
                  <a:lnTo>
                    <a:pt x="922358" y="88307"/>
                  </a:lnTo>
                  <a:lnTo>
                    <a:pt x="910642" y="79211"/>
                  </a:lnTo>
                  <a:lnTo>
                    <a:pt x="872066" y="54779"/>
                  </a:lnTo>
                  <a:lnTo>
                    <a:pt x="825058" y="38459"/>
                  </a:lnTo>
                  <a:lnTo>
                    <a:pt x="776663" y="32270"/>
                  </a:lnTo>
                  <a:lnTo>
                    <a:pt x="728668" y="35705"/>
                  </a:lnTo>
                  <a:lnTo>
                    <a:pt x="682859" y="48257"/>
                  </a:lnTo>
                  <a:lnTo>
                    <a:pt x="641022" y="69419"/>
                  </a:lnTo>
                  <a:lnTo>
                    <a:pt x="604944" y="98686"/>
                  </a:lnTo>
                  <a:lnTo>
                    <a:pt x="576410" y="135551"/>
                  </a:lnTo>
                  <a:lnTo>
                    <a:pt x="534834" y="118144"/>
                  </a:lnTo>
                  <a:lnTo>
                    <a:pt x="490685" y="107167"/>
                  </a:lnTo>
                  <a:lnTo>
                    <a:pt x="444822" y="102761"/>
                  </a:lnTo>
                  <a:lnTo>
                    <a:pt x="398102" y="105071"/>
                  </a:lnTo>
                  <a:lnTo>
                    <a:pt x="349562" y="114984"/>
                  </a:lnTo>
                  <a:lnTo>
                    <a:pt x="304986" y="131997"/>
                  </a:lnTo>
                  <a:lnTo>
                    <a:pt x="265063" y="155307"/>
                  </a:lnTo>
                  <a:lnTo>
                    <a:pt x="230483" y="184110"/>
                  </a:lnTo>
                  <a:lnTo>
                    <a:pt x="201937" y="217605"/>
                  </a:lnTo>
                  <a:lnTo>
                    <a:pt x="180114" y="254988"/>
                  </a:lnTo>
                  <a:lnTo>
                    <a:pt x="165704" y="295456"/>
                  </a:lnTo>
                  <a:lnTo>
                    <a:pt x="159397" y="338208"/>
                  </a:lnTo>
                  <a:lnTo>
                    <a:pt x="161882" y="382439"/>
                  </a:lnTo>
                  <a:lnTo>
                    <a:pt x="160358" y="387011"/>
                  </a:lnTo>
                  <a:lnTo>
                    <a:pt x="119448" y="394869"/>
                  </a:lnTo>
                  <a:lnTo>
                    <a:pt x="82253" y="411014"/>
                  </a:lnTo>
                  <a:lnTo>
                    <a:pt x="50202" y="434588"/>
                  </a:lnTo>
                  <a:lnTo>
                    <a:pt x="24722" y="464735"/>
                  </a:lnTo>
                  <a:lnTo>
                    <a:pt x="6074" y="504274"/>
                  </a:lnTo>
                  <a:lnTo>
                    <a:pt x="0" y="545338"/>
                  </a:lnTo>
                  <a:lnTo>
                    <a:pt x="5863" y="585893"/>
                  </a:lnTo>
                  <a:lnTo>
                    <a:pt x="23029" y="623908"/>
                  </a:lnTo>
                  <a:lnTo>
                    <a:pt x="50863" y="657352"/>
                  </a:lnTo>
                  <a:lnTo>
                    <a:pt x="88730" y="684191"/>
                  </a:lnTo>
                  <a:lnTo>
                    <a:pt x="65061" y="711671"/>
                  </a:lnTo>
                  <a:lnTo>
                    <a:pt x="49106" y="742865"/>
                  </a:lnTo>
                  <a:lnTo>
                    <a:pt x="41153" y="776345"/>
                  </a:lnTo>
                  <a:lnTo>
                    <a:pt x="41486" y="810683"/>
                  </a:lnTo>
                  <a:lnTo>
                    <a:pt x="53622" y="852501"/>
                  </a:lnTo>
                  <a:lnTo>
                    <a:pt x="76595" y="888689"/>
                  </a:lnTo>
                  <a:lnTo>
                    <a:pt x="108542" y="917935"/>
                  </a:lnTo>
                  <a:lnTo>
                    <a:pt x="147602" y="938925"/>
                  </a:lnTo>
                  <a:lnTo>
                    <a:pt x="191911" y="950348"/>
                  </a:lnTo>
                  <a:lnTo>
                    <a:pt x="239606" y="950891"/>
                  </a:lnTo>
                  <a:lnTo>
                    <a:pt x="242654" y="953939"/>
                  </a:lnTo>
                  <a:lnTo>
                    <a:pt x="242654" y="955463"/>
                  </a:lnTo>
                  <a:lnTo>
                    <a:pt x="272633" y="992964"/>
                  </a:lnTo>
                  <a:lnTo>
                    <a:pt x="308015" y="1024860"/>
                  </a:lnTo>
                  <a:lnTo>
                    <a:pt x="347897" y="1050940"/>
                  </a:lnTo>
                  <a:lnTo>
                    <a:pt x="391372" y="1070994"/>
                  </a:lnTo>
                  <a:lnTo>
                    <a:pt x="437536" y="1084813"/>
                  </a:lnTo>
                  <a:lnTo>
                    <a:pt x="485482" y="1092184"/>
                  </a:lnTo>
                  <a:lnTo>
                    <a:pt x="534307" y="1092899"/>
                  </a:lnTo>
                  <a:lnTo>
                    <a:pt x="583104" y="1086747"/>
                  </a:lnTo>
                  <a:lnTo>
                    <a:pt x="630968" y="1073517"/>
                  </a:lnTo>
                  <a:lnTo>
                    <a:pt x="676994" y="1052999"/>
                  </a:lnTo>
                  <a:lnTo>
                    <a:pt x="707212" y="1086051"/>
                  </a:lnTo>
                  <a:lnTo>
                    <a:pt x="742717" y="1113959"/>
                  </a:lnTo>
                  <a:lnTo>
                    <a:pt x="783079" y="1136152"/>
                  </a:lnTo>
                  <a:lnTo>
                    <a:pt x="827870" y="1152059"/>
                  </a:lnTo>
                  <a:lnTo>
                    <a:pt x="876759" y="1161165"/>
                  </a:lnTo>
                  <a:lnTo>
                    <a:pt x="925247" y="1162370"/>
                  </a:lnTo>
                  <a:lnTo>
                    <a:pt x="972368" y="1156123"/>
                  </a:lnTo>
                  <a:lnTo>
                    <a:pt x="1017156" y="1142877"/>
                  </a:lnTo>
                  <a:lnTo>
                    <a:pt x="1058644" y="1123084"/>
                  </a:lnTo>
                  <a:lnTo>
                    <a:pt x="1095868" y="1097195"/>
                  </a:lnTo>
                  <a:lnTo>
                    <a:pt x="1127862" y="1065661"/>
                  </a:lnTo>
                  <a:lnTo>
                    <a:pt x="1153659" y="1028935"/>
                  </a:lnTo>
                  <a:lnTo>
                    <a:pt x="1172294" y="987467"/>
                  </a:lnTo>
                  <a:lnTo>
                    <a:pt x="1200798" y="1000612"/>
                  </a:lnTo>
                  <a:lnTo>
                    <a:pt x="1231159" y="1010327"/>
                  </a:lnTo>
                  <a:lnTo>
                    <a:pt x="1262948" y="1016614"/>
                  </a:lnTo>
                  <a:lnTo>
                    <a:pt x="1295738" y="1019471"/>
                  </a:lnTo>
                  <a:lnTo>
                    <a:pt x="1343586" y="1015247"/>
                  </a:lnTo>
                  <a:lnTo>
                    <a:pt x="1388202" y="1003112"/>
                  </a:lnTo>
                  <a:lnTo>
                    <a:pt x="1428639" y="983868"/>
                  </a:lnTo>
                  <a:lnTo>
                    <a:pt x="1463950" y="958321"/>
                  </a:lnTo>
                  <a:lnTo>
                    <a:pt x="1493188" y="927272"/>
                  </a:lnTo>
                  <a:lnTo>
                    <a:pt x="1515408" y="891526"/>
                  </a:lnTo>
                  <a:lnTo>
                    <a:pt x="1529663" y="851888"/>
                  </a:lnTo>
                  <a:lnTo>
                    <a:pt x="1535006" y="809159"/>
                  </a:lnTo>
                  <a:lnTo>
                    <a:pt x="1569820" y="802611"/>
                  </a:lnTo>
                  <a:lnTo>
                    <a:pt x="1634876" y="778084"/>
                  </a:lnTo>
                  <a:lnTo>
                    <a:pt x="1701494" y="729961"/>
                  </a:lnTo>
                  <a:lnTo>
                    <a:pt x="1730967" y="695204"/>
                  </a:lnTo>
                  <a:lnTo>
                    <a:pt x="1752825" y="657098"/>
                  </a:lnTo>
                  <a:lnTo>
                    <a:pt x="1766932" y="616621"/>
                  </a:lnTo>
                  <a:lnTo>
                    <a:pt x="1773149" y="574752"/>
                  </a:lnTo>
                  <a:close/>
                </a:path>
              </a:pathLst>
            </a:custGeom>
            <a:solidFill>
              <a:srgbClr val="43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65287" y="4015824"/>
              <a:ext cx="1773555" cy="1162685"/>
            </a:xfrm>
            <a:custGeom>
              <a:avLst/>
              <a:gdLst/>
              <a:ahLst/>
              <a:cxnLst/>
              <a:rect l="l" t="t" r="r" b="b"/>
              <a:pathLst>
                <a:path w="1773554" h="1162685">
                  <a:moveTo>
                    <a:pt x="161882" y="382439"/>
                  </a:moveTo>
                  <a:lnTo>
                    <a:pt x="159397" y="338208"/>
                  </a:lnTo>
                  <a:lnTo>
                    <a:pt x="165704" y="295456"/>
                  </a:lnTo>
                  <a:lnTo>
                    <a:pt x="180114" y="254988"/>
                  </a:lnTo>
                  <a:lnTo>
                    <a:pt x="201937" y="217605"/>
                  </a:lnTo>
                  <a:lnTo>
                    <a:pt x="230483" y="184110"/>
                  </a:lnTo>
                  <a:lnTo>
                    <a:pt x="265063" y="155307"/>
                  </a:lnTo>
                  <a:lnTo>
                    <a:pt x="304986" y="131997"/>
                  </a:lnTo>
                  <a:lnTo>
                    <a:pt x="349562" y="114984"/>
                  </a:lnTo>
                  <a:lnTo>
                    <a:pt x="398102" y="105071"/>
                  </a:lnTo>
                  <a:lnTo>
                    <a:pt x="444822" y="102761"/>
                  </a:lnTo>
                  <a:lnTo>
                    <a:pt x="490685" y="107167"/>
                  </a:lnTo>
                  <a:lnTo>
                    <a:pt x="534834" y="118144"/>
                  </a:lnTo>
                  <a:lnTo>
                    <a:pt x="576410" y="135551"/>
                  </a:lnTo>
                  <a:lnTo>
                    <a:pt x="604944" y="98686"/>
                  </a:lnTo>
                  <a:lnTo>
                    <a:pt x="641022" y="69419"/>
                  </a:lnTo>
                  <a:lnTo>
                    <a:pt x="682859" y="48257"/>
                  </a:lnTo>
                  <a:lnTo>
                    <a:pt x="728668" y="35705"/>
                  </a:lnTo>
                  <a:lnTo>
                    <a:pt x="776663" y="32270"/>
                  </a:lnTo>
                  <a:lnTo>
                    <a:pt x="825058" y="38459"/>
                  </a:lnTo>
                  <a:lnTo>
                    <a:pt x="872066" y="54779"/>
                  </a:lnTo>
                  <a:lnTo>
                    <a:pt x="910642" y="79211"/>
                  </a:lnTo>
                  <a:lnTo>
                    <a:pt x="922358" y="88307"/>
                  </a:lnTo>
                  <a:lnTo>
                    <a:pt x="949289" y="52733"/>
                  </a:lnTo>
                  <a:lnTo>
                    <a:pt x="984391" y="25710"/>
                  </a:lnTo>
                  <a:lnTo>
                    <a:pt x="1025419" y="7916"/>
                  </a:lnTo>
                  <a:lnTo>
                    <a:pt x="1070130" y="28"/>
                  </a:lnTo>
                  <a:lnTo>
                    <a:pt x="1116280" y="2723"/>
                  </a:lnTo>
                  <a:lnTo>
                    <a:pt x="1161626" y="16679"/>
                  </a:lnTo>
                  <a:lnTo>
                    <a:pt x="1196297" y="36682"/>
                  </a:lnTo>
                  <a:lnTo>
                    <a:pt x="1224110" y="62399"/>
                  </a:lnTo>
                  <a:lnTo>
                    <a:pt x="1257803" y="34429"/>
                  </a:lnTo>
                  <a:lnTo>
                    <a:pt x="1296400" y="14617"/>
                  </a:lnTo>
                  <a:lnTo>
                    <a:pt x="1338277" y="3096"/>
                  </a:lnTo>
                  <a:lnTo>
                    <a:pt x="1381806" y="0"/>
                  </a:lnTo>
                  <a:lnTo>
                    <a:pt x="1425363" y="5460"/>
                  </a:lnTo>
                  <a:lnTo>
                    <a:pt x="1467319" y="19612"/>
                  </a:lnTo>
                  <a:lnTo>
                    <a:pt x="1506050" y="42587"/>
                  </a:lnTo>
                  <a:lnTo>
                    <a:pt x="1549294" y="88688"/>
                  </a:lnTo>
                  <a:lnTo>
                    <a:pt x="1573106" y="146219"/>
                  </a:lnTo>
                  <a:lnTo>
                    <a:pt x="1619697" y="163156"/>
                  </a:lnTo>
                  <a:lnTo>
                    <a:pt x="1659570" y="188225"/>
                  </a:lnTo>
                  <a:lnTo>
                    <a:pt x="1691792" y="220038"/>
                  </a:lnTo>
                  <a:lnTo>
                    <a:pt x="1715429" y="257209"/>
                  </a:lnTo>
                  <a:lnTo>
                    <a:pt x="1729549" y="298352"/>
                  </a:lnTo>
                  <a:lnTo>
                    <a:pt x="1733219" y="342082"/>
                  </a:lnTo>
                  <a:lnTo>
                    <a:pt x="1725506" y="387011"/>
                  </a:lnTo>
                  <a:lnTo>
                    <a:pt x="1723863" y="392988"/>
                  </a:lnTo>
                  <a:lnTo>
                    <a:pt x="1721506" y="399394"/>
                  </a:lnTo>
                  <a:lnTo>
                    <a:pt x="1718862" y="406085"/>
                  </a:lnTo>
                  <a:lnTo>
                    <a:pt x="1716362" y="412919"/>
                  </a:lnTo>
                  <a:lnTo>
                    <a:pt x="1743083" y="450574"/>
                  </a:lnTo>
                  <a:lnTo>
                    <a:pt x="1761363" y="490750"/>
                  </a:lnTo>
                  <a:lnTo>
                    <a:pt x="1771339" y="532468"/>
                  </a:lnTo>
                  <a:lnTo>
                    <a:pt x="1773149" y="574752"/>
                  </a:lnTo>
                  <a:lnTo>
                    <a:pt x="1766932" y="616621"/>
                  </a:lnTo>
                  <a:lnTo>
                    <a:pt x="1752825" y="657098"/>
                  </a:lnTo>
                  <a:lnTo>
                    <a:pt x="1730967" y="695204"/>
                  </a:lnTo>
                  <a:lnTo>
                    <a:pt x="1701494" y="729961"/>
                  </a:lnTo>
                  <a:lnTo>
                    <a:pt x="1664546" y="760391"/>
                  </a:lnTo>
                  <a:lnTo>
                    <a:pt x="1603205" y="792205"/>
                  </a:lnTo>
                  <a:lnTo>
                    <a:pt x="1535006" y="809159"/>
                  </a:lnTo>
                  <a:lnTo>
                    <a:pt x="1529663" y="851888"/>
                  </a:lnTo>
                  <a:lnTo>
                    <a:pt x="1515408" y="891526"/>
                  </a:lnTo>
                  <a:lnTo>
                    <a:pt x="1493188" y="927272"/>
                  </a:lnTo>
                  <a:lnTo>
                    <a:pt x="1463950" y="958321"/>
                  </a:lnTo>
                  <a:lnTo>
                    <a:pt x="1428639" y="983868"/>
                  </a:lnTo>
                  <a:lnTo>
                    <a:pt x="1388202" y="1003112"/>
                  </a:lnTo>
                  <a:lnTo>
                    <a:pt x="1343586" y="1015247"/>
                  </a:lnTo>
                  <a:lnTo>
                    <a:pt x="1295738" y="1019471"/>
                  </a:lnTo>
                  <a:lnTo>
                    <a:pt x="1262948" y="1016614"/>
                  </a:lnTo>
                  <a:lnTo>
                    <a:pt x="1231159" y="1010327"/>
                  </a:lnTo>
                  <a:lnTo>
                    <a:pt x="1200798" y="1000612"/>
                  </a:lnTo>
                  <a:lnTo>
                    <a:pt x="1172294" y="987467"/>
                  </a:lnTo>
                  <a:lnTo>
                    <a:pt x="1153659" y="1028935"/>
                  </a:lnTo>
                  <a:lnTo>
                    <a:pt x="1127862" y="1065661"/>
                  </a:lnTo>
                  <a:lnTo>
                    <a:pt x="1095868" y="1097195"/>
                  </a:lnTo>
                  <a:lnTo>
                    <a:pt x="1058644" y="1123084"/>
                  </a:lnTo>
                  <a:lnTo>
                    <a:pt x="1017156" y="1142877"/>
                  </a:lnTo>
                  <a:lnTo>
                    <a:pt x="972368" y="1156123"/>
                  </a:lnTo>
                  <a:lnTo>
                    <a:pt x="925247" y="1162370"/>
                  </a:lnTo>
                  <a:lnTo>
                    <a:pt x="876759" y="1161165"/>
                  </a:lnTo>
                  <a:lnTo>
                    <a:pt x="827870" y="1152059"/>
                  </a:lnTo>
                  <a:lnTo>
                    <a:pt x="783079" y="1136152"/>
                  </a:lnTo>
                  <a:lnTo>
                    <a:pt x="742717" y="1113959"/>
                  </a:lnTo>
                  <a:lnTo>
                    <a:pt x="707212" y="1086051"/>
                  </a:lnTo>
                  <a:lnTo>
                    <a:pt x="676994" y="1052999"/>
                  </a:lnTo>
                  <a:lnTo>
                    <a:pt x="630968" y="1073517"/>
                  </a:lnTo>
                  <a:lnTo>
                    <a:pt x="583104" y="1086747"/>
                  </a:lnTo>
                  <a:lnTo>
                    <a:pt x="534307" y="1092899"/>
                  </a:lnTo>
                  <a:lnTo>
                    <a:pt x="485482" y="1092184"/>
                  </a:lnTo>
                  <a:lnTo>
                    <a:pt x="437536" y="1084813"/>
                  </a:lnTo>
                  <a:lnTo>
                    <a:pt x="391372" y="1070994"/>
                  </a:lnTo>
                  <a:lnTo>
                    <a:pt x="347897" y="1050940"/>
                  </a:lnTo>
                  <a:lnTo>
                    <a:pt x="308015" y="1024860"/>
                  </a:lnTo>
                  <a:lnTo>
                    <a:pt x="272633" y="992964"/>
                  </a:lnTo>
                  <a:lnTo>
                    <a:pt x="242654" y="955463"/>
                  </a:lnTo>
                  <a:lnTo>
                    <a:pt x="242654" y="953939"/>
                  </a:lnTo>
                  <a:lnTo>
                    <a:pt x="241130" y="952415"/>
                  </a:lnTo>
                  <a:lnTo>
                    <a:pt x="239606" y="950891"/>
                  </a:lnTo>
                  <a:lnTo>
                    <a:pt x="191911" y="950348"/>
                  </a:lnTo>
                  <a:lnTo>
                    <a:pt x="147602" y="938925"/>
                  </a:lnTo>
                  <a:lnTo>
                    <a:pt x="108542" y="917935"/>
                  </a:lnTo>
                  <a:lnTo>
                    <a:pt x="76595" y="888689"/>
                  </a:lnTo>
                  <a:lnTo>
                    <a:pt x="53622" y="852501"/>
                  </a:lnTo>
                  <a:lnTo>
                    <a:pt x="41486" y="810683"/>
                  </a:lnTo>
                  <a:lnTo>
                    <a:pt x="41153" y="776345"/>
                  </a:lnTo>
                  <a:lnTo>
                    <a:pt x="49106" y="742865"/>
                  </a:lnTo>
                  <a:lnTo>
                    <a:pt x="65061" y="711671"/>
                  </a:lnTo>
                  <a:lnTo>
                    <a:pt x="88730" y="684191"/>
                  </a:lnTo>
                  <a:lnTo>
                    <a:pt x="50863" y="657352"/>
                  </a:lnTo>
                  <a:lnTo>
                    <a:pt x="23029" y="623908"/>
                  </a:lnTo>
                  <a:lnTo>
                    <a:pt x="5863" y="585893"/>
                  </a:lnTo>
                  <a:lnTo>
                    <a:pt x="0" y="545338"/>
                  </a:lnTo>
                  <a:lnTo>
                    <a:pt x="6074" y="504274"/>
                  </a:lnTo>
                  <a:lnTo>
                    <a:pt x="24722" y="464735"/>
                  </a:lnTo>
                  <a:lnTo>
                    <a:pt x="50202" y="434588"/>
                  </a:lnTo>
                  <a:lnTo>
                    <a:pt x="82253" y="411014"/>
                  </a:lnTo>
                  <a:lnTo>
                    <a:pt x="119448" y="394869"/>
                  </a:lnTo>
                  <a:lnTo>
                    <a:pt x="160358" y="387011"/>
                  </a:lnTo>
                  <a:lnTo>
                    <a:pt x="161882" y="382439"/>
                  </a:lnTo>
                  <a:close/>
                </a:path>
                <a:path w="1773554" h="1162685">
                  <a:moveTo>
                    <a:pt x="193886" y="700955"/>
                  </a:moveTo>
                  <a:lnTo>
                    <a:pt x="166764" y="700622"/>
                  </a:lnTo>
                  <a:lnTo>
                    <a:pt x="140356" y="697145"/>
                  </a:lnTo>
                  <a:lnTo>
                    <a:pt x="114805" y="690239"/>
                  </a:lnTo>
                  <a:lnTo>
                    <a:pt x="90254" y="679619"/>
                  </a:lnTo>
                </a:path>
                <a:path w="1773554" h="1162685">
                  <a:moveTo>
                    <a:pt x="285326" y="935651"/>
                  </a:moveTo>
                  <a:lnTo>
                    <a:pt x="274753" y="938818"/>
                  </a:lnTo>
                  <a:lnTo>
                    <a:pt x="263609" y="941557"/>
                  </a:lnTo>
                  <a:lnTo>
                    <a:pt x="251893" y="944009"/>
                  </a:lnTo>
                  <a:lnTo>
                    <a:pt x="239606" y="946319"/>
                  </a:lnTo>
                </a:path>
                <a:path w="1773554" h="1162685">
                  <a:moveTo>
                    <a:pt x="676994" y="1048427"/>
                  </a:moveTo>
                  <a:lnTo>
                    <a:pt x="669279" y="1036973"/>
                  </a:lnTo>
                  <a:lnTo>
                    <a:pt x="662135" y="1025377"/>
                  </a:lnTo>
                  <a:lnTo>
                    <a:pt x="655563" y="1013494"/>
                  </a:lnTo>
                  <a:lnTo>
                    <a:pt x="649562" y="1001183"/>
                  </a:lnTo>
                </a:path>
                <a:path w="1773554" h="1162685">
                  <a:moveTo>
                    <a:pt x="1182962" y="931079"/>
                  </a:moveTo>
                  <a:lnTo>
                    <a:pt x="1181510" y="944533"/>
                  </a:lnTo>
                  <a:lnTo>
                    <a:pt x="1179343" y="957559"/>
                  </a:lnTo>
                  <a:lnTo>
                    <a:pt x="1176318" y="970298"/>
                  </a:lnTo>
                  <a:lnTo>
                    <a:pt x="1172294" y="982895"/>
                  </a:lnTo>
                </a:path>
                <a:path w="1773554" h="1162685">
                  <a:moveTo>
                    <a:pt x="1400894" y="614087"/>
                  </a:moveTo>
                  <a:lnTo>
                    <a:pt x="1446431" y="639617"/>
                  </a:lnTo>
                  <a:lnTo>
                    <a:pt x="1483556" y="673121"/>
                  </a:lnTo>
                  <a:lnTo>
                    <a:pt x="1511171" y="713062"/>
                  </a:lnTo>
                  <a:lnTo>
                    <a:pt x="1528179" y="757904"/>
                  </a:lnTo>
                  <a:lnTo>
                    <a:pt x="1533482" y="806111"/>
                  </a:lnTo>
                </a:path>
                <a:path w="1773554" h="1162685">
                  <a:moveTo>
                    <a:pt x="1714838" y="409871"/>
                  </a:moveTo>
                  <a:lnTo>
                    <a:pt x="1703408" y="429850"/>
                  </a:lnTo>
                  <a:lnTo>
                    <a:pt x="1689692" y="448543"/>
                  </a:lnTo>
                  <a:lnTo>
                    <a:pt x="1673690" y="465807"/>
                  </a:lnTo>
                  <a:lnTo>
                    <a:pt x="1655402" y="481499"/>
                  </a:lnTo>
                </a:path>
                <a:path w="1773554" h="1162685">
                  <a:moveTo>
                    <a:pt x="1573106" y="141647"/>
                  </a:moveTo>
                  <a:lnTo>
                    <a:pt x="1574225" y="150553"/>
                  </a:lnTo>
                  <a:lnTo>
                    <a:pt x="1575202" y="159173"/>
                  </a:lnTo>
                  <a:lnTo>
                    <a:pt x="1575892" y="167793"/>
                  </a:lnTo>
                  <a:lnTo>
                    <a:pt x="1576154" y="176699"/>
                  </a:lnTo>
                </a:path>
                <a:path w="1773554" h="1162685">
                  <a:moveTo>
                    <a:pt x="1193630" y="102023"/>
                  </a:moveTo>
                  <a:lnTo>
                    <a:pt x="1199893" y="90855"/>
                  </a:lnTo>
                  <a:lnTo>
                    <a:pt x="1207156" y="80116"/>
                  </a:lnTo>
                  <a:lnTo>
                    <a:pt x="1215276" y="69662"/>
                  </a:lnTo>
                  <a:lnTo>
                    <a:pt x="1224110" y="59351"/>
                  </a:lnTo>
                </a:path>
                <a:path w="1773554" h="1162685">
                  <a:moveTo>
                    <a:pt x="908642" y="123359"/>
                  </a:moveTo>
                  <a:lnTo>
                    <a:pt x="912095" y="113334"/>
                  </a:lnTo>
                  <a:lnTo>
                    <a:pt x="915691" y="103738"/>
                  </a:lnTo>
                  <a:lnTo>
                    <a:pt x="919572" y="94427"/>
                  </a:lnTo>
                  <a:lnTo>
                    <a:pt x="923882" y="85259"/>
                  </a:lnTo>
                </a:path>
                <a:path w="1773554" h="1162685">
                  <a:moveTo>
                    <a:pt x="576410" y="135551"/>
                  </a:moveTo>
                  <a:lnTo>
                    <a:pt x="590079" y="143838"/>
                  </a:lnTo>
                  <a:lnTo>
                    <a:pt x="603461" y="152696"/>
                  </a:lnTo>
                  <a:lnTo>
                    <a:pt x="616272" y="162126"/>
                  </a:lnTo>
                  <a:lnTo>
                    <a:pt x="628226" y="172127"/>
                  </a:lnTo>
                </a:path>
                <a:path w="1773554" h="1162685">
                  <a:moveTo>
                    <a:pt x="171026" y="420539"/>
                  </a:moveTo>
                  <a:lnTo>
                    <a:pt x="167883" y="411371"/>
                  </a:lnTo>
                  <a:lnTo>
                    <a:pt x="165311" y="402061"/>
                  </a:lnTo>
                  <a:lnTo>
                    <a:pt x="163311" y="392464"/>
                  </a:lnTo>
                  <a:lnTo>
                    <a:pt x="161882" y="382439"/>
                  </a:lnTo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607713" y="3668795"/>
            <a:ext cx="2617470" cy="2251710"/>
            <a:chOff x="3607713" y="3668795"/>
            <a:chExt cx="2617470" cy="2251710"/>
          </a:xfrm>
        </p:grpSpPr>
        <p:sp>
          <p:nvSpPr>
            <p:cNvPr id="6" name="object 6"/>
            <p:cNvSpPr/>
            <p:nvPr/>
          </p:nvSpPr>
          <p:spPr>
            <a:xfrm>
              <a:off x="3613282" y="3674364"/>
              <a:ext cx="2606040" cy="2240280"/>
            </a:xfrm>
            <a:custGeom>
              <a:avLst/>
              <a:gdLst/>
              <a:ahLst/>
              <a:cxnLst/>
              <a:rect l="l" t="t" r="r" b="b"/>
              <a:pathLst>
                <a:path w="2606040" h="2240279">
                  <a:moveTo>
                    <a:pt x="2606040" y="1120140"/>
                  </a:moveTo>
                  <a:lnTo>
                    <a:pt x="2080260" y="960120"/>
                  </a:lnTo>
                  <a:lnTo>
                    <a:pt x="2080260" y="1280160"/>
                  </a:lnTo>
                  <a:lnTo>
                    <a:pt x="2606040" y="1120140"/>
                  </a:lnTo>
                  <a:close/>
                </a:path>
                <a:path w="2606040" h="2240279">
                  <a:moveTo>
                    <a:pt x="525780" y="1280160"/>
                  </a:moveTo>
                  <a:lnTo>
                    <a:pt x="525780" y="960120"/>
                  </a:lnTo>
                  <a:lnTo>
                    <a:pt x="0" y="1120140"/>
                  </a:lnTo>
                  <a:lnTo>
                    <a:pt x="525780" y="1280160"/>
                  </a:lnTo>
                  <a:close/>
                </a:path>
                <a:path w="2606040" h="2240279">
                  <a:moveTo>
                    <a:pt x="885444" y="533400"/>
                  </a:moveTo>
                  <a:lnTo>
                    <a:pt x="381000" y="327660"/>
                  </a:lnTo>
                  <a:lnTo>
                    <a:pt x="620268" y="762000"/>
                  </a:lnTo>
                  <a:lnTo>
                    <a:pt x="885444" y="533400"/>
                  </a:lnTo>
                  <a:close/>
                </a:path>
                <a:path w="2606040" h="2240279">
                  <a:moveTo>
                    <a:pt x="885444" y="1706880"/>
                  </a:moveTo>
                  <a:lnTo>
                    <a:pt x="620268" y="1478280"/>
                  </a:lnTo>
                  <a:lnTo>
                    <a:pt x="381000" y="1912620"/>
                  </a:lnTo>
                  <a:lnTo>
                    <a:pt x="885444" y="1706880"/>
                  </a:lnTo>
                  <a:close/>
                </a:path>
                <a:path w="2606040" h="2240279">
                  <a:moveTo>
                    <a:pt x="1953768" y="1120140"/>
                  </a:moveTo>
                  <a:lnTo>
                    <a:pt x="1951811" y="1076368"/>
                  </a:lnTo>
                  <a:lnTo>
                    <a:pt x="1946039" y="1033529"/>
                  </a:lnTo>
                  <a:lnTo>
                    <a:pt x="1936595" y="991746"/>
                  </a:lnTo>
                  <a:lnTo>
                    <a:pt x="1923623" y="951141"/>
                  </a:lnTo>
                  <a:lnTo>
                    <a:pt x="1907267" y="911839"/>
                  </a:lnTo>
                  <a:lnTo>
                    <a:pt x="1887671" y="873962"/>
                  </a:lnTo>
                  <a:lnTo>
                    <a:pt x="1864980" y="837635"/>
                  </a:lnTo>
                  <a:lnTo>
                    <a:pt x="1839338" y="802980"/>
                  </a:lnTo>
                  <a:lnTo>
                    <a:pt x="1810889" y="770122"/>
                  </a:lnTo>
                  <a:lnTo>
                    <a:pt x="1779777" y="739182"/>
                  </a:lnTo>
                  <a:lnTo>
                    <a:pt x="1746146" y="710286"/>
                  </a:lnTo>
                  <a:lnTo>
                    <a:pt x="1710141" y="683556"/>
                  </a:lnTo>
                  <a:lnTo>
                    <a:pt x="1671905" y="659115"/>
                  </a:lnTo>
                  <a:lnTo>
                    <a:pt x="1631583" y="637088"/>
                  </a:lnTo>
                  <a:lnTo>
                    <a:pt x="1589318" y="617597"/>
                  </a:lnTo>
                  <a:lnTo>
                    <a:pt x="1545256" y="600766"/>
                  </a:lnTo>
                  <a:lnTo>
                    <a:pt x="1499540" y="586719"/>
                  </a:lnTo>
                  <a:lnTo>
                    <a:pt x="1452314" y="575578"/>
                  </a:lnTo>
                  <a:lnTo>
                    <a:pt x="1403722" y="567468"/>
                  </a:lnTo>
                  <a:lnTo>
                    <a:pt x="1353910" y="562511"/>
                  </a:lnTo>
                  <a:lnTo>
                    <a:pt x="1303020" y="560832"/>
                  </a:lnTo>
                  <a:lnTo>
                    <a:pt x="1252119" y="562511"/>
                  </a:lnTo>
                  <a:lnTo>
                    <a:pt x="1202278" y="567468"/>
                  </a:lnTo>
                  <a:lnTo>
                    <a:pt x="1153641" y="575578"/>
                  </a:lnTo>
                  <a:lnTo>
                    <a:pt x="1106355" y="586719"/>
                  </a:lnTo>
                  <a:lnTo>
                    <a:pt x="1060565" y="600766"/>
                  </a:lnTo>
                  <a:lnTo>
                    <a:pt x="1016419" y="617597"/>
                  </a:lnTo>
                  <a:lnTo>
                    <a:pt x="974061" y="637088"/>
                  </a:lnTo>
                  <a:lnTo>
                    <a:pt x="933639" y="659115"/>
                  </a:lnTo>
                  <a:lnTo>
                    <a:pt x="895298" y="683556"/>
                  </a:lnTo>
                  <a:lnTo>
                    <a:pt x="859185" y="710286"/>
                  </a:lnTo>
                  <a:lnTo>
                    <a:pt x="825446" y="739182"/>
                  </a:lnTo>
                  <a:lnTo>
                    <a:pt x="794226" y="770122"/>
                  </a:lnTo>
                  <a:lnTo>
                    <a:pt x="765672" y="802980"/>
                  </a:lnTo>
                  <a:lnTo>
                    <a:pt x="739930" y="837635"/>
                  </a:lnTo>
                  <a:lnTo>
                    <a:pt x="717146" y="873962"/>
                  </a:lnTo>
                  <a:lnTo>
                    <a:pt x="697466" y="911839"/>
                  </a:lnTo>
                  <a:lnTo>
                    <a:pt x="681037" y="951141"/>
                  </a:lnTo>
                  <a:lnTo>
                    <a:pt x="668005" y="991746"/>
                  </a:lnTo>
                  <a:lnTo>
                    <a:pt x="658515" y="1033529"/>
                  </a:lnTo>
                  <a:lnTo>
                    <a:pt x="652714" y="1076368"/>
                  </a:lnTo>
                  <a:lnTo>
                    <a:pt x="650748" y="1120140"/>
                  </a:lnTo>
                  <a:lnTo>
                    <a:pt x="652714" y="1163911"/>
                  </a:lnTo>
                  <a:lnTo>
                    <a:pt x="658515" y="1206750"/>
                  </a:lnTo>
                  <a:lnTo>
                    <a:pt x="668005" y="1248533"/>
                  </a:lnTo>
                  <a:lnTo>
                    <a:pt x="681037" y="1289138"/>
                  </a:lnTo>
                  <a:lnTo>
                    <a:pt x="697466" y="1328440"/>
                  </a:lnTo>
                  <a:lnTo>
                    <a:pt x="717146" y="1366317"/>
                  </a:lnTo>
                  <a:lnTo>
                    <a:pt x="739930" y="1402644"/>
                  </a:lnTo>
                  <a:lnTo>
                    <a:pt x="765672" y="1437299"/>
                  </a:lnTo>
                  <a:lnTo>
                    <a:pt x="794226" y="1470157"/>
                  </a:lnTo>
                  <a:lnTo>
                    <a:pt x="825446" y="1501097"/>
                  </a:lnTo>
                  <a:lnTo>
                    <a:pt x="859185" y="1529993"/>
                  </a:lnTo>
                  <a:lnTo>
                    <a:pt x="895298" y="1556723"/>
                  </a:lnTo>
                  <a:lnTo>
                    <a:pt x="933639" y="1581164"/>
                  </a:lnTo>
                  <a:lnTo>
                    <a:pt x="974061" y="1603191"/>
                  </a:lnTo>
                  <a:lnTo>
                    <a:pt x="1016419" y="1622682"/>
                  </a:lnTo>
                  <a:lnTo>
                    <a:pt x="1060565" y="1639513"/>
                  </a:lnTo>
                  <a:lnTo>
                    <a:pt x="1106355" y="1653560"/>
                  </a:lnTo>
                  <a:lnTo>
                    <a:pt x="1153641" y="1664701"/>
                  </a:lnTo>
                  <a:lnTo>
                    <a:pt x="1202278" y="1672811"/>
                  </a:lnTo>
                  <a:lnTo>
                    <a:pt x="1252119" y="1677768"/>
                  </a:lnTo>
                  <a:lnTo>
                    <a:pt x="1303020" y="1679448"/>
                  </a:lnTo>
                  <a:lnTo>
                    <a:pt x="1353910" y="1677768"/>
                  </a:lnTo>
                  <a:lnTo>
                    <a:pt x="1403722" y="1672811"/>
                  </a:lnTo>
                  <a:lnTo>
                    <a:pt x="1452314" y="1664701"/>
                  </a:lnTo>
                  <a:lnTo>
                    <a:pt x="1499540" y="1653560"/>
                  </a:lnTo>
                  <a:lnTo>
                    <a:pt x="1545256" y="1639513"/>
                  </a:lnTo>
                  <a:lnTo>
                    <a:pt x="1589318" y="1622682"/>
                  </a:lnTo>
                  <a:lnTo>
                    <a:pt x="1631583" y="1603191"/>
                  </a:lnTo>
                  <a:lnTo>
                    <a:pt x="1671905" y="1581164"/>
                  </a:lnTo>
                  <a:lnTo>
                    <a:pt x="1710141" y="1556723"/>
                  </a:lnTo>
                  <a:lnTo>
                    <a:pt x="1746146" y="1529993"/>
                  </a:lnTo>
                  <a:lnTo>
                    <a:pt x="1779777" y="1501097"/>
                  </a:lnTo>
                  <a:lnTo>
                    <a:pt x="1810889" y="1470157"/>
                  </a:lnTo>
                  <a:lnTo>
                    <a:pt x="1839338" y="1437299"/>
                  </a:lnTo>
                  <a:lnTo>
                    <a:pt x="1864980" y="1402644"/>
                  </a:lnTo>
                  <a:lnTo>
                    <a:pt x="1887671" y="1366317"/>
                  </a:lnTo>
                  <a:lnTo>
                    <a:pt x="1907267" y="1328440"/>
                  </a:lnTo>
                  <a:lnTo>
                    <a:pt x="1923623" y="1289138"/>
                  </a:lnTo>
                  <a:lnTo>
                    <a:pt x="1936595" y="1248533"/>
                  </a:lnTo>
                  <a:lnTo>
                    <a:pt x="1946039" y="1206750"/>
                  </a:lnTo>
                  <a:lnTo>
                    <a:pt x="1951811" y="1163911"/>
                  </a:lnTo>
                  <a:lnTo>
                    <a:pt x="1953768" y="1120140"/>
                  </a:lnTo>
                  <a:close/>
                </a:path>
                <a:path w="2606040" h="2240279">
                  <a:moveTo>
                    <a:pt x="1488948" y="452628"/>
                  </a:moveTo>
                  <a:lnTo>
                    <a:pt x="1303020" y="0"/>
                  </a:lnTo>
                  <a:lnTo>
                    <a:pt x="1115568" y="452628"/>
                  </a:lnTo>
                  <a:lnTo>
                    <a:pt x="1488948" y="452628"/>
                  </a:lnTo>
                  <a:close/>
                </a:path>
                <a:path w="2606040" h="2240279">
                  <a:moveTo>
                    <a:pt x="1488948" y="1787652"/>
                  </a:moveTo>
                  <a:lnTo>
                    <a:pt x="1115568" y="1787652"/>
                  </a:lnTo>
                  <a:lnTo>
                    <a:pt x="1303020" y="2240280"/>
                  </a:lnTo>
                  <a:lnTo>
                    <a:pt x="1488948" y="1787652"/>
                  </a:lnTo>
                  <a:close/>
                </a:path>
                <a:path w="2606040" h="2240279">
                  <a:moveTo>
                    <a:pt x="2223516" y="327660"/>
                  </a:moveTo>
                  <a:lnTo>
                    <a:pt x="1719072" y="533400"/>
                  </a:lnTo>
                  <a:lnTo>
                    <a:pt x="1984248" y="762000"/>
                  </a:lnTo>
                  <a:lnTo>
                    <a:pt x="2223516" y="327660"/>
                  </a:lnTo>
                  <a:close/>
                </a:path>
                <a:path w="2606040" h="2240279">
                  <a:moveTo>
                    <a:pt x="2223516" y="1912620"/>
                  </a:moveTo>
                  <a:lnTo>
                    <a:pt x="1984248" y="1478280"/>
                  </a:lnTo>
                  <a:lnTo>
                    <a:pt x="1719072" y="1706880"/>
                  </a:lnTo>
                  <a:lnTo>
                    <a:pt x="2223516" y="191262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13282" y="3674364"/>
              <a:ext cx="2606040" cy="2240280"/>
            </a:xfrm>
            <a:custGeom>
              <a:avLst/>
              <a:gdLst/>
              <a:ahLst/>
              <a:cxnLst/>
              <a:rect l="l" t="t" r="r" b="b"/>
              <a:pathLst>
                <a:path w="2606040" h="2240279">
                  <a:moveTo>
                    <a:pt x="2606039" y="1120139"/>
                  </a:moveTo>
                  <a:lnTo>
                    <a:pt x="2080259" y="1280159"/>
                  </a:lnTo>
                  <a:lnTo>
                    <a:pt x="2080259" y="960119"/>
                  </a:lnTo>
                  <a:lnTo>
                    <a:pt x="2606039" y="1120139"/>
                  </a:lnTo>
                  <a:close/>
                </a:path>
                <a:path w="2606040" h="2240279">
                  <a:moveTo>
                    <a:pt x="2223515" y="327659"/>
                  </a:moveTo>
                  <a:lnTo>
                    <a:pt x="1984247" y="761999"/>
                  </a:lnTo>
                  <a:lnTo>
                    <a:pt x="1719071" y="533399"/>
                  </a:lnTo>
                  <a:lnTo>
                    <a:pt x="2223515" y="327659"/>
                  </a:lnTo>
                  <a:close/>
                </a:path>
                <a:path w="2606040" h="2240279">
                  <a:moveTo>
                    <a:pt x="1303019" y="0"/>
                  </a:moveTo>
                  <a:lnTo>
                    <a:pt x="1488947" y="452627"/>
                  </a:lnTo>
                  <a:lnTo>
                    <a:pt x="1115567" y="452627"/>
                  </a:lnTo>
                  <a:lnTo>
                    <a:pt x="1303019" y="0"/>
                  </a:lnTo>
                  <a:close/>
                </a:path>
                <a:path w="2606040" h="2240279">
                  <a:moveTo>
                    <a:pt x="380999" y="327659"/>
                  </a:moveTo>
                  <a:lnTo>
                    <a:pt x="885443" y="533399"/>
                  </a:lnTo>
                  <a:lnTo>
                    <a:pt x="620267" y="761999"/>
                  </a:lnTo>
                  <a:lnTo>
                    <a:pt x="380999" y="327659"/>
                  </a:lnTo>
                  <a:close/>
                </a:path>
                <a:path w="2606040" h="2240279">
                  <a:moveTo>
                    <a:pt x="0" y="1120139"/>
                  </a:moveTo>
                  <a:lnTo>
                    <a:pt x="525779" y="960119"/>
                  </a:lnTo>
                  <a:lnTo>
                    <a:pt x="525779" y="1280159"/>
                  </a:lnTo>
                  <a:lnTo>
                    <a:pt x="0" y="1120139"/>
                  </a:lnTo>
                  <a:close/>
                </a:path>
                <a:path w="2606040" h="2240279">
                  <a:moveTo>
                    <a:pt x="380999" y="1912619"/>
                  </a:moveTo>
                  <a:lnTo>
                    <a:pt x="620267" y="1478279"/>
                  </a:lnTo>
                  <a:lnTo>
                    <a:pt x="885443" y="1706879"/>
                  </a:lnTo>
                  <a:lnTo>
                    <a:pt x="380999" y="1912619"/>
                  </a:lnTo>
                  <a:close/>
                </a:path>
                <a:path w="2606040" h="2240279">
                  <a:moveTo>
                    <a:pt x="1303019" y="2240279"/>
                  </a:moveTo>
                  <a:lnTo>
                    <a:pt x="1115567" y="1787651"/>
                  </a:lnTo>
                  <a:lnTo>
                    <a:pt x="1488947" y="1787651"/>
                  </a:lnTo>
                  <a:lnTo>
                    <a:pt x="1303019" y="2240279"/>
                  </a:lnTo>
                  <a:close/>
                </a:path>
                <a:path w="2606040" h="2240279">
                  <a:moveTo>
                    <a:pt x="2223515" y="1912619"/>
                  </a:moveTo>
                  <a:lnTo>
                    <a:pt x="1719071" y="1706879"/>
                  </a:lnTo>
                  <a:lnTo>
                    <a:pt x="1984247" y="1478279"/>
                  </a:lnTo>
                  <a:lnTo>
                    <a:pt x="2223515" y="1912619"/>
                  </a:lnTo>
                  <a:close/>
                </a:path>
                <a:path w="2606040" h="2240279">
                  <a:moveTo>
                    <a:pt x="650747" y="1120139"/>
                  </a:moveTo>
                  <a:lnTo>
                    <a:pt x="652714" y="1076368"/>
                  </a:lnTo>
                  <a:lnTo>
                    <a:pt x="658515" y="1033529"/>
                  </a:lnTo>
                  <a:lnTo>
                    <a:pt x="668005" y="991746"/>
                  </a:lnTo>
                  <a:lnTo>
                    <a:pt x="681037" y="951141"/>
                  </a:lnTo>
                  <a:lnTo>
                    <a:pt x="697466" y="911839"/>
                  </a:lnTo>
                  <a:lnTo>
                    <a:pt x="717146" y="873962"/>
                  </a:lnTo>
                  <a:lnTo>
                    <a:pt x="739930" y="837635"/>
                  </a:lnTo>
                  <a:lnTo>
                    <a:pt x="765672" y="802980"/>
                  </a:lnTo>
                  <a:lnTo>
                    <a:pt x="794226" y="770122"/>
                  </a:lnTo>
                  <a:lnTo>
                    <a:pt x="825446" y="739182"/>
                  </a:lnTo>
                  <a:lnTo>
                    <a:pt x="859185" y="710286"/>
                  </a:lnTo>
                  <a:lnTo>
                    <a:pt x="895298" y="683556"/>
                  </a:lnTo>
                  <a:lnTo>
                    <a:pt x="933639" y="659115"/>
                  </a:lnTo>
                  <a:lnTo>
                    <a:pt x="974061" y="637088"/>
                  </a:lnTo>
                  <a:lnTo>
                    <a:pt x="1016419" y="617597"/>
                  </a:lnTo>
                  <a:lnTo>
                    <a:pt x="1060565" y="600766"/>
                  </a:lnTo>
                  <a:lnTo>
                    <a:pt x="1106355" y="586719"/>
                  </a:lnTo>
                  <a:lnTo>
                    <a:pt x="1153641" y="575578"/>
                  </a:lnTo>
                  <a:lnTo>
                    <a:pt x="1202278" y="567468"/>
                  </a:lnTo>
                  <a:lnTo>
                    <a:pt x="1252119" y="562511"/>
                  </a:lnTo>
                  <a:lnTo>
                    <a:pt x="1303019" y="560831"/>
                  </a:lnTo>
                  <a:lnTo>
                    <a:pt x="1353909" y="562511"/>
                  </a:lnTo>
                  <a:lnTo>
                    <a:pt x="1403722" y="567468"/>
                  </a:lnTo>
                  <a:lnTo>
                    <a:pt x="1452314" y="575578"/>
                  </a:lnTo>
                  <a:lnTo>
                    <a:pt x="1499540" y="586719"/>
                  </a:lnTo>
                  <a:lnTo>
                    <a:pt x="1545256" y="600766"/>
                  </a:lnTo>
                  <a:lnTo>
                    <a:pt x="1589318" y="617597"/>
                  </a:lnTo>
                  <a:lnTo>
                    <a:pt x="1631583" y="637088"/>
                  </a:lnTo>
                  <a:lnTo>
                    <a:pt x="1671905" y="659115"/>
                  </a:lnTo>
                  <a:lnTo>
                    <a:pt x="1710141" y="683556"/>
                  </a:lnTo>
                  <a:lnTo>
                    <a:pt x="1746146" y="710286"/>
                  </a:lnTo>
                  <a:lnTo>
                    <a:pt x="1779777" y="739182"/>
                  </a:lnTo>
                  <a:lnTo>
                    <a:pt x="1810889" y="770122"/>
                  </a:lnTo>
                  <a:lnTo>
                    <a:pt x="1839338" y="802980"/>
                  </a:lnTo>
                  <a:lnTo>
                    <a:pt x="1864980" y="837635"/>
                  </a:lnTo>
                  <a:lnTo>
                    <a:pt x="1887671" y="873962"/>
                  </a:lnTo>
                  <a:lnTo>
                    <a:pt x="1907267" y="911839"/>
                  </a:lnTo>
                  <a:lnTo>
                    <a:pt x="1923623" y="951141"/>
                  </a:lnTo>
                  <a:lnTo>
                    <a:pt x="1936595" y="991746"/>
                  </a:lnTo>
                  <a:lnTo>
                    <a:pt x="1946039" y="1033529"/>
                  </a:lnTo>
                  <a:lnTo>
                    <a:pt x="1951811" y="1076368"/>
                  </a:lnTo>
                  <a:lnTo>
                    <a:pt x="1953767" y="1120139"/>
                  </a:lnTo>
                  <a:lnTo>
                    <a:pt x="1951811" y="1163911"/>
                  </a:lnTo>
                  <a:lnTo>
                    <a:pt x="1946039" y="1206750"/>
                  </a:lnTo>
                  <a:lnTo>
                    <a:pt x="1936595" y="1248533"/>
                  </a:lnTo>
                  <a:lnTo>
                    <a:pt x="1923623" y="1289138"/>
                  </a:lnTo>
                  <a:lnTo>
                    <a:pt x="1907267" y="1328440"/>
                  </a:lnTo>
                  <a:lnTo>
                    <a:pt x="1887671" y="1366317"/>
                  </a:lnTo>
                  <a:lnTo>
                    <a:pt x="1864980" y="1402644"/>
                  </a:lnTo>
                  <a:lnTo>
                    <a:pt x="1839338" y="1437299"/>
                  </a:lnTo>
                  <a:lnTo>
                    <a:pt x="1810889" y="1470157"/>
                  </a:lnTo>
                  <a:lnTo>
                    <a:pt x="1779777" y="1501097"/>
                  </a:lnTo>
                  <a:lnTo>
                    <a:pt x="1746146" y="1529993"/>
                  </a:lnTo>
                  <a:lnTo>
                    <a:pt x="1710141" y="1556723"/>
                  </a:lnTo>
                  <a:lnTo>
                    <a:pt x="1671905" y="1581164"/>
                  </a:lnTo>
                  <a:lnTo>
                    <a:pt x="1631583" y="1603191"/>
                  </a:lnTo>
                  <a:lnTo>
                    <a:pt x="1589318" y="1622682"/>
                  </a:lnTo>
                  <a:lnTo>
                    <a:pt x="1545256" y="1639513"/>
                  </a:lnTo>
                  <a:lnTo>
                    <a:pt x="1499540" y="1653560"/>
                  </a:lnTo>
                  <a:lnTo>
                    <a:pt x="1452314" y="1664701"/>
                  </a:lnTo>
                  <a:lnTo>
                    <a:pt x="1403722" y="1672811"/>
                  </a:lnTo>
                  <a:lnTo>
                    <a:pt x="1353909" y="1677768"/>
                  </a:lnTo>
                  <a:lnTo>
                    <a:pt x="1303019" y="1679447"/>
                  </a:lnTo>
                  <a:lnTo>
                    <a:pt x="1252119" y="1677768"/>
                  </a:lnTo>
                  <a:lnTo>
                    <a:pt x="1202278" y="1672811"/>
                  </a:lnTo>
                  <a:lnTo>
                    <a:pt x="1153641" y="1664701"/>
                  </a:lnTo>
                  <a:lnTo>
                    <a:pt x="1106355" y="1653560"/>
                  </a:lnTo>
                  <a:lnTo>
                    <a:pt x="1060565" y="1639513"/>
                  </a:lnTo>
                  <a:lnTo>
                    <a:pt x="1016419" y="1622682"/>
                  </a:lnTo>
                  <a:lnTo>
                    <a:pt x="974061" y="1603191"/>
                  </a:lnTo>
                  <a:lnTo>
                    <a:pt x="933639" y="1581164"/>
                  </a:lnTo>
                  <a:lnTo>
                    <a:pt x="895298" y="1556723"/>
                  </a:lnTo>
                  <a:lnTo>
                    <a:pt x="859185" y="1529993"/>
                  </a:lnTo>
                  <a:lnTo>
                    <a:pt x="825446" y="1501097"/>
                  </a:lnTo>
                  <a:lnTo>
                    <a:pt x="794226" y="1470157"/>
                  </a:lnTo>
                  <a:lnTo>
                    <a:pt x="765672" y="1437299"/>
                  </a:lnTo>
                  <a:lnTo>
                    <a:pt x="739930" y="1402644"/>
                  </a:lnTo>
                  <a:lnTo>
                    <a:pt x="717146" y="1366317"/>
                  </a:lnTo>
                  <a:lnTo>
                    <a:pt x="697466" y="1328440"/>
                  </a:lnTo>
                  <a:lnTo>
                    <a:pt x="681037" y="1289138"/>
                  </a:lnTo>
                  <a:lnTo>
                    <a:pt x="668005" y="1248533"/>
                  </a:lnTo>
                  <a:lnTo>
                    <a:pt x="658515" y="1206750"/>
                  </a:lnTo>
                  <a:lnTo>
                    <a:pt x="652714" y="1163911"/>
                  </a:lnTo>
                  <a:lnTo>
                    <a:pt x="650747" y="1120139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713220" y="4830702"/>
            <a:ext cx="2621280" cy="1600835"/>
            <a:chOff x="7713220" y="4830702"/>
            <a:chExt cx="2621280" cy="1600835"/>
          </a:xfrm>
        </p:grpSpPr>
        <p:sp>
          <p:nvSpPr>
            <p:cNvPr id="9" name="object 9"/>
            <p:cNvSpPr/>
            <p:nvPr/>
          </p:nvSpPr>
          <p:spPr>
            <a:xfrm>
              <a:off x="7718789" y="4836271"/>
              <a:ext cx="2609850" cy="1589405"/>
            </a:xfrm>
            <a:custGeom>
              <a:avLst/>
              <a:gdLst/>
              <a:ahLst/>
              <a:cxnLst/>
              <a:rect l="l" t="t" r="r" b="b"/>
              <a:pathLst>
                <a:path w="2609850" h="1589404">
                  <a:moveTo>
                    <a:pt x="2609730" y="770270"/>
                  </a:moveTo>
                  <a:lnTo>
                    <a:pt x="2606583" y="726836"/>
                  </a:lnTo>
                  <a:lnTo>
                    <a:pt x="2596663" y="683847"/>
                  </a:lnTo>
                  <a:lnTo>
                    <a:pt x="2579885" y="641873"/>
                  </a:lnTo>
                  <a:lnTo>
                    <a:pt x="2556164" y="601487"/>
                  </a:lnTo>
                  <a:lnTo>
                    <a:pt x="2525416" y="563260"/>
                  </a:lnTo>
                  <a:lnTo>
                    <a:pt x="2529060" y="554354"/>
                  </a:lnTo>
                  <a:lnTo>
                    <a:pt x="2548906" y="485250"/>
                  </a:lnTo>
                  <a:lnTo>
                    <a:pt x="2550203" y="442767"/>
                  </a:lnTo>
                  <a:lnTo>
                    <a:pt x="2543508" y="401418"/>
                  </a:lnTo>
                  <a:lnTo>
                    <a:pt x="2529306" y="361861"/>
                  </a:lnTo>
                  <a:lnTo>
                    <a:pt x="2508081" y="324754"/>
                  </a:lnTo>
                  <a:lnTo>
                    <a:pt x="2480318" y="290757"/>
                  </a:lnTo>
                  <a:lnTo>
                    <a:pt x="2446502" y="260527"/>
                  </a:lnTo>
                  <a:lnTo>
                    <a:pt x="2407117" y="234723"/>
                  </a:lnTo>
                  <a:lnTo>
                    <a:pt x="2362649" y="214002"/>
                  </a:lnTo>
                  <a:lnTo>
                    <a:pt x="2313580" y="199024"/>
                  </a:lnTo>
                  <a:lnTo>
                    <a:pt x="2300245" y="158876"/>
                  </a:lnTo>
                  <a:lnTo>
                    <a:pt x="2278909" y="121300"/>
                  </a:lnTo>
                  <a:lnTo>
                    <a:pt x="2250144" y="87153"/>
                  </a:lnTo>
                  <a:lnTo>
                    <a:pt x="2214520" y="57292"/>
                  </a:lnTo>
                  <a:lnTo>
                    <a:pt x="2171307" y="32045"/>
                  </a:lnTo>
                  <a:lnTo>
                    <a:pt x="2124732" y="14148"/>
                  </a:lnTo>
                  <a:lnTo>
                    <a:pt x="2075949" y="3501"/>
                  </a:lnTo>
                  <a:lnTo>
                    <a:pt x="2026113" y="3"/>
                  </a:lnTo>
                  <a:lnTo>
                    <a:pt x="1976377" y="3555"/>
                  </a:lnTo>
                  <a:lnTo>
                    <a:pt x="1927895" y="14056"/>
                  </a:lnTo>
                  <a:lnTo>
                    <a:pt x="1881822" y="31405"/>
                  </a:lnTo>
                  <a:lnTo>
                    <a:pt x="1839311" y="55503"/>
                  </a:lnTo>
                  <a:lnTo>
                    <a:pt x="1801516" y="86248"/>
                  </a:lnTo>
                  <a:lnTo>
                    <a:pt x="1781871" y="66817"/>
                  </a:lnTo>
                  <a:lnTo>
                    <a:pt x="1735722" y="34813"/>
                  </a:lnTo>
                  <a:lnTo>
                    <a:pt x="1659942" y="6744"/>
                  </a:lnTo>
                  <a:lnTo>
                    <a:pt x="1608754" y="0"/>
                  </a:lnTo>
                  <a:lnTo>
                    <a:pt x="1557888" y="1613"/>
                  </a:lnTo>
                  <a:lnTo>
                    <a:pt x="1508718" y="11191"/>
                  </a:lnTo>
                  <a:lnTo>
                    <a:pt x="1462620" y="28342"/>
                  </a:lnTo>
                  <a:lnTo>
                    <a:pt x="1420969" y="52673"/>
                  </a:lnTo>
                  <a:lnTo>
                    <a:pt x="1385140" y="83790"/>
                  </a:lnTo>
                  <a:lnTo>
                    <a:pt x="1356508" y="121300"/>
                  </a:lnTo>
                  <a:lnTo>
                    <a:pt x="1339697" y="108156"/>
                  </a:lnTo>
                  <a:lnTo>
                    <a:pt x="1302073" y="85296"/>
                  </a:lnTo>
                  <a:lnTo>
                    <a:pt x="1233749" y="58120"/>
                  </a:lnTo>
                  <a:lnTo>
                    <a:pt x="1184284" y="47636"/>
                  </a:lnTo>
                  <a:lnTo>
                    <a:pt x="1134344" y="43883"/>
                  </a:lnTo>
                  <a:lnTo>
                    <a:pt x="1084834" y="46612"/>
                  </a:lnTo>
                  <a:lnTo>
                    <a:pt x="1036659" y="55578"/>
                  </a:lnTo>
                  <a:lnTo>
                    <a:pt x="990724" y="70533"/>
                  </a:lnTo>
                  <a:lnTo>
                    <a:pt x="947935" y="91230"/>
                  </a:lnTo>
                  <a:lnTo>
                    <a:pt x="909196" y="117423"/>
                  </a:lnTo>
                  <a:lnTo>
                    <a:pt x="875414" y="148865"/>
                  </a:lnTo>
                  <a:lnTo>
                    <a:pt x="847492" y="185308"/>
                  </a:lnTo>
                  <a:lnTo>
                    <a:pt x="798578" y="165216"/>
                  </a:lnTo>
                  <a:lnTo>
                    <a:pt x="747323" y="150756"/>
                  </a:lnTo>
                  <a:lnTo>
                    <a:pt x="694312" y="142076"/>
                  </a:lnTo>
                  <a:lnTo>
                    <a:pt x="640131" y="139320"/>
                  </a:lnTo>
                  <a:lnTo>
                    <a:pt x="585364" y="142636"/>
                  </a:lnTo>
                  <a:lnTo>
                    <a:pt x="535262" y="151101"/>
                  </a:lnTo>
                  <a:lnTo>
                    <a:pt x="487864" y="164305"/>
                  </a:lnTo>
                  <a:lnTo>
                    <a:pt x="443497" y="181905"/>
                  </a:lnTo>
                  <a:lnTo>
                    <a:pt x="402484" y="203555"/>
                  </a:lnTo>
                  <a:lnTo>
                    <a:pt x="365151" y="228909"/>
                  </a:lnTo>
                  <a:lnTo>
                    <a:pt x="331821" y="257621"/>
                  </a:lnTo>
                  <a:lnTo>
                    <a:pt x="302820" y="289347"/>
                  </a:lnTo>
                  <a:lnTo>
                    <a:pt x="278472" y="323741"/>
                  </a:lnTo>
                  <a:lnTo>
                    <a:pt x="259102" y="360457"/>
                  </a:lnTo>
                  <a:lnTo>
                    <a:pt x="245034" y="399150"/>
                  </a:lnTo>
                  <a:lnTo>
                    <a:pt x="236594" y="439474"/>
                  </a:lnTo>
                  <a:lnTo>
                    <a:pt x="234105" y="481085"/>
                  </a:lnTo>
                  <a:lnTo>
                    <a:pt x="237892" y="523636"/>
                  </a:lnTo>
                  <a:lnTo>
                    <a:pt x="234844" y="528208"/>
                  </a:lnTo>
                  <a:lnTo>
                    <a:pt x="186576" y="536523"/>
                  </a:lnTo>
                  <a:lnTo>
                    <a:pt x="141307" y="551934"/>
                  </a:lnTo>
                  <a:lnTo>
                    <a:pt x="100208" y="573855"/>
                  </a:lnTo>
                  <a:lnTo>
                    <a:pt x="64449" y="601702"/>
                  </a:lnTo>
                  <a:lnTo>
                    <a:pt x="35200" y="634888"/>
                  </a:lnTo>
                  <a:lnTo>
                    <a:pt x="13132" y="674977"/>
                  </a:lnTo>
                  <a:lnTo>
                    <a:pt x="1529" y="716708"/>
                  </a:lnTo>
                  <a:lnTo>
                    <a:pt x="0" y="758868"/>
                  </a:lnTo>
                  <a:lnTo>
                    <a:pt x="8149" y="800242"/>
                  </a:lnTo>
                  <a:lnTo>
                    <a:pt x="25586" y="839616"/>
                  </a:lnTo>
                  <a:lnTo>
                    <a:pt x="51917" y="875776"/>
                  </a:lnTo>
                  <a:lnTo>
                    <a:pt x="86748" y="907506"/>
                  </a:lnTo>
                  <a:lnTo>
                    <a:pt x="129688" y="933592"/>
                  </a:lnTo>
                  <a:lnTo>
                    <a:pt x="94946" y="971907"/>
                  </a:lnTo>
                  <a:lnTo>
                    <a:pt x="71205" y="1014936"/>
                  </a:lnTo>
                  <a:lnTo>
                    <a:pt x="59180" y="1061108"/>
                  </a:lnTo>
                  <a:lnTo>
                    <a:pt x="59584" y="1108852"/>
                  </a:lnTo>
                  <a:lnTo>
                    <a:pt x="71470" y="1151730"/>
                  </a:lnTo>
                  <a:lnTo>
                    <a:pt x="92660" y="1190696"/>
                  </a:lnTo>
                  <a:lnTo>
                    <a:pt x="122030" y="1224983"/>
                  </a:lnTo>
                  <a:lnTo>
                    <a:pt x="158454" y="1253823"/>
                  </a:lnTo>
                  <a:lnTo>
                    <a:pt x="200807" y="1276448"/>
                  </a:lnTo>
                  <a:lnTo>
                    <a:pt x="247965" y="1292090"/>
                  </a:lnTo>
                  <a:lnTo>
                    <a:pt x="298802" y="1299980"/>
                  </a:lnTo>
                  <a:lnTo>
                    <a:pt x="352192" y="1299352"/>
                  </a:lnTo>
                  <a:lnTo>
                    <a:pt x="353716" y="1300876"/>
                  </a:lnTo>
                  <a:lnTo>
                    <a:pt x="355240" y="1303924"/>
                  </a:lnTo>
                  <a:lnTo>
                    <a:pt x="356764" y="1305448"/>
                  </a:lnTo>
                  <a:lnTo>
                    <a:pt x="385269" y="1340649"/>
                  </a:lnTo>
                  <a:lnTo>
                    <a:pt x="417489" y="1372437"/>
                  </a:lnTo>
                  <a:lnTo>
                    <a:pt x="453032" y="1400729"/>
                  </a:lnTo>
                  <a:lnTo>
                    <a:pt x="491510" y="1425445"/>
                  </a:lnTo>
                  <a:lnTo>
                    <a:pt x="532532" y="1446503"/>
                  </a:lnTo>
                  <a:lnTo>
                    <a:pt x="575708" y="1463822"/>
                  </a:lnTo>
                  <a:lnTo>
                    <a:pt x="620648" y="1477322"/>
                  </a:lnTo>
                  <a:lnTo>
                    <a:pt x="666961" y="1486919"/>
                  </a:lnTo>
                  <a:lnTo>
                    <a:pt x="714258" y="1492535"/>
                  </a:lnTo>
                  <a:lnTo>
                    <a:pt x="762148" y="1494086"/>
                  </a:lnTo>
                  <a:lnTo>
                    <a:pt x="810242" y="1491491"/>
                  </a:lnTo>
                  <a:lnTo>
                    <a:pt x="858148" y="1484671"/>
                  </a:lnTo>
                  <a:lnTo>
                    <a:pt x="905477" y="1473542"/>
                  </a:lnTo>
                  <a:lnTo>
                    <a:pt x="951840" y="1458024"/>
                  </a:lnTo>
                  <a:lnTo>
                    <a:pt x="996844" y="1438036"/>
                  </a:lnTo>
                  <a:lnTo>
                    <a:pt x="1030933" y="1475271"/>
                  </a:lnTo>
                  <a:lnTo>
                    <a:pt x="1070582" y="1508043"/>
                  </a:lnTo>
                  <a:lnTo>
                    <a:pt x="1115131" y="1535914"/>
                  </a:lnTo>
                  <a:lnTo>
                    <a:pt x="1163923" y="1558445"/>
                  </a:lnTo>
                  <a:lnTo>
                    <a:pt x="1216300" y="1575196"/>
                  </a:lnTo>
                  <a:lnTo>
                    <a:pt x="1266352" y="1584807"/>
                  </a:lnTo>
                  <a:lnTo>
                    <a:pt x="1316311" y="1589157"/>
                  </a:lnTo>
                  <a:lnTo>
                    <a:pt x="1365709" y="1588450"/>
                  </a:lnTo>
                  <a:lnTo>
                    <a:pt x="1414075" y="1582891"/>
                  </a:lnTo>
                  <a:lnTo>
                    <a:pt x="1460938" y="1572682"/>
                  </a:lnTo>
                  <a:lnTo>
                    <a:pt x="1505828" y="1558028"/>
                  </a:lnTo>
                  <a:lnTo>
                    <a:pt x="1548276" y="1539133"/>
                  </a:lnTo>
                  <a:lnTo>
                    <a:pt x="1587809" y="1516201"/>
                  </a:lnTo>
                  <a:lnTo>
                    <a:pt x="1623960" y="1489435"/>
                  </a:lnTo>
                  <a:lnTo>
                    <a:pt x="1656256" y="1459041"/>
                  </a:lnTo>
                  <a:lnTo>
                    <a:pt x="1684227" y="1425221"/>
                  </a:lnTo>
                  <a:lnTo>
                    <a:pt x="1707404" y="1388179"/>
                  </a:lnTo>
                  <a:lnTo>
                    <a:pt x="1725316" y="1348120"/>
                  </a:lnTo>
                  <a:lnTo>
                    <a:pt x="1767155" y="1367242"/>
                  </a:lnTo>
                  <a:lnTo>
                    <a:pt x="1811994" y="1381077"/>
                  </a:lnTo>
                  <a:lnTo>
                    <a:pt x="1858833" y="1389483"/>
                  </a:lnTo>
                  <a:lnTo>
                    <a:pt x="1906672" y="1392316"/>
                  </a:lnTo>
                  <a:lnTo>
                    <a:pt x="1958118" y="1389594"/>
                  </a:lnTo>
                  <a:lnTo>
                    <a:pt x="2007346" y="1380887"/>
                  </a:lnTo>
                  <a:lnTo>
                    <a:pt x="2053797" y="1366636"/>
                  </a:lnTo>
                  <a:lnTo>
                    <a:pt x="2096917" y="1347281"/>
                  </a:lnTo>
                  <a:lnTo>
                    <a:pt x="2136148" y="1323261"/>
                  </a:lnTo>
                  <a:lnTo>
                    <a:pt x="2170935" y="1295016"/>
                  </a:lnTo>
                  <a:lnTo>
                    <a:pt x="2200720" y="1262986"/>
                  </a:lnTo>
                  <a:lnTo>
                    <a:pt x="2224947" y="1227610"/>
                  </a:lnTo>
                  <a:lnTo>
                    <a:pt x="2243059" y="1189328"/>
                  </a:lnTo>
                  <a:lnTo>
                    <a:pt x="2254502" y="1148579"/>
                  </a:lnTo>
                  <a:lnTo>
                    <a:pt x="2258716" y="1105804"/>
                  </a:lnTo>
                  <a:lnTo>
                    <a:pt x="2309699" y="1096398"/>
                  </a:lnTo>
                  <a:lnTo>
                    <a:pt x="2359110" y="1081992"/>
                  </a:lnTo>
                  <a:lnTo>
                    <a:pt x="2405949" y="1062728"/>
                  </a:lnTo>
                  <a:lnTo>
                    <a:pt x="2449216" y="1038748"/>
                  </a:lnTo>
                  <a:lnTo>
                    <a:pt x="2491112" y="1008205"/>
                  </a:lnTo>
                  <a:lnTo>
                    <a:pt x="2526827" y="974105"/>
                  </a:lnTo>
                  <a:lnTo>
                    <a:pt x="2556277" y="937021"/>
                  </a:lnTo>
                  <a:lnTo>
                    <a:pt x="2579377" y="897524"/>
                  </a:lnTo>
                  <a:lnTo>
                    <a:pt x="2596042" y="856186"/>
                  </a:lnTo>
                  <a:lnTo>
                    <a:pt x="2606188" y="813577"/>
                  </a:lnTo>
                  <a:lnTo>
                    <a:pt x="2609730" y="770270"/>
                  </a:lnTo>
                  <a:close/>
                </a:path>
              </a:pathLst>
            </a:custGeom>
            <a:solidFill>
              <a:srgbClr val="43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18789" y="4836271"/>
              <a:ext cx="2609850" cy="1589405"/>
            </a:xfrm>
            <a:custGeom>
              <a:avLst/>
              <a:gdLst/>
              <a:ahLst/>
              <a:cxnLst/>
              <a:rect l="l" t="t" r="r" b="b"/>
              <a:pathLst>
                <a:path w="2609850" h="1589404">
                  <a:moveTo>
                    <a:pt x="237892" y="523636"/>
                  </a:moveTo>
                  <a:lnTo>
                    <a:pt x="234105" y="481085"/>
                  </a:lnTo>
                  <a:lnTo>
                    <a:pt x="236594" y="439474"/>
                  </a:lnTo>
                  <a:lnTo>
                    <a:pt x="245034" y="399150"/>
                  </a:lnTo>
                  <a:lnTo>
                    <a:pt x="259102" y="360457"/>
                  </a:lnTo>
                  <a:lnTo>
                    <a:pt x="278472" y="323741"/>
                  </a:lnTo>
                  <a:lnTo>
                    <a:pt x="302820" y="289347"/>
                  </a:lnTo>
                  <a:lnTo>
                    <a:pt x="331821" y="257621"/>
                  </a:lnTo>
                  <a:lnTo>
                    <a:pt x="365151" y="228909"/>
                  </a:lnTo>
                  <a:lnTo>
                    <a:pt x="402484" y="203555"/>
                  </a:lnTo>
                  <a:lnTo>
                    <a:pt x="443497" y="181905"/>
                  </a:lnTo>
                  <a:lnTo>
                    <a:pt x="487864" y="164305"/>
                  </a:lnTo>
                  <a:lnTo>
                    <a:pt x="535262" y="151101"/>
                  </a:lnTo>
                  <a:lnTo>
                    <a:pt x="585364" y="142636"/>
                  </a:lnTo>
                  <a:lnTo>
                    <a:pt x="640131" y="139320"/>
                  </a:lnTo>
                  <a:lnTo>
                    <a:pt x="694312" y="142076"/>
                  </a:lnTo>
                  <a:lnTo>
                    <a:pt x="747323" y="150756"/>
                  </a:lnTo>
                  <a:lnTo>
                    <a:pt x="798578" y="165216"/>
                  </a:lnTo>
                  <a:lnTo>
                    <a:pt x="847492" y="185308"/>
                  </a:lnTo>
                  <a:lnTo>
                    <a:pt x="875414" y="148865"/>
                  </a:lnTo>
                  <a:lnTo>
                    <a:pt x="909196" y="117423"/>
                  </a:lnTo>
                  <a:lnTo>
                    <a:pt x="947935" y="91230"/>
                  </a:lnTo>
                  <a:lnTo>
                    <a:pt x="990724" y="70533"/>
                  </a:lnTo>
                  <a:lnTo>
                    <a:pt x="1036659" y="55578"/>
                  </a:lnTo>
                  <a:lnTo>
                    <a:pt x="1084834" y="46612"/>
                  </a:lnTo>
                  <a:lnTo>
                    <a:pt x="1134344" y="43883"/>
                  </a:lnTo>
                  <a:lnTo>
                    <a:pt x="1184284" y="47636"/>
                  </a:lnTo>
                  <a:lnTo>
                    <a:pt x="1233749" y="58120"/>
                  </a:lnTo>
                  <a:lnTo>
                    <a:pt x="1281832" y="75580"/>
                  </a:lnTo>
                  <a:lnTo>
                    <a:pt x="1321456" y="96154"/>
                  </a:lnTo>
                  <a:lnTo>
                    <a:pt x="1356508" y="121300"/>
                  </a:lnTo>
                  <a:lnTo>
                    <a:pt x="1385140" y="83790"/>
                  </a:lnTo>
                  <a:lnTo>
                    <a:pt x="1420969" y="52673"/>
                  </a:lnTo>
                  <a:lnTo>
                    <a:pt x="1462620" y="28342"/>
                  </a:lnTo>
                  <a:lnTo>
                    <a:pt x="1508718" y="11191"/>
                  </a:lnTo>
                  <a:lnTo>
                    <a:pt x="1557888" y="1613"/>
                  </a:lnTo>
                  <a:lnTo>
                    <a:pt x="1608754" y="0"/>
                  </a:lnTo>
                  <a:lnTo>
                    <a:pt x="1659942" y="6744"/>
                  </a:lnTo>
                  <a:lnTo>
                    <a:pt x="1710076" y="22240"/>
                  </a:lnTo>
                  <a:lnTo>
                    <a:pt x="1759797" y="49672"/>
                  </a:lnTo>
                  <a:lnTo>
                    <a:pt x="1801516" y="86248"/>
                  </a:lnTo>
                  <a:lnTo>
                    <a:pt x="1839311" y="55503"/>
                  </a:lnTo>
                  <a:lnTo>
                    <a:pt x="1881822" y="31405"/>
                  </a:lnTo>
                  <a:lnTo>
                    <a:pt x="1927895" y="14056"/>
                  </a:lnTo>
                  <a:lnTo>
                    <a:pt x="1976377" y="3555"/>
                  </a:lnTo>
                  <a:lnTo>
                    <a:pt x="2026113" y="3"/>
                  </a:lnTo>
                  <a:lnTo>
                    <a:pt x="2075949" y="3501"/>
                  </a:lnTo>
                  <a:lnTo>
                    <a:pt x="2124732" y="14148"/>
                  </a:lnTo>
                  <a:lnTo>
                    <a:pt x="2171307" y="32045"/>
                  </a:lnTo>
                  <a:lnTo>
                    <a:pt x="2214520" y="57292"/>
                  </a:lnTo>
                  <a:lnTo>
                    <a:pt x="2250144" y="87153"/>
                  </a:lnTo>
                  <a:lnTo>
                    <a:pt x="2278909" y="121300"/>
                  </a:lnTo>
                  <a:lnTo>
                    <a:pt x="2300245" y="158876"/>
                  </a:lnTo>
                  <a:lnTo>
                    <a:pt x="2313580" y="199024"/>
                  </a:lnTo>
                  <a:lnTo>
                    <a:pt x="2362649" y="214002"/>
                  </a:lnTo>
                  <a:lnTo>
                    <a:pt x="2407117" y="234723"/>
                  </a:lnTo>
                  <a:lnTo>
                    <a:pt x="2446502" y="260527"/>
                  </a:lnTo>
                  <a:lnTo>
                    <a:pt x="2480318" y="290757"/>
                  </a:lnTo>
                  <a:lnTo>
                    <a:pt x="2508081" y="324754"/>
                  </a:lnTo>
                  <a:lnTo>
                    <a:pt x="2529306" y="361861"/>
                  </a:lnTo>
                  <a:lnTo>
                    <a:pt x="2543508" y="401418"/>
                  </a:lnTo>
                  <a:lnTo>
                    <a:pt x="2550203" y="442767"/>
                  </a:lnTo>
                  <a:lnTo>
                    <a:pt x="2548906" y="485250"/>
                  </a:lnTo>
                  <a:lnTo>
                    <a:pt x="2539132" y="528208"/>
                  </a:lnTo>
                  <a:lnTo>
                    <a:pt x="2536346" y="537114"/>
                  </a:lnTo>
                  <a:lnTo>
                    <a:pt x="2532846" y="545734"/>
                  </a:lnTo>
                  <a:lnTo>
                    <a:pt x="2529060" y="554354"/>
                  </a:lnTo>
                  <a:lnTo>
                    <a:pt x="2525416" y="563260"/>
                  </a:lnTo>
                  <a:lnTo>
                    <a:pt x="2556164" y="601487"/>
                  </a:lnTo>
                  <a:lnTo>
                    <a:pt x="2579885" y="641873"/>
                  </a:lnTo>
                  <a:lnTo>
                    <a:pt x="2596663" y="683847"/>
                  </a:lnTo>
                  <a:lnTo>
                    <a:pt x="2606583" y="726836"/>
                  </a:lnTo>
                  <a:lnTo>
                    <a:pt x="2609730" y="770270"/>
                  </a:lnTo>
                  <a:lnTo>
                    <a:pt x="2606188" y="813577"/>
                  </a:lnTo>
                  <a:lnTo>
                    <a:pt x="2596042" y="856186"/>
                  </a:lnTo>
                  <a:lnTo>
                    <a:pt x="2579377" y="897524"/>
                  </a:lnTo>
                  <a:lnTo>
                    <a:pt x="2556277" y="937021"/>
                  </a:lnTo>
                  <a:lnTo>
                    <a:pt x="2526827" y="974105"/>
                  </a:lnTo>
                  <a:lnTo>
                    <a:pt x="2491112" y="1008205"/>
                  </a:lnTo>
                  <a:lnTo>
                    <a:pt x="2449216" y="1038748"/>
                  </a:lnTo>
                  <a:lnTo>
                    <a:pt x="2405949" y="1062728"/>
                  </a:lnTo>
                  <a:lnTo>
                    <a:pt x="2359110" y="1081992"/>
                  </a:lnTo>
                  <a:lnTo>
                    <a:pt x="2309699" y="1096398"/>
                  </a:lnTo>
                  <a:lnTo>
                    <a:pt x="2258716" y="1105804"/>
                  </a:lnTo>
                  <a:lnTo>
                    <a:pt x="2254502" y="1148579"/>
                  </a:lnTo>
                  <a:lnTo>
                    <a:pt x="2243059" y="1189328"/>
                  </a:lnTo>
                  <a:lnTo>
                    <a:pt x="2224947" y="1227610"/>
                  </a:lnTo>
                  <a:lnTo>
                    <a:pt x="2200720" y="1262986"/>
                  </a:lnTo>
                  <a:lnTo>
                    <a:pt x="2170935" y="1295016"/>
                  </a:lnTo>
                  <a:lnTo>
                    <a:pt x="2136148" y="1323261"/>
                  </a:lnTo>
                  <a:lnTo>
                    <a:pt x="2096917" y="1347281"/>
                  </a:lnTo>
                  <a:lnTo>
                    <a:pt x="2053797" y="1366636"/>
                  </a:lnTo>
                  <a:lnTo>
                    <a:pt x="2007346" y="1380887"/>
                  </a:lnTo>
                  <a:lnTo>
                    <a:pt x="1958118" y="1389594"/>
                  </a:lnTo>
                  <a:lnTo>
                    <a:pt x="1906672" y="1392316"/>
                  </a:lnTo>
                  <a:lnTo>
                    <a:pt x="1858833" y="1389483"/>
                  </a:lnTo>
                  <a:lnTo>
                    <a:pt x="1811994" y="1381077"/>
                  </a:lnTo>
                  <a:lnTo>
                    <a:pt x="1767155" y="1367242"/>
                  </a:lnTo>
                  <a:lnTo>
                    <a:pt x="1725316" y="1348120"/>
                  </a:lnTo>
                  <a:lnTo>
                    <a:pt x="1707404" y="1388179"/>
                  </a:lnTo>
                  <a:lnTo>
                    <a:pt x="1684227" y="1425221"/>
                  </a:lnTo>
                  <a:lnTo>
                    <a:pt x="1656256" y="1459041"/>
                  </a:lnTo>
                  <a:lnTo>
                    <a:pt x="1623960" y="1489435"/>
                  </a:lnTo>
                  <a:lnTo>
                    <a:pt x="1587809" y="1516201"/>
                  </a:lnTo>
                  <a:lnTo>
                    <a:pt x="1548276" y="1539133"/>
                  </a:lnTo>
                  <a:lnTo>
                    <a:pt x="1505828" y="1558028"/>
                  </a:lnTo>
                  <a:lnTo>
                    <a:pt x="1460938" y="1572682"/>
                  </a:lnTo>
                  <a:lnTo>
                    <a:pt x="1414075" y="1582891"/>
                  </a:lnTo>
                  <a:lnTo>
                    <a:pt x="1365709" y="1588450"/>
                  </a:lnTo>
                  <a:lnTo>
                    <a:pt x="1316311" y="1589157"/>
                  </a:lnTo>
                  <a:lnTo>
                    <a:pt x="1266352" y="1584807"/>
                  </a:lnTo>
                  <a:lnTo>
                    <a:pt x="1216300" y="1575196"/>
                  </a:lnTo>
                  <a:lnTo>
                    <a:pt x="1163923" y="1558445"/>
                  </a:lnTo>
                  <a:lnTo>
                    <a:pt x="1115131" y="1535914"/>
                  </a:lnTo>
                  <a:lnTo>
                    <a:pt x="1070582" y="1508043"/>
                  </a:lnTo>
                  <a:lnTo>
                    <a:pt x="1030933" y="1475271"/>
                  </a:lnTo>
                  <a:lnTo>
                    <a:pt x="996844" y="1438036"/>
                  </a:lnTo>
                  <a:lnTo>
                    <a:pt x="951840" y="1458024"/>
                  </a:lnTo>
                  <a:lnTo>
                    <a:pt x="905477" y="1473542"/>
                  </a:lnTo>
                  <a:lnTo>
                    <a:pt x="858148" y="1484671"/>
                  </a:lnTo>
                  <a:lnTo>
                    <a:pt x="810242" y="1491491"/>
                  </a:lnTo>
                  <a:lnTo>
                    <a:pt x="762148" y="1494086"/>
                  </a:lnTo>
                  <a:lnTo>
                    <a:pt x="714258" y="1492535"/>
                  </a:lnTo>
                  <a:lnTo>
                    <a:pt x="666961" y="1486919"/>
                  </a:lnTo>
                  <a:lnTo>
                    <a:pt x="620648" y="1477322"/>
                  </a:lnTo>
                  <a:lnTo>
                    <a:pt x="575708" y="1463822"/>
                  </a:lnTo>
                  <a:lnTo>
                    <a:pt x="532532" y="1446503"/>
                  </a:lnTo>
                  <a:lnTo>
                    <a:pt x="491510" y="1425445"/>
                  </a:lnTo>
                  <a:lnTo>
                    <a:pt x="453032" y="1400729"/>
                  </a:lnTo>
                  <a:lnTo>
                    <a:pt x="417489" y="1372437"/>
                  </a:lnTo>
                  <a:lnTo>
                    <a:pt x="385269" y="1340649"/>
                  </a:lnTo>
                  <a:lnTo>
                    <a:pt x="356764" y="1305448"/>
                  </a:lnTo>
                  <a:lnTo>
                    <a:pt x="355240" y="1303924"/>
                  </a:lnTo>
                  <a:lnTo>
                    <a:pt x="353716" y="1300876"/>
                  </a:lnTo>
                  <a:lnTo>
                    <a:pt x="352192" y="1299352"/>
                  </a:lnTo>
                  <a:lnTo>
                    <a:pt x="298802" y="1299980"/>
                  </a:lnTo>
                  <a:lnTo>
                    <a:pt x="247965" y="1292090"/>
                  </a:lnTo>
                  <a:lnTo>
                    <a:pt x="200807" y="1276448"/>
                  </a:lnTo>
                  <a:lnTo>
                    <a:pt x="158454" y="1253823"/>
                  </a:lnTo>
                  <a:lnTo>
                    <a:pt x="122030" y="1224983"/>
                  </a:lnTo>
                  <a:lnTo>
                    <a:pt x="92660" y="1190696"/>
                  </a:lnTo>
                  <a:lnTo>
                    <a:pt x="71470" y="1151730"/>
                  </a:lnTo>
                  <a:lnTo>
                    <a:pt x="59584" y="1108852"/>
                  </a:lnTo>
                  <a:lnTo>
                    <a:pt x="59180" y="1061108"/>
                  </a:lnTo>
                  <a:lnTo>
                    <a:pt x="71205" y="1014936"/>
                  </a:lnTo>
                  <a:lnTo>
                    <a:pt x="94946" y="971907"/>
                  </a:lnTo>
                  <a:lnTo>
                    <a:pt x="129688" y="933592"/>
                  </a:lnTo>
                  <a:lnTo>
                    <a:pt x="86748" y="907506"/>
                  </a:lnTo>
                  <a:lnTo>
                    <a:pt x="51917" y="875776"/>
                  </a:lnTo>
                  <a:lnTo>
                    <a:pt x="25586" y="839616"/>
                  </a:lnTo>
                  <a:lnTo>
                    <a:pt x="8149" y="800242"/>
                  </a:lnTo>
                  <a:lnTo>
                    <a:pt x="0" y="758868"/>
                  </a:lnTo>
                  <a:lnTo>
                    <a:pt x="1529" y="716708"/>
                  </a:lnTo>
                  <a:lnTo>
                    <a:pt x="13132" y="674977"/>
                  </a:lnTo>
                  <a:lnTo>
                    <a:pt x="35200" y="634888"/>
                  </a:lnTo>
                  <a:lnTo>
                    <a:pt x="64449" y="601702"/>
                  </a:lnTo>
                  <a:lnTo>
                    <a:pt x="100208" y="573855"/>
                  </a:lnTo>
                  <a:lnTo>
                    <a:pt x="141307" y="551934"/>
                  </a:lnTo>
                  <a:lnTo>
                    <a:pt x="186576" y="536523"/>
                  </a:lnTo>
                  <a:lnTo>
                    <a:pt x="234844" y="528208"/>
                  </a:lnTo>
                  <a:lnTo>
                    <a:pt x="237892" y="523636"/>
                  </a:lnTo>
                  <a:close/>
                </a:path>
                <a:path w="2609850" h="1589404">
                  <a:moveTo>
                    <a:pt x="285136" y="957976"/>
                  </a:moveTo>
                  <a:lnTo>
                    <a:pt x="245250" y="957714"/>
                  </a:lnTo>
                  <a:lnTo>
                    <a:pt x="206079" y="952452"/>
                  </a:lnTo>
                  <a:lnTo>
                    <a:pt x="168336" y="942332"/>
                  </a:lnTo>
                  <a:lnTo>
                    <a:pt x="132736" y="927496"/>
                  </a:lnTo>
                </a:path>
                <a:path w="2609850" h="1589404">
                  <a:moveTo>
                    <a:pt x="419248" y="1278016"/>
                  </a:moveTo>
                  <a:lnTo>
                    <a:pt x="403223" y="1283160"/>
                  </a:lnTo>
                  <a:lnTo>
                    <a:pt x="387054" y="1287160"/>
                  </a:lnTo>
                  <a:lnTo>
                    <a:pt x="370599" y="1290018"/>
                  </a:lnTo>
                  <a:lnTo>
                    <a:pt x="353716" y="1291732"/>
                  </a:lnTo>
                </a:path>
                <a:path w="2609850" h="1589404">
                  <a:moveTo>
                    <a:pt x="995320" y="1431940"/>
                  </a:moveTo>
                  <a:lnTo>
                    <a:pt x="984200" y="1416796"/>
                  </a:lnTo>
                  <a:lnTo>
                    <a:pt x="973794" y="1401079"/>
                  </a:lnTo>
                  <a:lnTo>
                    <a:pt x="964245" y="1384792"/>
                  </a:lnTo>
                  <a:lnTo>
                    <a:pt x="955696" y="1367932"/>
                  </a:lnTo>
                </a:path>
                <a:path w="2609850" h="1589404">
                  <a:moveTo>
                    <a:pt x="1740556" y="1271920"/>
                  </a:moveTo>
                  <a:lnTo>
                    <a:pt x="1738604" y="1290185"/>
                  </a:lnTo>
                  <a:lnTo>
                    <a:pt x="1735222" y="1308306"/>
                  </a:lnTo>
                  <a:lnTo>
                    <a:pt x="1730698" y="1326141"/>
                  </a:lnTo>
                  <a:lnTo>
                    <a:pt x="1725316" y="1343548"/>
                  </a:lnTo>
                </a:path>
                <a:path w="2609850" h="1589404">
                  <a:moveTo>
                    <a:pt x="2060596" y="839104"/>
                  </a:moveTo>
                  <a:lnTo>
                    <a:pt x="2109475" y="863142"/>
                  </a:lnTo>
                  <a:lnTo>
                    <a:pt x="2152489" y="892938"/>
                  </a:lnTo>
                  <a:lnTo>
                    <a:pt x="2188999" y="927719"/>
                  </a:lnTo>
                  <a:lnTo>
                    <a:pt x="2218364" y="966712"/>
                  </a:lnTo>
                  <a:lnTo>
                    <a:pt x="2239944" y="1009144"/>
                  </a:lnTo>
                  <a:lnTo>
                    <a:pt x="2253100" y="1054242"/>
                  </a:lnTo>
                  <a:lnTo>
                    <a:pt x="2257192" y="1101232"/>
                  </a:lnTo>
                </a:path>
                <a:path w="2609850" h="1589404">
                  <a:moveTo>
                    <a:pt x="2523892" y="558688"/>
                  </a:moveTo>
                  <a:lnTo>
                    <a:pt x="2507081" y="586382"/>
                  </a:lnTo>
                  <a:lnTo>
                    <a:pt x="2486554" y="612219"/>
                  </a:lnTo>
                  <a:lnTo>
                    <a:pt x="2462599" y="636055"/>
                  </a:lnTo>
                  <a:lnTo>
                    <a:pt x="2435500" y="657748"/>
                  </a:lnTo>
                </a:path>
                <a:path w="2609850" h="1589404">
                  <a:moveTo>
                    <a:pt x="2313580" y="194452"/>
                  </a:moveTo>
                  <a:lnTo>
                    <a:pt x="2315581" y="205882"/>
                  </a:lnTo>
                  <a:lnTo>
                    <a:pt x="2317009" y="217312"/>
                  </a:lnTo>
                  <a:lnTo>
                    <a:pt x="2317867" y="228742"/>
                  </a:lnTo>
                  <a:lnTo>
                    <a:pt x="2318152" y="240172"/>
                  </a:lnTo>
                </a:path>
                <a:path w="2609850" h="1589404">
                  <a:moveTo>
                    <a:pt x="1755796" y="139588"/>
                  </a:moveTo>
                  <a:lnTo>
                    <a:pt x="1765512" y="123872"/>
                  </a:lnTo>
                  <a:lnTo>
                    <a:pt x="1776370" y="108727"/>
                  </a:lnTo>
                  <a:lnTo>
                    <a:pt x="1788372" y="94154"/>
                  </a:lnTo>
                  <a:lnTo>
                    <a:pt x="1801516" y="80152"/>
                  </a:lnTo>
                </a:path>
                <a:path w="2609850" h="1589404">
                  <a:moveTo>
                    <a:pt x="1338220" y="168544"/>
                  </a:moveTo>
                  <a:lnTo>
                    <a:pt x="1341983" y="155090"/>
                  </a:lnTo>
                  <a:lnTo>
                    <a:pt x="1346602" y="142065"/>
                  </a:lnTo>
                  <a:lnTo>
                    <a:pt x="1352365" y="129325"/>
                  </a:lnTo>
                  <a:lnTo>
                    <a:pt x="1359556" y="116728"/>
                  </a:lnTo>
                </a:path>
                <a:path w="2609850" h="1589404">
                  <a:moveTo>
                    <a:pt x="845968" y="185308"/>
                  </a:moveTo>
                  <a:lnTo>
                    <a:pt x="867138" y="196167"/>
                  </a:lnTo>
                  <a:lnTo>
                    <a:pt x="887307" y="208168"/>
                  </a:lnTo>
                  <a:lnTo>
                    <a:pt x="906619" y="221313"/>
                  </a:lnTo>
                  <a:lnTo>
                    <a:pt x="925216" y="235600"/>
                  </a:lnTo>
                </a:path>
                <a:path w="2609850" h="1589404">
                  <a:moveTo>
                    <a:pt x="251608" y="575452"/>
                  </a:moveTo>
                  <a:lnTo>
                    <a:pt x="246465" y="562641"/>
                  </a:lnTo>
                  <a:lnTo>
                    <a:pt x="242464" y="549544"/>
                  </a:lnTo>
                  <a:lnTo>
                    <a:pt x="239607" y="536447"/>
                  </a:lnTo>
                  <a:lnTo>
                    <a:pt x="237892" y="523636"/>
                  </a:lnTo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94996" y="3601739"/>
            <a:ext cx="1530985" cy="2335530"/>
            <a:chOff x="894996" y="3601739"/>
            <a:chExt cx="1530985" cy="2335530"/>
          </a:xfrm>
        </p:grpSpPr>
        <p:sp>
          <p:nvSpPr>
            <p:cNvPr id="12" name="object 12"/>
            <p:cNvSpPr/>
            <p:nvPr/>
          </p:nvSpPr>
          <p:spPr>
            <a:xfrm>
              <a:off x="900565" y="3607308"/>
              <a:ext cx="1519555" cy="2324100"/>
            </a:xfrm>
            <a:custGeom>
              <a:avLst/>
              <a:gdLst/>
              <a:ahLst/>
              <a:cxnLst/>
              <a:rect l="l" t="t" r="r" b="b"/>
              <a:pathLst>
                <a:path w="1519555" h="2324100">
                  <a:moveTo>
                    <a:pt x="1519427" y="2324099"/>
                  </a:moveTo>
                  <a:lnTo>
                    <a:pt x="1472246" y="2296107"/>
                  </a:lnTo>
                  <a:lnTo>
                    <a:pt x="1426231" y="2267011"/>
                  </a:lnTo>
                  <a:lnTo>
                    <a:pt x="1381421" y="2236836"/>
                  </a:lnTo>
                  <a:lnTo>
                    <a:pt x="1337852" y="2205608"/>
                  </a:lnTo>
                  <a:lnTo>
                    <a:pt x="1295563" y="2173351"/>
                  </a:lnTo>
                  <a:lnTo>
                    <a:pt x="1254590" y="2140091"/>
                  </a:lnTo>
                  <a:lnTo>
                    <a:pt x="1214972" y="2105852"/>
                  </a:lnTo>
                  <a:lnTo>
                    <a:pt x="1176747" y="2070660"/>
                  </a:lnTo>
                  <a:lnTo>
                    <a:pt x="1139951" y="2034539"/>
                  </a:lnTo>
                  <a:lnTo>
                    <a:pt x="1106411" y="1999199"/>
                  </a:lnTo>
                  <a:lnTo>
                    <a:pt x="1074450" y="1963355"/>
                  </a:lnTo>
                  <a:lnTo>
                    <a:pt x="1044064" y="1927033"/>
                  </a:lnTo>
                  <a:lnTo>
                    <a:pt x="1015248" y="1890256"/>
                  </a:lnTo>
                  <a:lnTo>
                    <a:pt x="987997" y="1853051"/>
                  </a:lnTo>
                  <a:lnTo>
                    <a:pt x="962307" y="1815442"/>
                  </a:lnTo>
                  <a:lnTo>
                    <a:pt x="938173" y="1777454"/>
                  </a:lnTo>
                  <a:lnTo>
                    <a:pt x="915591" y="1739113"/>
                  </a:lnTo>
                  <a:lnTo>
                    <a:pt x="894557" y="1700443"/>
                  </a:lnTo>
                  <a:lnTo>
                    <a:pt x="875064" y="1661470"/>
                  </a:lnTo>
                  <a:lnTo>
                    <a:pt x="857109" y="1622218"/>
                  </a:lnTo>
                  <a:lnTo>
                    <a:pt x="840688" y="1582713"/>
                  </a:lnTo>
                  <a:lnTo>
                    <a:pt x="825795" y="1542980"/>
                  </a:lnTo>
                  <a:lnTo>
                    <a:pt x="812426" y="1503044"/>
                  </a:lnTo>
                  <a:lnTo>
                    <a:pt x="800576" y="1462930"/>
                  </a:lnTo>
                  <a:lnTo>
                    <a:pt x="790241" y="1422662"/>
                  </a:lnTo>
                  <a:lnTo>
                    <a:pt x="781416" y="1382267"/>
                  </a:lnTo>
                  <a:lnTo>
                    <a:pt x="774096" y="1341768"/>
                  </a:lnTo>
                  <a:lnTo>
                    <a:pt x="768278" y="1301192"/>
                  </a:lnTo>
                  <a:lnTo>
                    <a:pt x="763955" y="1260563"/>
                  </a:lnTo>
                  <a:lnTo>
                    <a:pt x="761124" y="1219906"/>
                  </a:lnTo>
                  <a:lnTo>
                    <a:pt x="759781" y="1179246"/>
                  </a:lnTo>
                  <a:lnTo>
                    <a:pt x="759919" y="1138609"/>
                  </a:lnTo>
                  <a:lnTo>
                    <a:pt x="761535" y="1098019"/>
                  </a:lnTo>
                  <a:lnTo>
                    <a:pt x="764625" y="1057502"/>
                  </a:lnTo>
                  <a:lnTo>
                    <a:pt x="769183" y="1017082"/>
                  </a:lnTo>
                  <a:lnTo>
                    <a:pt x="775205" y="976785"/>
                  </a:lnTo>
                  <a:lnTo>
                    <a:pt x="782686" y="936636"/>
                  </a:lnTo>
                  <a:lnTo>
                    <a:pt x="791622" y="896659"/>
                  </a:lnTo>
                  <a:lnTo>
                    <a:pt x="802008" y="856880"/>
                  </a:lnTo>
                  <a:lnTo>
                    <a:pt x="813840" y="817324"/>
                  </a:lnTo>
                  <a:lnTo>
                    <a:pt x="827112" y="778016"/>
                  </a:lnTo>
                  <a:lnTo>
                    <a:pt x="841821" y="738981"/>
                  </a:lnTo>
                  <a:lnTo>
                    <a:pt x="857961" y="700244"/>
                  </a:lnTo>
                  <a:lnTo>
                    <a:pt x="875528" y="661830"/>
                  </a:lnTo>
                  <a:lnTo>
                    <a:pt x="894517" y="623764"/>
                  </a:lnTo>
                  <a:lnTo>
                    <a:pt x="914924" y="586072"/>
                  </a:lnTo>
                  <a:lnTo>
                    <a:pt x="936745" y="548777"/>
                  </a:lnTo>
                  <a:lnTo>
                    <a:pt x="959974" y="511907"/>
                  </a:lnTo>
                  <a:lnTo>
                    <a:pt x="984607" y="475484"/>
                  </a:lnTo>
                  <a:lnTo>
                    <a:pt x="1010639" y="439535"/>
                  </a:lnTo>
                  <a:lnTo>
                    <a:pt x="1038065" y="404085"/>
                  </a:lnTo>
                  <a:lnTo>
                    <a:pt x="1066882" y="369158"/>
                  </a:lnTo>
                  <a:lnTo>
                    <a:pt x="1097084" y="334780"/>
                  </a:lnTo>
                  <a:lnTo>
                    <a:pt x="1128667" y="300975"/>
                  </a:lnTo>
                  <a:lnTo>
                    <a:pt x="1161627" y="267770"/>
                  </a:lnTo>
                  <a:lnTo>
                    <a:pt x="1195958" y="235188"/>
                  </a:lnTo>
                  <a:lnTo>
                    <a:pt x="1231655" y="203255"/>
                  </a:lnTo>
                  <a:lnTo>
                    <a:pt x="1268716" y="171996"/>
                  </a:lnTo>
                  <a:lnTo>
                    <a:pt x="1307133" y="141436"/>
                  </a:lnTo>
                  <a:lnTo>
                    <a:pt x="1346904" y="111600"/>
                  </a:lnTo>
                  <a:lnTo>
                    <a:pt x="1388024" y="82514"/>
                  </a:lnTo>
                  <a:lnTo>
                    <a:pt x="1430487" y="54201"/>
                  </a:lnTo>
                  <a:lnTo>
                    <a:pt x="1474290" y="26688"/>
                  </a:lnTo>
                  <a:lnTo>
                    <a:pt x="1519427" y="0"/>
                  </a:lnTo>
                  <a:lnTo>
                    <a:pt x="1464895" y="732"/>
                  </a:lnTo>
                  <a:lnTo>
                    <a:pt x="1410848" y="2914"/>
                  </a:lnTo>
                  <a:lnTo>
                    <a:pt x="1357320" y="6521"/>
                  </a:lnTo>
                  <a:lnTo>
                    <a:pt x="1304341" y="11528"/>
                  </a:lnTo>
                  <a:lnTo>
                    <a:pt x="1251944" y="17910"/>
                  </a:lnTo>
                  <a:lnTo>
                    <a:pt x="1200160" y="25645"/>
                  </a:lnTo>
                  <a:lnTo>
                    <a:pt x="1149023" y="34706"/>
                  </a:lnTo>
                  <a:lnTo>
                    <a:pt x="1098564" y="45070"/>
                  </a:lnTo>
                  <a:lnTo>
                    <a:pt x="1048815" y="56712"/>
                  </a:lnTo>
                  <a:lnTo>
                    <a:pt x="999808" y="69608"/>
                  </a:lnTo>
                  <a:lnTo>
                    <a:pt x="951575" y="83733"/>
                  </a:lnTo>
                  <a:lnTo>
                    <a:pt x="904148" y="99063"/>
                  </a:lnTo>
                  <a:lnTo>
                    <a:pt x="857559" y="115574"/>
                  </a:lnTo>
                  <a:lnTo>
                    <a:pt x="811840" y="133240"/>
                  </a:lnTo>
                  <a:lnTo>
                    <a:pt x="767024" y="152039"/>
                  </a:lnTo>
                  <a:lnTo>
                    <a:pt x="723142" y="171944"/>
                  </a:lnTo>
                  <a:lnTo>
                    <a:pt x="680226" y="192932"/>
                  </a:lnTo>
                  <a:lnTo>
                    <a:pt x="638308" y="214979"/>
                  </a:lnTo>
                  <a:lnTo>
                    <a:pt x="597421" y="238059"/>
                  </a:lnTo>
                  <a:lnTo>
                    <a:pt x="557596" y="262150"/>
                  </a:lnTo>
                  <a:lnTo>
                    <a:pt x="518866" y="287225"/>
                  </a:lnTo>
                  <a:lnTo>
                    <a:pt x="481262" y="313260"/>
                  </a:lnTo>
                  <a:lnTo>
                    <a:pt x="444817" y="340232"/>
                  </a:lnTo>
                  <a:lnTo>
                    <a:pt x="409562" y="368116"/>
                  </a:lnTo>
                  <a:lnTo>
                    <a:pt x="375530" y="396888"/>
                  </a:lnTo>
                  <a:lnTo>
                    <a:pt x="342752" y="426522"/>
                  </a:lnTo>
                  <a:lnTo>
                    <a:pt x="311261" y="456994"/>
                  </a:lnTo>
                  <a:lnTo>
                    <a:pt x="281089" y="488281"/>
                  </a:lnTo>
                  <a:lnTo>
                    <a:pt x="252267" y="520358"/>
                  </a:lnTo>
                  <a:lnTo>
                    <a:pt x="224829" y="553199"/>
                  </a:lnTo>
                  <a:lnTo>
                    <a:pt x="198804" y="586782"/>
                  </a:lnTo>
                  <a:lnTo>
                    <a:pt x="174227" y="621081"/>
                  </a:lnTo>
                  <a:lnTo>
                    <a:pt x="151129" y="656072"/>
                  </a:lnTo>
                  <a:lnTo>
                    <a:pt x="129541" y="691731"/>
                  </a:lnTo>
                  <a:lnTo>
                    <a:pt x="109496" y="728032"/>
                  </a:lnTo>
                  <a:lnTo>
                    <a:pt x="91027" y="764953"/>
                  </a:lnTo>
                  <a:lnTo>
                    <a:pt x="74164" y="802467"/>
                  </a:lnTo>
                  <a:lnTo>
                    <a:pt x="58940" y="840552"/>
                  </a:lnTo>
                  <a:lnTo>
                    <a:pt x="45388" y="879182"/>
                  </a:lnTo>
                  <a:lnTo>
                    <a:pt x="33538" y="918333"/>
                  </a:lnTo>
                  <a:lnTo>
                    <a:pt x="23424" y="957980"/>
                  </a:lnTo>
                  <a:lnTo>
                    <a:pt x="15076" y="998100"/>
                  </a:lnTo>
                  <a:lnTo>
                    <a:pt x="8528" y="1038667"/>
                  </a:lnTo>
                  <a:lnTo>
                    <a:pt x="3811" y="1079658"/>
                  </a:lnTo>
                  <a:lnTo>
                    <a:pt x="958" y="1121047"/>
                  </a:lnTo>
                  <a:lnTo>
                    <a:pt x="0" y="1162811"/>
                  </a:lnTo>
                  <a:lnTo>
                    <a:pt x="958" y="1204478"/>
                  </a:lnTo>
                  <a:lnTo>
                    <a:pt x="3811" y="1245775"/>
                  </a:lnTo>
                  <a:lnTo>
                    <a:pt x="8528" y="1286677"/>
                  </a:lnTo>
                  <a:lnTo>
                    <a:pt x="15076" y="1327159"/>
                  </a:lnTo>
                  <a:lnTo>
                    <a:pt x="23424" y="1367198"/>
                  </a:lnTo>
                  <a:lnTo>
                    <a:pt x="33538" y="1406768"/>
                  </a:lnTo>
                  <a:lnTo>
                    <a:pt x="45388" y="1445846"/>
                  </a:lnTo>
                  <a:lnTo>
                    <a:pt x="58940" y="1484406"/>
                  </a:lnTo>
                  <a:lnTo>
                    <a:pt x="74164" y="1522425"/>
                  </a:lnTo>
                  <a:lnTo>
                    <a:pt x="91027" y="1559877"/>
                  </a:lnTo>
                  <a:lnTo>
                    <a:pt x="109496" y="1596738"/>
                  </a:lnTo>
                  <a:lnTo>
                    <a:pt x="129541" y="1632984"/>
                  </a:lnTo>
                  <a:lnTo>
                    <a:pt x="151129" y="1668590"/>
                  </a:lnTo>
                  <a:lnTo>
                    <a:pt x="174227" y="1703531"/>
                  </a:lnTo>
                  <a:lnTo>
                    <a:pt x="198804" y="1737783"/>
                  </a:lnTo>
                  <a:lnTo>
                    <a:pt x="224829" y="1771322"/>
                  </a:lnTo>
                  <a:lnTo>
                    <a:pt x="252267" y="1804123"/>
                  </a:lnTo>
                  <a:lnTo>
                    <a:pt x="281089" y="1836161"/>
                  </a:lnTo>
                  <a:lnTo>
                    <a:pt x="311261" y="1867413"/>
                  </a:lnTo>
                  <a:lnTo>
                    <a:pt x="342752" y="1897852"/>
                  </a:lnTo>
                  <a:lnTo>
                    <a:pt x="375530" y="1927456"/>
                  </a:lnTo>
                  <a:lnTo>
                    <a:pt x="409562" y="1956199"/>
                  </a:lnTo>
                  <a:lnTo>
                    <a:pt x="444817" y="1984057"/>
                  </a:lnTo>
                  <a:lnTo>
                    <a:pt x="481262" y="2011005"/>
                  </a:lnTo>
                  <a:lnTo>
                    <a:pt x="518866" y="2037019"/>
                  </a:lnTo>
                  <a:lnTo>
                    <a:pt x="557596" y="2062075"/>
                  </a:lnTo>
                  <a:lnTo>
                    <a:pt x="597421" y="2086147"/>
                  </a:lnTo>
                  <a:lnTo>
                    <a:pt x="638308" y="2109211"/>
                  </a:lnTo>
                  <a:lnTo>
                    <a:pt x="680226" y="2131244"/>
                  </a:lnTo>
                  <a:lnTo>
                    <a:pt x="723142" y="2152219"/>
                  </a:lnTo>
                  <a:lnTo>
                    <a:pt x="767024" y="2172113"/>
                  </a:lnTo>
                  <a:lnTo>
                    <a:pt x="811840" y="2190902"/>
                  </a:lnTo>
                  <a:lnTo>
                    <a:pt x="857559" y="2208560"/>
                  </a:lnTo>
                  <a:lnTo>
                    <a:pt x="904148" y="2225063"/>
                  </a:lnTo>
                  <a:lnTo>
                    <a:pt x="951575" y="2240387"/>
                  </a:lnTo>
                  <a:lnTo>
                    <a:pt x="999808" y="2254507"/>
                  </a:lnTo>
                  <a:lnTo>
                    <a:pt x="1048815" y="2267398"/>
                  </a:lnTo>
                  <a:lnTo>
                    <a:pt x="1098564" y="2279037"/>
                  </a:lnTo>
                  <a:lnTo>
                    <a:pt x="1149023" y="2289398"/>
                  </a:lnTo>
                  <a:lnTo>
                    <a:pt x="1200160" y="2298458"/>
                  </a:lnTo>
                  <a:lnTo>
                    <a:pt x="1251944" y="2306190"/>
                  </a:lnTo>
                  <a:lnTo>
                    <a:pt x="1304341" y="2312572"/>
                  </a:lnTo>
                  <a:lnTo>
                    <a:pt x="1357320" y="2317579"/>
                  </a:lnTo>
                  <a:lnTo>
                    <a:pt x="1410848" y="2321185"/>
                  </a:lnTo>
                  <a:lnTo>
                    <a:pt x="1464895" y="2323367"/>
                  </a:lnTo>
                  <a:lnTo>
                    <a:pt x="1519427" y="23240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0565" y="3607308"/>
              <a:ext cx="1519555" cy="2324100"/>
            </a:xfrm>
            <a:custGeom>
              <a:avLst/>
              <a:gdLst/>
              <a:ahLst/>
              <a:cxnLst/>
              <a:rect l="l" t="t" r="r" b="b"/>
              <a:pathLst>
                <a:path w="1519555" h="2324100">
                  <a:moveTo>
                    <a:pt x="1519427" y="2324099"/>
                  </a:moveTo>
                  <a:lnTo>
                    <a:pt x="1464895" y="2323367"/>
                  </a:lnTo>
                  <a:lnTo>
                    <a:pt x="1410848" y="2321185"/>
                  </a:lnTo>
                  <a:lnTo>
                    <a:pt x="1357320" y="2317579"/>
                  </a:lnTo>
                  <a:lnTo>
                    <a:pt x="1304341" y="2312572"/>
                  </a:lnTo>
                  <a:lnTo>
                    <a:pt x="1251944" y="2306190"/>
                  </a:lnTo>
                  <a:lnTo>
                    <a:pt x="1200160" y="2298458"/>
                  </a:lnTo>
                  <a:lnTo>
                    <a:pt x="1149023" y="2289398"/>
                  </a:lnTo>
                  <a:lnTo>
                    <a:pt x="1098564" y="2279037"/>
                  </a:lnTo>
                  <a:lnTo>
                    <a:pt x="1048815" y="2267398"/>
                  </a:lnTo>
                  <a:lnTo>
                    <a:pt x="999808" y="2254507"/>
                  </a:lnTo>
                  <a:lnTo>
                    <a:pt x="951575" y="2240387"/>
                  </a:lnTo>
                  <a:lnTo>
                    <a:pt x="904148" y="2225063"/>
                  </a:lnTo>
                  <a:lnTo>
                    <a:pt x="857559" y="2208560"/>
                  </a:lnTo>
                  <a:lnTo>
                    <a:pt x="811840" y="2190902"/>
                  </a:lnTo>
                  <a:lnTo>
                    <a:pt x="767024" y="2172113"/>
                  </a:lnTo>
                  <a:lnTo>
                    <a:pt x="723142" y="2152219"/>
                  </a:lnTo>
                  <a:lnTo>
                    <a:pt x="680226" y="2131244"/>
                  </a:lnTo>
                  <a:lnTo>
                    <a:pt x="638308" y="2109211"/>
                  </a:lnTo>
                  <a:lnTo>
                    <a:pt x="597421" y="2086147"/>
                  </a:lnTo>
                  <a:lnTo>
                    <a:pt x="557596" y="2062075"/>
                  </a:lnTo>
                  <a:lnTo>
                    <a:pt x="518866" y="2037019"/>
                  </a:lnTo>
                  <a:lnTo>
                    <a:pt x="481262" y="2011005"/>
                  </a:lnTo>
                  <a:lnTo>
                    <a:pt x="444817" y="1984057"/>
                  </a:lnTo>
                  <a:lnTo>
                    <a:pt x="409562" y="1956199"/>
                  </a:lnTo>
                  <a:lnTo>
                    <a:pt x="375530" y="1927456"/>
                  </a:lnTo>
                  <a:lnTo>
                    <a:pt x="342752" y="1897852"/>
                  </a:lnTo>
                  <a:lnTo>
                    <a:pt x="311261" y="1867413"/>
                  </a:lnTo>
                  <a:lnTo>
                    <a:pt x="281089" y="1836161"/>
                  </a:lnTo>
                  <a:lnTo>
                    <a:pt x="252267" y="1804123"/>
                  </a:lnTo>
                  <a:lnTo>
                    <a:pt x="224829" y="1771322"/>
                  </a:lnTo>
                  <a:lnTo>
                    <a:pt x="198804" y="1737783"/>
                  </a:lnTo>
                  <a:lnTo>
                    <a:pt x="174227" y="1703531"/>
                  </a:lnTo>
                  <a:lnTo>
                    <a:pt x="151129" y="1668590"/>
                  </a:lnTo>
                  <a:lnTo>
                    <a:pt x="129541" y="1632984"/>
                  </a:lnTo>
                  <a:lnTo>
                    <a:pt x="109496" y="1596738"/>
                  </a:lnTo>
                  <a:lnTo>
                    <a:pt x="91027" y="1559877"/>
                  </a:lnTo>
                  <a:lnTo>
                    <a:pt x="74164" y="1522425"/>
                  </a:lnTo>
                  <a:lnTo>
                    <a:pt x="58940" y="1484406"/>
                  </a:lnTo>
                  <a:lnTo>
                    <a:pt x="45388" y="1445846"/>
                  </a:lnTo>
                  <a:lnTo>
                    <a:pt x="33538" y="1406768"/>
                  </a:lnTo>
                  <a:lnTo>
                    <a:pt x="23424" y="1367198"/>
                  </a:lnTo>
                  <a:lnTo>
                    <a:pt x="15076" y="1327159"/>
                  </a:lnTo>
                  <a:lnTo>
                    <a:pt x="8528" y="1286677"/>
                  </a:lnTo>
                  <a:lnTo>
                    <a:pt x="3811" y="1245775"/>
                  </a:lnTo>
                  <a:lnTo>
                    <a:pt x="958" y="1204478"/>
                  </a:lnTo>
                  <a:lnTo>
                    <a:pt x="0" y="1162811"/>
                  </a:lnTo>
                  <a:lnTo>
                    <a:pt x="958" y="1121047"/>
                  </a:lnTo>
                  <a:lnTo>
                    <a:pt x="3811" y="1079658"/>
                  </a:lnTo>
                  <a:lnTo>
                    <a:pt x="8528" y="1038667"/>
                  </a:lnTo>
                  <a:lnTo>
                    <a:pt x="15076" y="998100"/>
                  </a:lnTo>
                  <a:lnTo>
                    <a:pt x="23424" y="957980"/>
                  </a:lnTo>
                  <a:lnTo>
                    <a:pt x="33538" y="918333"/>
                  </a:lnTo>
                  <a:lnTo>
                    <a:pt x="45388" y="879182"/>
                  </a:lnTo>
                  <a:lnTo>
                    <a:pt x="58940" y="840552"/>
                  </a:lnTo>
                  <a:lnTo>
                    <a:pt x="74164" y="802467"/>
                  </a:lnTo>
                  <a:lnTo>
                    <a:pt x="91027" y="764953"/>
                  </a:lnTo>
                  <a:lnTo>
                    <a:pt x="109496" y="728032"/>
                  </a:lnTo>
                  <a:lnTo>
                    <a:pt x="129541" y="691731"/>
                  </a:lnTo>
                  <a:lnTo>
                    <a:pt x="151129" y="656072"/>
                  </a:lnTo>
                  <a:lnTo>
                    <a:pt x="174227" y="621081"/>
                  </a:lnTo>
                  <a:lnTo>
                    <a:pt x="198804" y="586782"/>
                  </a:lnTo>
                  <a:lnTo>
                    <a:pt x="224829" y="553199"/>
                  </a:lnTo>
                  <a:lnTo>
                    <a:pt x="252267" y="520358"/>
                  </a:lnTo>
                  <a:lnTo>
                    <a:pt x="281089" y="488281"/>
                  </a:lnTo>
                  <a:lnTo>
                    <a:pt x="311261" y="456994"/>
                  </a:lnTo>
                  <a:lnTo>
                    <a:pt x="342752" y="426522"/>
                  </a:lnTo>
                  <a:lnTo>
                    <a:pt x="375530" y="396888"/>
                  </a:lnTo>
                  <a:lnTo>
                    <a:pt x="409562" y="368116"/>
                  </a:lnTo>
                  <a:lnTo>
                    <a:pt x="444817" y="340232"/>
                  </a:lnTo>
                  <a:lnTo>
                    <a:pt x="481262" y="313260"/>
                  </a:lnTo>
                  <a:lnTo>
                    <a:pt x="518866" y="287225"/>
                  </a:lnTo>
                  <a:lnTo>
                    <a:pt x="557596" y="262150"/>
                  </a:lnTo>
                  <a:lnTo>
                    <a:pt x="597421" y="238059"/>
                  </a:lnTo>
                  <a:lnTo>
                    <a:pt x="638308" y="214979"/>
                  </a:lnTo>
                  <a:lnTo>
                    <a:pt x="680226" y="192932"/>
                  </a:lnTo>
                  <a:lnTo>
                    <a:pt x="723142" y="171944"/>
                  </a:lnTo>
                  <a:lnTo>
                    <a:pt x="767024" y="152039"/>
                  </a:lnTo>
                  <a:lnTo>
                    <a:pt x="811840" y="133240"/>
                  </a:lnTo>
                  <a:lnTo>
                    <a:pt x="857559" y="115574"/>
                  </a:lnTo>
                  <a:lnTo>
                    <a:pt x="904148" y="99063"/>
                  </a:lnTo>
                  <a:lnTo>
                    <a:pt x="951575" y="83733"/>
                  </a:lnTo>
                  <a:lnTo>
                    <a:pt x="999808" y="69608"/>
                  </a:lnTo>
                  <a:lnTo>
                    <a:pt x="1048815" y="56712"/>
                  </a:lnTo>
                  <a:lnTo>
                    <a:pt x="1098564" y="45070"/>
                  </a:lnTo>
                  <a:lnTo>
                    <a:pt x="1149023" y="34706"/>
                  </a:lnTo>
                  <a:lnTo>
                    <a:pt x="1200160" y="25645"/>
                  </a:lnTo>
                  <a:lnTo>
                    <a:pt x="1251944" y="17910"/>
                  </a:lnTo>
                  <a:lnTo>
                    <a:pt x="1304341" y="11528"/>
                  </a:lnTo>
                  <a:lnTo>
                    <a:pt x="1357320" y="6521"/>
                  </a:lnTo>
                  <a:lnTo>
                    <a:pt x="1410848" y="2914"/>
                  </a:lnTo>
                  <a:lnTo>
                    <a:pt x="1464895" y="732"/>
                  </a:lnTo>
                  <a:lnTo>
                    <a:pt x="1519427" y="0"/>
                  </a:lnTo>
                  <a:lnTo>
                    <a:pt x="1474290" y="26688"/>
                  </a:lnTo>
                  <a:lnTo>
                    <a:pt x="1430487" y="54201"/>
                  </a:lnTo>
                  <a:lnTo>
                    <a:pt x="1388024" y="82514"/>
                  </a:lnTo>
                  <a:lnTo>
                    <a:pt x="1346904" y="111600"/>
                  </a:lnTo>
                  <a:lnTo>
                    <a:pt x="1307133" y="141436"/>
                  </a:lnTo>
                  <a:lnTo>
                    <a:pt x="1268716" y="171996"/>
                  </a:lnTo>
                  <a:lnTo>
                    <a:pt x="1231655" y="203255"/>
                  </a:lnTo>
                  <a:lnTo>
                    <a:pt x="1195958" y="235188"/>
                  </a:lnTo>
                  <a:lnTo>
                    <a:pt x="1161627" y="267770"/>
                  </a:lnTo>
                  <a:lnTo>
                    <a:pt x="1128667" y="300975"/>
                  </a:lnTo>
                  <a:lnTo>
                    <a:pt x="1097084" y="334780"/>
                  </a:lnTo>
                  <a:lnTo>
                    <a:pt x="1066882" y="369158"/>
                  </a:lnTo>
                  <a:lnTo>
                    <a:pt x="1038065" y="404085"/>
                  </a:lnTo>
                  <a:lnTo>
                    <a:pt x="1010639" y="439535"/>
                  </a:lnTo>
                  <a:lnTo>
                    <a:pt x="984607" y="475484"/>
                  </a:lnTo>
                  <a:lnTo>
                    <a:pt x="959974" y="511907"/>
                  </a:lnTo>
                  <a:lnTo>
                    <a:pt x="936745" y="548777"/>
                  </a:lnTo>
                  <a:lnTo>
                    <a:pt x="914924" y="586072"/>
                  </a:lnTo>
                  <a:lnTo>
                    <a:pt x="894517" y="623764"/>
                  </a:lnTo>
                  <a:lnTo>
                    <a:pt x="875528" y="661830"/>
                  </a:lnTo>
                  <a:lnTo>
                    <a:pt x="857961" y="700244"/>
                  </a:lnTo>
                  <a:lnTo>
                    <a:pt x="841821" y="738981"/>
                  </a:lnTo>
                  <a:lnTo>
                    <a:pt x="827112" y="778016"/>
                  </a:lnTo>
                  <a:lnTo>
                    <a:pt x="813840" y="817324"/>
                  </a:lnTo>
                  <a:lnTo>
                    <a:pt x="802008" y="856880"/>
                  </a:lnTo>
                  <a:lnTo>
                    <a:pt x="791622" y="896659"/>
                  </a:lnTo>
                  <a:lnTo>
                    <a:pt x="782686" y="936636"/>
                  </a:lnTo>
                  <a:lnTo>
                    <a:pt x="775205" y="976785"/>
                  </a:lnTo>
                  <a:lnTo>
                    <a:pt x="769183" y="1017082"/>
                  </a:lnTo>
                  <a:lnTo>
                    <a:pt x="764625" y="1057502"/>
                  </a:lnTo>
                  <a:lnTo>
                    <a:pt x="761535" y="1098019"/>
                  </a:lnTo>
                  <a:lnTo>
                    <a:pt x="759919" y="1138609"/>
                  </a:lnTo>
                  <a:lnTo>
                    <a:pt x="759781" y="1179246"/>
                  </a:lnTo>
                  <a:lnTo>
                    <a:pt x="761124" y="1219906"/>
                  </a:lnTo>
                  <a:lnTo>
                    <a:pt x="763955" y="1260563"/>
                  </a:lnTo>
                  <a:lnTo>
                    <a:pt x="768278" y="1301192"/>
                  </a:lnTo>
                  <a:lnTo>
                    <a:pt x="774096" y="1341768"/>
                  </a:lnTo>
                  <a:lnTo>
                    <a:pt x="781416" y="1382267"/>
                  </a:lnTo>
                  <a:lnTo>
                    <a:pt x="790241" y="1422662"/>
                  </a:lnTo>
                  <a:lnTo>
                    <a:pt x="800576" y="1462930"/>
                  </a:lnTo>
                  <a:lnTo>
                    <a:pt x="812426" y="1503044"/>
                  </a:lnTo>
                  <a:lnTo>
                    <a:pt x="825795" y="1542980"/>
                  </a:lnTo>
                  <a:lnTo>
                    <a:pt x="840688" y="1582713"/>
                  </a:lnTo>
                  <a:lnTo>
                    <a:pt x="857109" y="1622218"/>
                  </a:lnTo>
                  <a:lnTo>
                    <a:pt x="875064" y="1661470"/>
                  </a:lnTo>
                  <a:lnTo>
                    <a:pt x="894557" y="1700443"/>
                  </a:lnTo>
                  <a:lnTo>
                    <a:pt x="915591" y="1739113"/>
                  </a:lnTo>
                  <a:lnTo>
                    <a:pt x="938173" y="1777454"/>
                  </a:lnTo>
                  <a:lnTo>
                    <a:pt x="962307" y="1815442"/>
                  </a:lnTo>
                  <a:lnTo>
                    <a:pt x="987997" y="1853051"/>
                  </a:lnTo>
                  <a:lnTo>
                    <a:pt x="1015248" y="1890256"/>
                  </a:lnTo>
                  <a:lnTo>
                    <a:pt x="1044064" y="1927033"/>
                  </a:lnTo>
                  <a:lnTo>
                    <a:pt x="1074450" y="1963355"/>
                  </a:lnTo>
                  <a:lnTo>
                    <a:pt x="1106411" y="1999199"/>
                  </a:lnTo>
                  <a:lnTo>
                    <a:pt x="1139951" y="2034539"/>
                  </a:lnTo>
                  <a:lnTo>
                    <a:pt x="1176747" y="2070660"/>
                  </a:lnTo>
                  <a:lnTo>
                    <a:pt x="1214972" y="2105852"/>
                  </a:lnTo>
                  <a:lnTo>
                    <a:pt x="1254590" y="2140091"/>
                  </a:lnTo>
                  <a:lnTo>
                    <a:pt x="1295563" y="2173351"/>
                  </a:lnTo>
                  <a:lnTo>
                    <a:pt x="1337852" y="2205608"/>
                  </a:lnTo>
                  <a:lnTo>
                    <a:pt x="1381421" y="2236836"/>
                  </a:lnTo>
                  <a:lnTo>
                    <a:pt x="1426231" y="2267011"/>
                  </a:lnTo>
                  <a:lnTo>
                    <a:pt x="1472246" y="2296107"/>
                  </a:lnTo>
                  <a:lnTo>
                    <a:pt x="1519427" y="2324099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822597" y="2451119"/>
            <a:ext cx="1530985" cy="1174115"/>
            <a:chOff x="3822597" y="2451119"/>
            <a:chExt cx="1530985" cy="1174115"/>
          </a:xfrm>
        </p:grpSpPr>
        <p:sp>
          <p:nvSpPr>
            <p:cNvPr id="15" name="object 15"/>
            <p:cNvSpPr/>
            <p:nvPr/>
          </p:nvSpPr>
          <p:spPr>
            <a:xfrm>
              <a:off x="3828165" y="2456687"/>
              <a:ext cx="1519555" cy="1163320"/>
            </a:xfrm>
            <a:custGeom>
              <a:avLst/>
              <a:gdLst/>
              <a:ahLst/>
              <a:cxnLst/>
              <a:rect l="l" t="t" r="r" b="b"/>
              <a:pathLst>
                <a:path w="1519554" h="1163320">
                  <a:moveTo>
                    <a:pt x="1519427" y="443483"/>
                  </a:moveTo>
                  <a:lnTo>
                    <a:pt x="938783" y="443483"/>
                  </a:lnTo>
                  <a:lnTo>
                    <a:pt x="760475" y="0"/>
                  </a:lnTo>
                  <a:lnTo>
                    <a:pt x="580643" y="443483"/>
                  </a:lnTo>
                  <a:lnTo>
                    <a:pt x="0" y="443483"/>
                  </a:lnTo>
                  <a:lnTo>
                    <a:pt x="469391" y="717803"/>
                  </a:lnTo>
                  <a:lnTo>
                    <a:pt x="289559" y="1162811"/>
                  </a:lnTo>
                  <a:lnTo>
                    <a:pt x="760475" y="888491"/>
                  </a:lnTo>
                  <a:lnTo>
                    <a:pt x="1229867" y="1162811"/>
                  </a:lnTo>
                  <a:lnTo>
                    <a:pt x="1050035" y="717803"/>
                  </a:lnTo>
                  <a:lnTo>
                    <a:pt x="1519427" y="443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28165" y="2456687"/>
              <a:ext cx="1519555" cy="1163320"/>
            </a:xfrm>
            <a:custGeom>
              <a:avLst/>
              <a:gdLst/>
              <a:ahLst/>
              <a:cxnLst/>
              <a:rect l="l" t="t" r="r" b="b"/>
              <a:pathLst>
                <a:path w="1519554" h="1163320">
                  <a:moveTo>
                    <a:pt x="0" y="443483"/>
                  </a:moveTo>
                  <a:lnTo>
                    <a:pt x="580643" y="443483"/>
                  </a:lnTo>
                  <a:lnTo>
                    <a:pt x="760475" y="0"/>
                  </a:lnTo>
                  <a:lnTo>
                    <a:pt x="938783" y="443483"/>
                  </a:lnTo>
                  <a:lnTo>
                    <a:pt x="1519427" y="443483"/>
                  </a:lnTo>
                  <a:lnTo>
                    <a:pt x="1050035" y="717803"/>
                  </a:lnTo>
                  <a:lnTo>
                    <a:pt x="1229867" y="1162811"/>
                  </a:lnTo>
                  <a:lnTo>
                    <a:pt x="760475" y="888491"/>
                  </a:lnTo>
                  <a:lnTo>
                    <a:pt x="289559" y="1162811"/>
                  </a:lnTo>
                  <a:lnTo>
                    <a:pt x="469391" y="717803"/>
                  </a:lnTo>
                  <a:lnTo>
                    <a:pt x="0" y="443483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361581" y="2393207"/>
            <a:ext cx="1235075" cy="1174115"/>
            <a:chOff x="6361581" y="2393207"/>
            <a:chExt cx="1235075" cy="1174115"/>
          </a:xfrm>
        </p:grpSpPr>
        <p:sp>
          <p:nvSpPr>
            <p:cNvPr id="18" name="object 18"/>
            <p:cNvSpPr/>
            <p:nvPr/>
          </p:nvSpPr>
          <p:spPr>
            <a:xfrm>
              <a:off x="6367150" y="2398776"/>
              <a:ext cx="1224280" cy="1163320"/>
            </a:xfrm>
            <a:custGeom>
              <a:avLst/>
              <a:gdLst/>
              <a:ahLst/>
              <a:cxnLst/>
              <a:rect l="l" t="t" r="r" b="b"/>
              <a:pathLst>
                <a:path w="1224279" h="1163320">
                  <a:moveTo>
                    <a:pt x="1223771" y="443483"/>
                  </a:moveTo>
                  <a:lnTo>
                    <a:pt x="755903" y="443483"/>
                  </a:lnTo>
                  <a:lnTo>
                    <a:pt x="611123" y="0"/>
                  </a:lnTo>
                  <a:lnTo>
                    <a:pt x="467867" y="443483"/>
                  </a:lnTo>
                  <a:lnTo>
                    <a:pt x="0" y="443483"/>
                  </a:lnTo>
                  <a:lnTo>
                    <a:pt x="377951" y="719327"/>
                  </a:lnTo>
                  <a:lnTo>
                    <a:pt x="233171" y="1162811"/>
                  </a:lnTo>
                  <a:lnTo>
                    <a:pt x="611123" y="888491"/>
                  </a:lnTo>
                  <a:lnTo>
                    <a:pt x="990599" y="1162811"/>
                  </a:lnTo>
                  <a:lnTo>
                    <a:pt x="845819" y="719327"/>
                  </a:lnTo>
                  <a:lnTo>
                    <a:pt x="1223771" y="443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67150" y="2398776"/>
              <a:ext cx="1224280" cy="1163320"/>
            </a:xfrm>
            <a:custGeom>
              <a:avLst/>
              <a:gdLst/>
              <a:ahLst/>
              <a:cxnLst/>
              <a:rect l="l" t="t" r="r" b="b"/>
              <a:pathLst>
                <a:path w="1224279" h="1163320">
                  <a:moveTo>
                    <a:pt x="0" y="443483"/>
                  </a:moveTo>
                  <a:lnTo>
                    <a:pt x="467867" y="443483"/>
                  </a:lnTo>
                  <a:lnTo>
                    <a:pt x="611123" y="0"/>
                  </a:lnTo>
                  <a:lnTo>
                    <a:pt x="755903" y="443483"/>
                  </a:lnTo>
                  <a:lnTo>
                    <a:pt x="1223771" y="443483"/>
                  </a:lnTo>
                  <a:lnTo>
                    <a:pt x="845819" y="719327"/>
                  </a:lnTo>
                  <a:lnTo>
                    <a:pt x="990599" y="1162811"/>
                  </a:lnTo>
                  <a:lnTo>
                    <a:pt x="611123" y="888491"/>
                  </a:lnTo>
                  <a:lnTo>
                    <a:pt x="233171" y="1162811"/>
                  </a:lnTo>
                  <a:lnTo>
                    <a:pt x="377951" y="719327"/>
                  </a:lnTo>
                  <a:lnTo>
                    <a:pt x="0" y="443483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39904" y="2501411"/>
            <a:ext cx="995680" cy="925830"/>
            <a:chOff x="539904" y="2501411"/>
            <a:chExt cx="995680" cy="925830"/>
          </a:xfrm>
        </p:grpSpPr>
        <p:sp>
          <p:nvSpPr>
            <p:cNvPr id="21" name="object 21"/>
            <p:cNvSpPr/>
            <p:nvPr/>
          </p:nvSpPr>
          <p:spPr>
            <a:xfrm>
              <a:off x="545473" y="2506979"/>
              <a:ext cx="984885" cy="914400"/>
            </a:xfrm>
            <a:custGeom>
              <a:avLst/>
              <a:gdLst/>
              <a:ahLst/>
              <a:cxnLst/>
              <a:rect l="l" t="t" r="r" b="b"/>
              <a:pathLst>
                <a:path w="984885" h="914400">
                  <a:moveTo>
                    <a:pt x="984503" y="348995"/>
                  </a:moveTo>
                  <a:lnTo>
                    <a:pt x="608075" y="348995"/>
                  </a:lnTo>
                  <a:lnTo>
                    <a:pt x="492251" y="0"/>
                  </a:lnTo>
                  <a:lnTo>
                    <a:pt x="376427" y="348995"/>
                  </a:lnTo>
                  <a:lnTo>
                    <a:pt x="0" y="348995"/>
                  </a:lnTo>
                  <a:lnTo>
                    <a:pt x="304799" y="565403"/>
                  </a:lnTo>
                  <a:lnTo>
                    <a:pt x="187451" y="914399"/>
                  </a:lnTo>
                  <a:lnTo>
                    <a:pt x="492251" y="699515"/>
                  </a:lnTo>
                  <a:lnTo>
                    <a:pt x="797051" y="914399"/>
                  </a:lnTo>
                  <a:lnTo>
                    <a:pt x="681227" y="565403"/>
                  </a:lnTo>
                  <a:lnTo>
                    <a:pt x="984503" y="34899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5473" y="2506979"/>
              <a:ext cx="984885" cy="914400"/>
            </a:xfrm>
            <a:custGeom>
              <a:avLst/>
              <a:gdLst/>
              <a:ahLst/>
              <a:cxnLst/>
              <a:rect l="l" t="t" r="r" b="b"/>
              <a:pathLst>
                <a:path w="984885" h="914400">
                  <a:moveTo>
                    <a:pt x="0" y="348995"/>
                  </a:moveTo>
                  <a:lnTo>
                    <a:pt x="376427" y="348995"/>
                  </a:lnTo>
                  <a:lnTo>
                    <a:pt x="492251" y="0"/>
                  </a:lnTo>
                  <a:lnTo>
                    <a:pt x="608075" y="348995"/>
                  </a:lnTo>
                  <a:lnTo>
                    <a:pt x="984503" y="348995"/>
                  </a:lnTo>
                  <a:lnTo>
                    <a:pt x="681227" y="565403"/>
                  </a:lnTo>
                  <a:lnTo>
                    <a:pt x="797051" y="914399"/>
                  </a:lnTo>
                  <a:lnTo>
                    <a:pt x="492251" y="699515"/>
                  </a:lnTo>
                  <a:lnTo>
                    <a:pt x="187451" y="914399"/>
                  </a:lnTo>
                  <a:lnTo>
                    <a:pt x="304799" y="565403"/>
                  </a:lnTo>
                  <a:lnTo>
                    <a:pt x="0" y="348995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926472" y="2661431"/>
            <a:ext cx="1314450" cy="1261110"/>
            <a:chOff x="8926472" y="2661431"/>
            <a:chExt cx="1314450" cy="1261110"/>
          </a:xfrm>
        </p:grpSpPr>
        <p:sp>
          <p:nvSpPr>
            <p:cNvPr id="24" name="object 24"/>
            <p:cNvSpPr/>
            <p:nvPr/>
          </p:nvSpPr>
          <p:spPr>
            <a:xfrm>
              <a:off x="8932041" y="2666999"/>
              <a:ext cx="1303020" cy="1249680"/>
            </a:xfrm>
            <a:custGeom>
              <a:avLst/>
              <a:gdLst/>
              <a:ahLst/>
              <a:cxnLst/>
              <a:rect l="l" t="t" r="r" b="b"/>
              <a:pathLst>
                <a:path w="1303020" h="1249679">
                  <a:moveTo>
                    <a:pt x="1303019" y="477011"/>
                  </a:moveTo>
                  <a:lnTo>
                    <a:pt x="804671" y="477011"/>
                  </a:lnTo>
                  <a:lnTo>
                    <a:pt x="650747" y="0"/>
                  </a:lnTo>
                  <a:lnTo>
                    <a:pt x="496823" y="477011"/>
                  </a:lnTo>
                  <a:lnTo>
                    <a:pt x="0" y="477011"/>
                  </a:lnTo>
                  <a:lnTo>
                    <a:pt x="402335" y="772667"/>
                  </a:lnTo>
                  <a:lnTo>
                    <a:pt x="248411" y="1249679"/>
                  </a:lnTo>
                  <a:lnTo>
                    <a:pt x="650747" y="954023"/>
                  </a:lnTo>
                  <a:lnTo>
                    <a:pt x="1053083" y="1249679"/>
                  </a:lnTo>
                  <a:lnTo>
                    <a:pt x="899159" y="772667"/>
                  </a:lnTo>
                  <a:lnTo>
                    <a:pt x="1303019" y="47701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32041" y="2666999"/>
              <a:ext cx="1303020" cy="1249680"/>
            </a:xfrm>
            <a:custGeom>
              <a:avLst/>
              <a:gdLst/>
              <a:ahLst/>
              <a:cxnLst/>
              <a:rect l="l" t="t" r="r" b="b"/>
              <a:pathLst>
                <a:path w="1303020" h="1249679">
                  <a:moveTo>
                    <a:pt x="0" y="477011"/>
                  </a:moveTo>
                  <a:lnTo>
                    <a:pt x="496823" y="477011"/>
                  </a:lnTo>
                  <a:lnTo>
                    <a:pt x="650747" y="0"/>
                  </a:lnTo>
                  <a:lnTo>
                    <a:pt x="804671" y="477011"/>
                  </a:lnTo>
                  <a:lnTo>
                    <a:pt x="1303019" y="477011"/>
                  </a:lnTo>
                  <a:lnTo>
                    <a:pt x="899159" y="772667"/>
                  </a:lnTo>
                  <a:lnTo>
                    <a:pt x="1053083" y="1249679"/>
                  </a:lnTo>
                  <a:lnTo>
                    <a:pt x="650747" y="954023"/>
                  </a:lnTo>
                  <a:lnTo>
                    <a:pt x="248411" y="1249679"/>
                  </a:lnTo>
                  <a:lnTo>
                    <a:pt x="402335" y="772667"/>
                  </a:lnTo>
                  <a:lnTo>
                    <a:pt x="0" y="477011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98984" y="1242587"/>
            <a:ext cx="1463675" cy="812800"/>
            <a:chOff x="798984" y="1242587"/>
            <a:chExt cx="1463675" cy="812800"/>
          </a:xfrm>
        </p:grpSpPr>
        <p:sp>
          <p:nvSpPr>
            <p:cNvPr id="27" name="object 27"/>
            <p:cNvSpPr/>
            <p:nvPr/>
          </p:nvSpPr>
          <p:spPr>
            <a:xfrm>
              <a:off x="804553" y="1248155"/>
              <a:ext cx="1452880" cy="802005"/>
            </a:xfrm>
            <a:custGeom>
              <a:avLst/>
              <a:gdLst/>
              <a:ahLst/>
              <a:cxnLst/>
              <a:rect l="l" t="t" r="r" b="b"/>
              <a:pathLst>
                <a:path w="1452880" h="802005">
                  <a:moveTo>
                    <a:pt x="1452371" y="667511"/>
                  </a:moveTo>
                  <a:lnTo>
                    <a:pt x="1452371" y="134111"/>
                  </a:lnTo>
                  <a:lnTo>
                    <a:pt x="1445605" y="91488"/>
                  </a:lnTo>
                  <a:lnTo>
                    <a:pt x="1426768" y="54644"/>
                  </a:lnTo>
                  <a:lnTo>
                    <a:pt x="1398056" y="25700"/>
                  </a:lnTo>
                  <a:lnTo>
                    <a:pt x="1361663" y="6778"/>
                  </a:lnTo>
                  <a:lnTo>
                    <a:pt x="1319783" y="0"/>
                  </a:lnTo>
                  <a:lnTo>
                    <a:pt x="132587" y="0"/>
                  </a:lnTo>
                  <a:lnTo>
                    <a:pt x="90708" y="6778"/>
                  </a:lnTo>
                  <a:lnTo>
                    <a:pt x="54315" y="25700"/>
                  </a:lnTo>
                  <a:lnTo>
                    <a:pt x="25603" y="54644"/>
                  </a:lnTo>
                  <a:lnTo>
                    <a:pt x="6766" y="91488"/>
                  </a:lnTo>
                  <a:lnTo>
                    <a:pt x="0" y="134111"/>
                  </a:lnTo>
                  <a:lnTo>
                    <a:pt x="0" y="667511"/>
                  </a:lnTo>
                  <a:lnTo>
                    <a:pt x="6766" y="710135"/>
                  </a:lnTo>
                  <a:lnTo>
                    <a:pt x="25603" y="746979"/>
                  </a:lnTo>
                  <a:lnTo>
                    <a:pt x="54315" y="775923"/>
                  </a:lnTo>
                  <a:lnTo>
                    <a:pt x="90708" y="794845"/>
                  </a:lnTo>
                  <a:lnTo>
                    <a:pt x="132587" y="801623"/>
                  </a:lnTo>
                  <a:lnTo>
                    <a:pt x="1319783" y="801623"/>
                  </a:lnTo>
                  <a:lnTo>
                    <a:pt x="1361663" y="794845"/>
                  </a:lnTo>
                  <a:lnTo>
                    <a:pt x="1398056" y="775923"/>
                  </a:lnTo>
                  <a:lnTo>
                    <a:pt x="1426768" y="746979"/>
                  </a:lnTo>
                  <a:lnTo>
                    <a:pt x="1445605" y="710135"/>
                  </a:lnTo>
                  <a:lnTo>
                    <a:pt x="1452371" y="667511"/>
                  </a:lnTo>
                  <a:close/>
                </a:path>
              </a:pathLst>
            </a:custGeom>
            <a:solidFill>
              <a:srgbClr val="43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4553" y="1248155"/>
              <a:ext cx="1452880" cy="802005"/>
            </a:xfrm>
            <a:custGeom>
              <a:avLst/>
              <a:gdLst/>
              <a:ahLst/>
              <a:cxnLst/>
              <a:rect l="l" t="t" r="r" b="b"/>
              <a:pathLst>
                <a:path w="1452880" h="802005">
                  <a:moveTo>
                    <a:pt x="0" y="134111"/>
                  </a:moveTo>
                  <a:lnTo>
                    <a:pt x="6766" y="91488"/>
                  </a:lnTo>
                  <a:lnTo>
                    <a:pt x="25603" y="54644"/>
                  </a:lnTo>
                  <a:lnTo>
                    <a:pt x="54315" y="25700"/>
                  </a:lnTo>
                  <a:lnTo>
                    <a:pt x="90708" y="6778"/>
                  </a:lnTo>
                  <a:lnTo>
                    <a:pt x="132587" y="0"/>
                  </a:lnTo>
                  <a:lnTo>
                    <a:pt x="1319783" y="0"/>
                  </a:lnTo>
                  <a:lnTo>
                    <a:pt x="1361663" y="6778"/>
                  </a:lnTo>
                  <a:lnTo>
                    <a:pt x="1398056" y="25700"/>
                  </a:lnTo>
                  <a:lnTo>
                    <a:pt x="1426768" y="54644"/>
                  </a:lnTo>
                  <a:lnTo>
                    <a:pt x="1445605" y="91488"/>
                  </a:lnTo>
                  <a:lnTo>
                    <a:pt x="1452371" y="134111"/>
                  </a:lnTo>
                  <a:lnTo>
                    <a:pt x="1452371" y="667511"/>
                  </a:lnTo>
                  <a:lnTo>
                    <a:pt x="1445605" y="710135"/>
                  </a:lnTo>
                  <a:lnTo>
                    <a:pt x="1426768" y="746979"/>
                  </a:lnTo>
                  <a:lnTo>
                    <a:pt x="1398056" y="775923"/>
                  </a:lnTo>
                  <a:lnTo>
                    <a:pt x="1361663" y="794845"/>
                  </a:lnTo>
                  <a:lnTo>
                    <a:pt x="1319783" y="801623"/>
                  </a:lnTo>
                  <a:lnTo>
                    <a:pt x="132587" y="801623"/>
                  </a:lnTo>
                  <a:lnTo>
                    <a:pt x="90708" y="794845"/>
                  </a:lnTo>
                  <a:lnTo>
                    <a:pt x="54315" y="775923"/>
                  </a:lnTo>
                  <a:lnTo>
                    <a:pt x="25603" y="746979"/>
                  </a:lnTo>
                  <a:lnTo>
                    <a:pt x="6766" y="710135"/>
                  </a:lnTo>
                  <a:lnTo>
                    <a:pt x="0" y="667511"/>
                  </a:lnTo>
                  <a:lnTo>
                    <a:pt x="0" y="134111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16617" y="1554480"/>
              <a:ext cx="445134" cy="200025"/>
            </a:xfrm>
            <a:custGeom>
              <a:avLst/>
              <a:gdLst/>
              <a:ahLst/>
              <a:cxnLst/>
              <a:rect l="l" t="t" r="r" b="b"/>
              <a:pathLst>
                <a:path w="445135" h="200025">
                  <a:moveTo>
                    <a:pt x="265176" y="196596"/>
                  </a:moveTo>
                  <a:lnTo>
                    <a:pt x="265176" y="187452"/>
                  </a:lnTo>
                  <a:lnTo>
                    <a:pt x="263652" y="188976"/>
                  </a:lnTo>
                  <a:lnTo>
                    <a:pt x="263652" y="195072"/>
                  </a:lnTo>
                  <a:lnTo>
                    <a:pt x="265176" y="196596"/>
                  </a:lnTo>
                  <a:close/>
                </a:path>
                <a:path w="445135" h="200025">
                  <a:moveTo>
                    <a:pt x="445008" y="196596"/>
                  </a:moveTo>
                  <a:lnTo>
                    <a:pt x="445008" y="190500"/>
                  </a:lnTo>
                  <a:lnTo>
                    <a:pt x="443484" y="187452"/>
                  </a:lnTo>
                  <a:lnTo>
                    <a:pt x="441960" y="182880"/>
                  </a:lnTo>
                  <a:lnTo>
                    <a:pt x="381000" y="9144"/>
                  </a:lnTo>
                  <a:lnTo>
                    <a:pt x="381000" y="4572"/>
                  </a:lnTo>
                  <a:lnTo>
                    <a:pt x="379476" y="4572"/>
                  </a:lnTo>
                  <a:lnTo>
                    <a:pt x="376428" y="1524"/>
                  </a:lnTo>
                  <a:lnTo>
                    <a:pt x="373380" y="1524"/>
                  </a:lnTo>
                  <a:lnTo>
                    <a:pt x="370332" y="0"/>
                  </a:lnTo>
                  <a:lnTo>
                    <a:pt x="336804" y="0"/>
                  </a:lnTo>
                  <a:lnTo>
                    <a:pt x="333756" y="1524"/>
                  </a:lnTo>
                  <a:lnTo>
                    <a:pt x="330708" y="1524"/>
                  </a:lnTo>
                  <a:lnTo>
                    <a:pt x="329184" y="3048"/>
                  </a:lnTo>
                  <a:lnTo>
                    <a:pt x="329184" y="4572"/>
                  </a:lnTo>
                  <a:lnTo>
                    <a:pt x="327660" y="4572"/>
                  </a:lnTo>
                  <a:lnTo>
                    <a:pt x="327660" y="6096"/>
                  </a:lnTo>
                  <a:lnTo>
                    <a:pt x="326136" y="7620"/>
                  </a:lnTo>
                  <a:lnTo>
                    <a:pt x="265176" y="182880"/>
                  </a:lnTo>
                  <a:lnTo>
                    <a:pt x="265176" y="198120"/>
                  </a:lnTo>
                  <a:lnTo>
                    <a:pt x="269748" y="198120"/>
                  </a:lnTo>
                  <a:lnTo>
                    <a:pt x="272796" y="199644"/>
                  </a:lnTo>
                  <a:lnTo>
                    <a:pt x="291084" y="199644"/>
                  </a:lnTo>
                  <a:lnTo>
                    <a:pt x="294132" y="198120"/>
                  </a:lnTo>
                  <a:lnTo>
                    <a:pt x="297180" y="198120"/>
                  </a:lnTo>
                  <a:lnTo>
                    <a:pt x="298704" y="196596"/>
                  </a:lnTo>
                  <a:lnTo>
                    <a:pt x="300228" y="196596"/>
                  </a:lnTo>
                  <a:lnTo>
                    <a:pt x="300228" y="195072"/>
                  </a:lnTo>
                  <a:lnTo>
                    <a:pt x="301752" y="195072"/>
                  </a:lnTo>
                  <a:lnTo>
                    <a:pt x="301752" y="193548"/>
                  </a:lnTo>
                  <a:lnTo>
                    <a:pt x="303276" y="192024"/>
                  </a:lnTo>
                  <a:lnTo>
                    <a:pt x="315468" y="153924"/>
                  </a:lnTo>
                  <a:lnTo>
                    <a:pt x="324612" y="153924"/>
                  </a:lnTo>
                  <a:lnTo>
                    <a:pt x="324612" y="121920"/>
                  </a:lnTo>
                  <a:lnTo>
                    <a:pt x="352044" y="38100"/>
                  </a:lnTo>
                  <a:lnTo>
                    <a:pt x="379476" y="121920"/>
                  </a:lnTo>
                  <a:lnTo>
                    <a:pt x="379476" y="153924"/>
                  </a:lnTo>
                  <a:lnTo>
                    <a:pt x="388620" y="153924"/>
                  </a:lnTo>
                  <a:lnTo>
                    <a:pt x="402336" y="193548"/>
                  </a:lnTo>
                  <a:lnTo>
                    <a:pt x="402336" y="195072"/>
                  </a:lnTo>
                  <a:lnTo>
                    <a:pt x="403860" y="195072"/>
                  </a:lnTo>
                  <a:lnTo>
                    <a:pt x="403860" y="196596"/>
                  </a:lnTo>
                  <a:lnTo>
                    <a:pt x="405384" y="196596"/>
                  </a:lnTo>
                  <a:lnTo>
                    <a:pt x="405384" y="198120"/>
                  </a:lnTo>
                  <a:lnTo>
                    <a:pt x="408432" y="198120"/>
                  </a:lnTo>
                  <a:lnTo>
                    <a:pt x="411480" y="199644"/>
                  </a:lnTo>
                  <a:lnTo>
                    <a:pt x="437388" y="199644"/>
                  </a:lnTo>
                  <a:lnTo>
                    <a:pt x="440436" y="198120"/>
                  </a:lnTo>
                  <a:lnTo>
                    <a:pt x="441960" y="198120"/>
                  </a:lnTo>
                  <a:lnTo>
                    <a:pt x="443484" y="196596"/>
                  </a:lnTo>
                  <a:lnTo>
                    <a:pt x="445008" y="196596"/>
                  </a:lnTo>
                  <a:close/>
                </a:path>
                <a:path w="445135" h="200025">
                  <a:moveTo>
                    <a:pt x="379476" y="153924"/>
                  </a:moveTo>
                  <a:lnTo>
                    <a:pt x="379476" y="121920"/>
                  </a:lnTo>
                  <a:lnTo>
                    <a:pt x="324612" y="121920"/>
                  </a:lnTo>
                  <a:lnTo>
                    <a:pt x="324612" y="153924"/>
                  </a:lnTo>
                  <a:lnTo>
                    <a:pt x="379476" y="153924"/>
                  </a:lnTo>
                  <a:close/>
                </a:path>
                <a:path w="445135" h="200025">
                  <a:moveTo>
                    <a:pt x="164592" y="97536"/>
                  </a:moveTo>
                  <a:lnTo>
                    <a:pt x="158496" y="54864"/>
                  </a:lnTo>
                  <a:lnTo>
                    <a:pt x="138684" y="25908"/>
                  </a:lnTo>
                  <a:lnTo>
                    <a:pt x="132421" y="19621"/>
                  </a:lnTo>
                  <a:lnTo>
                    <a:pt x="87630" y="2857"/>
                  </a:lnTo>
                  <a:lnTo>
                    <a:pt x="62484" y="1524"/>
                  </a:lnTo>
                  <a:lnTo>
                    <a:pt x="6096" y="1524"/>
                  </a:lnTo>
                  <a:lnTo>
                    <a:pt x="4572" y="4572"/>
                  </a:lnTo>
                  <a:lnTo>
                    <a:pt x="1524" y="6096"/>
                  </a:lnTo>
                  <a:lnTo>
                    <a:pt x="0" y="9144"/>
                  </a:lnTo>
                  <a:lnTo>
                    <a:pt x="0" y="190500"/>
                  </a:lnTo>
                  <a:lnTo>
                    <a:pt x="1524" y="193548"/>
                  </a:lnTo>
                  <a:lnTo>
                    <a:pt x="4572" y="195072"/>
                  </a:lnTo>
                  <a:lnTo>
                    <a:pt x="6096" y="198120"/>
                  </a:lnTo>
                  <a:lnTo>
                    <a:pt x="41148" y="198120"/>
                  </a:lnTo>
                  <a:lnTo>
                    <a:pt x="41148" y="32004"/>
                  </a:lnTo>
                  <a:lnTo>
                    <a:pt x="62484" y="32058"/>
                  </a:lnTo>
                  <a:lnTo>
                    <a:pt x="69556" y="32313"/>
                  </a:lnTo>
                  <a:lnTo>
                    <a:pt x="77152" y="33337"/>
                  </a:lnTo>
                  <a:lnTo>
                    <a:pt x="83891" y="35218"/>
                  </a:lnTo>
                  <a:lnTo>
                    <a:pt x="89916" y="38100"/>
                  </a:lnTo>
                  <a:lnTo>
                    <a:pt x="97536" y="41148"/>
                  </a:lnTo>
                  <a:lnTo>
                    <a:pt x="120396" y="71628"/>
                  </a:lnTo>
                  <a:lnTo>
                    <a:pt x="123444" y="97536"/>
                  </a:lnTo>
                  <a:lnTo>
                    <a:pt x="123444" y="184661"/>
                  </a:lnTo>
                  <a:lnTo>
                    <a:pt x="130016" y="180665"/>
                  </a:lnTo>
                  <a:lnTo>
                    <a:pt x="156972" y="143256"/>
                  </a:lnTo>
                  <a:lnTo>
                    <a:pt x="164044" y="110037"/>
                  </a:lnTo>
                  <a:lnTo>
                    <a:pt x="164592" y="97536"/>
                  </a:lnTo>
                  <a:close/>
                </a:path>
                <a:path w="445135" h="200025">
                  <a:moveTo>
                    <a:pt x="123444" y="184661"/>
                  </a:moveTo>
                  <a:lnTo>
                    <a:pt x="123444" y="97536"/>
                  </a:lnTo>
                  <a:lnTo>
                    <a:pt x="123158" y="106156"/>
                  </a:lnTo>
                  <a:lnTo>
                    <a:pt x="122301" y="113919"/>
                  </a:lnTo>
                  <a:lnTo>
                    <a:pt x="120872" y="121110"/>
                  </a:lnTo>
                  <a:lnTo>
                    <a:pt x="118872" y="128016"/>
                  </a:lnTo>
                  <a:lnTo>
                    <a:pt x="117348" y="137160"/>
                  </a:lnTo>
                  <a:lnTo>
                    <a:pt x="88392" y="163068"/>
                  </a:lnTo>
                  <a:lnTo>
                    <a:pt x="41148" y="166116"/>
                  </a:lnTo>
                  <a:lnTo>
                    <a:pt x="41148" y="198120"/>
                  </a:lnTo>
                  <a:lnTo>
                    <a:pt x="84010" y="196786"/>
                  </a:lnTo>
                  <a:lnTo>
                    <a:pt x="122301" y="185356"/>
                  </a:lnTo>
                  <a:lnTo>
                    <a:pt x="123444" y="184661"/>
                  </a:lnTo>
                  <a:close/>
                </a:path>
                <a:path w="445135" h="200025">
                  <a:moveTo>
                    <a:pt x="198120" y="195072"/>
                  </a:moveTo>
                  <a:lnTo>
                    <a:pt x="198120" y="4572"/>
                  </a:lnTo>
                  <a:lnTo>
                    <a:pt x="196596" y="6096"/>
                  </a:lnTo>
                  <a:lnTo>
                    <a:pt x="196596" y="193548"/>
                  </a:lnTo>
                  <a:lnTo>
                    <a:pt x="198120" y="195072"/>
                  </a:lnTo>
                  <a:close/>
                </a:path>
                <a:path w="445135" h="200025">
                  <a:moveTo>
                    <a:pt x="237744" y="195072"/>
                  </a:moveTo>
                  <a:lnTo>
                    <a:pt x="237744" y="4572"/>
                  </a:lnTo>
                  <a:lnTo>
                    <a:pt x="236220" y="3048"/>
                  </a:lnTo>
                  <a:lnTo>
                    <a:pt x="234696" y="3048"/>
                  </a:lnTo>
                  <a:lnTo>
                    <a:pt x="233172" y="1524"/>
                  </a:lnTo>
                  <a:lnTo>
                    <a:pt x="230124" y="1524"/>
                  </a:lnTo>
                  <a:lnTo>
                    <a:pt x="227076" y="0"/>
                  </a:lnTo>
                  <a:lnTo>
                    <a:pt x="207264" y="0"/>
                  </a:lnTo>
                  <a:lnTo>
                    <a:pt x="205740" y="1524"/>
                  </a:lnTo>
                  <a:lnTo>
                    <a:pt x="201168" y="1524"/>
                  </a:lnTo>
                  <a:lnTo>
                    <a:pt x="199644" y="3048"/>
                  </a:lnTo>
                  <a:lnTo>
                    <a:pt x="198120" y="3048"/>
                  </a:lnTo>
                  <a:lnTo>
                    <a:pt x="198120" y="196596"/>
                  </a:lnTo>
                  <a:lnTo>
                    <a:pt x="199644" y="196596"/>
                  </a:lnTo>
                  <a:lnTo>
                    <a:pt x="201168" y="198120"/>
                  </a:lnTo>
                  <a:lnTo>
                    <a:pt x="207264" y="198120"/>
                  </a:lnTo>
                  <a:lnTo>
                    <a:pt x="210312" y="199644"/>
                  </a:lnTo>
                  <a:lnTo>
                    <a:pt x="224028" y="199644"/>
                  </a:lnTo>
                  <a:lnTo>
                    <a:pt x="227076" y="198120"/>
                  </a:lnTo>
                  <a:lnTo>
                    <a:pt x="233172" y="198120"/>
                  </a:lnTo>
                  <a:lnTo>
                    <a:pt x="234696" y="196596"/>
                  </a:lnTo>
                  <a:lnTo>
                    <a:pt x="236220" y="196596"/>
                  </a:lnTo>
                  <a:lnTo>
                    <a:pt x="236220" y="195072"/>
                  </a:lnTo>
                  <a:lnTo>
                    <a:pt x="237744" y="1950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41229" y="1592579"/>
              <a:ext cx="55244" cy="83820"/>
            </a:xfrm>
            <a:custGeom>
              <a:avLst/>
              <a:gdLst/>
              <a:ahLst/>
              <a:cxnLst/>
              <a:rect l="l" t="t" r="r" b="b"/>
              <a:pathLst>
                <a:path w="55244" h="83819">
                  <a:moveTo>
                    <a:pt x="27431" y="0"/>
                  </a:moveTo>
                  <a:lnTo>
                    <a:pt x="0" y="83819"/>
                  </a:lnTo>
                  <a:lnTo>
                    <a:pt x="54863" y="83819"/>
                  </a:lnTo>
                  <a:lnTo>
                    <a:pt x="27431" y="0"/>
                  </a:lnTo>
                  <a:close/>
                </a:path>
              </a:pathLst>
            </a:custGeom>
            <a:ln w="9143">
              <a:solidFill>
                <a:srgbClr val="5A9A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2045" y="1551431"/>
              <a:ext cx="173735" cy="2057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513213" y="1554479"/>
              <a:ext cx="248920" cy="200025"/>
            </a:xfrm>
            <a:custGeom>
              <a:avLst/>
              <a:gdLst/>
              <a:ahLst/>
              <a:cxnLst/>
              <a:rect l="l" t="t" r="r" b="b"/>
              <a:pathLst>
                <a:path w="248919" h="200025">
                  <a:moveTo>
                    <a:pt x="155447" y="0"/>
                  </a:moveTo>
                  <a:lnTo>
                    <a:pt x="161543" y="0"/>
                  </a:lnTo>
                  <a:lnTo>
                    <a:pt x="166115" y="0"/>
                  </a:lnTo>
                  <a:lnTo>
                    <a:pt x="170687" y="0"/>
                  </a:lnTo>
                  <a:lnTo>
                    <a:pt x="173735" y="0"/>
                  </a:lnTo>
                  <a:lnTo>
                    <a:pt x="176783" y="1523"/>
                  </a:lnTo>
                  <a:lnTo>
                    <a:pt x="178307" y="1523"/>
                  </a:lnTo>
                  <a:lnTo>
                    <a:pt x="179831" y="1523"/>
                  </a:lnTo>
                  <a:lnTo>
                    <a:pt x="181355" y="3047"/>
                  </a:lnTo>
                  <a:lnTo>
                    <a:pt x="182879" y="4571"/>
                  </a:lnTo>
                  <a:lnTo>
                    <a:pt x="184403" y="4571"/>
                  </a:lnTo>
                  <a:lnTo>
                    <a:pt x="184403" y="6095"/>
                  </a:lnTo>
                  <a:lnTo>
                    <a:pt x="184403" y="9143"/>
                  </a:lnTo>
                  <a:lnTo>
                    <a:pt x="245363" y="182879"/>
                  </a:lnTo>
                  <a:lnTo>
                    <a:pt x="246887" y="187451"/>
                  </a:lnTo>
                  <a:lnTo>
                    <a:pt x="248411" y="190499"/>
                  </a:lnTo>
                  <a:lnTo>
                    <a:pt x="248411" y="192023"/>
                  </a:lnTo>
                  <a:lnTo>
                    <a:pt x="248411" y="193547"/>
                  </a:lnTo>
                  <a:lnTo>
                    <a:pt x="248411" y="196595"/>
                  </a:lnTo>
                  <a:lnTo>
                    <a:pt x="246887" y="196595"/>
                  </a:lnTo>
                  <a:lnTo>
                    <a:pt x="245363" y="198119"/>
                  </a:lnTo>
                  <a:lnTo>
                    <a:pt x="243839" y="198119"/>
                  </a:lnTo>
                  <a:lnTo>
                    <a:pt x="240791" y="199643"/>
                  </a:lnTo>
                  <a:lnTo>
                    <a:pt x="237743" y="199643"/>
                  </a:lnTo>
                  <a:lnTo>
                    <a:pt x="214883" y="199643"/>
                  </a:lnTo>
                  <a:lnTo>
                    <a:pt x="211835" y="198119"/>
                  </a:lnTo>
                  <a:lnTo>
                    <a:pt x="210311" y="198119"/>
                  </a:lnTo>
                  <a:lnTo>
                    <a:pt x="208787" y="198119"/>
                  </a:lnTo>
                  <a:lnTo>
                    <a:pt x="208787" y="196595"/>
                  </a:lnTo>
                  <a:lnTo>
                    <a:pt x="207263" y="196595"/>
                  </a:lnTo>
                  <a:lnTo>
                    <a:pt x="207263" y="195071"/>
                  </a:lnTo>
                  <a:lnTo>
                    <a:pt x="205739" y="195071"/>
                  </a:lnTo>
                  <a:lnTo>
                    <a:pt x="205739" y="193547"/>
                  </a:lnTo>
                  <a:lnTo>
                    <a:pt x="192023" y="153923"/>
                  </a:lnTo>
                  <a:lnTo>
                    <a:pt x="118871" y="153923"/>
                  </a:lnTo>
                  <a:lnTo>
                    <a:pt x="106679" y="192023"/>
                  </a:lnTo>
                  <a:lnTo>
                    <a:pt x="105155" y="193547"/>
                  </a:lnTo>
                  <a:lnTo>
                    <a:pt x="105155" y="195071"/>
                  </a:lnTo>
                  <a:lnTo>
                    <a:pt x="103631" y="195071"/>
                  </a:lnTo>
                  <a:lnTo>
                    <a:pt x="103631" y="196595"/>
                  </a:lnTo>
                  <a:lnTo>
                    <a:pt x="102107" y="196595"/>
                  </a:lnTo>
                  <a:lnTo>
                    <a:pt x="100583" y="198119"/>
                  </a:lnTo>
                  <a:lnTo>
                    <a:pt x="99059" y="198119"/>
                  </a:lnTo>
                  <a:lnTo>
                    <a:pt x="97535" y="198119"/>
                  </a:lnTo>
                  <a:lnTo>
                    <a:pt x="94487" y="199643"/>
                  </a:lnTo>
                  <a:lnTo>
                    <a:pt x="92963" y="199643"/>
                  </a:lnTo>
                  <a:lnTo>
                    <a:pt x="88391" y="199643"/>
                  </a:lnTo>
                  <a:lnTo>
                    <a:pt x="83819" y="199643"/>
                  </a:lnTo>
                  <a:lnTo>
                    <a:pt x="79247" y="199643"/>
                  </a:lnTo>
                  <a:lnTo>
                    <a:pt x="76199" y="199643"/>
                  </a:lnTo>
                  <a:lnTo>
                    <a:pt x="73151" y="198119"/>
                  </a:lnTo>
                  <a:lnTo>
                    <a:pt x="70103" y="198119"/>
                  </a:lnTo>
                  <a:lnTo>
                    <a:pt x="68579" y="198119"/>
                  </a:lnTo>
                  <a:lnTo>
                    <a:pt x="68579" y="196595"/>
                  </a:lnTo>
                  <a:lnTo>
                    <a:pt x="67055" y="195071"/>
                  </a:lnTo>
                  <a:lnTo>
                    <a:pt x="67055" y="193547"/>
                  </a:lnTo>
                  <a:lnTo>
                    <a:pt x="67055" y="192023"/>
                  </a:lnTo>
                  <a:lnTo>
                    <a:pt x="67055" y="188975"/>
                  </a:lnTo>
                  <a:lnTo>
                    <a:pt x="68579" y="187451"/>
                  </a:lnTo>
                  <a:lnTo>
                    <a:pt x="68579" y="182879"/>
                  </a:lnTo>
                  <a:lnTo>
                    <a:pt x="129539" y="7619"/>
                  </a:lnTo>
                  <a:lnTo>
                    <a:pt x="131063" y="6095"/>
                  </a:lnTo>
                  <a:lnTo>
                    <a:pt x="131063" y="4571"/>
                  </a:lnTo>
                  <a:lnTo>
                    <a:pt x="132587" y="4571"/>
                  </a:lnTo>
                  <a:lnTo>
                    <a:pt x="132587" y="3047"/>
                  </a:lnTo>
                  <a:lnTo>
                    <a:pt x="134111" y="1523"/>
                  </a:lnTo>
                  <a:lnTo>
                    <a:pt x="135635" y="1523"/>
                  </a:lnTo>
                  <a:lnTo>
                    <a:pt x="137159" y="1523"/>
                  </a:lnTo>
                  <a:lnTo>
                    <a:pt x="140207" y="0"/>
                  </a:lnTo>
                  <a:lnTo>
                    <a:pt x="143255" y="0"/>
                  </a:lnTo>
                  <a:lnTo>
                    <a:pt x="146303" y="0"/>
                  </a:lnTo>
                  <a:lnTo>
                    <a:pt x="150875" y="0"/>
                  </a:lnTo>
                  <a:lnTo>
                    <a:pt x="155447" y="0"/>
                  </a:lnTo>
                  <a:close/>
                </a:path>
                <a:path w="248919" h="200025">
                  <a:moveTo>
                    <a:pt x="21335" y="0"/>
                  </a:moveTo>
                  <a:lnTo>
                    <a:pt x="24383" y="0"/>
                  </a:lnTo>
                  <a:lnTo>
                    <a:pt x="27431" y="0"/>
                  </a:lnTo>
                  <a:lnTo>
                    <a:pt x="30479" y="0"/>
                  </a:lnTo>
                  <a:lnTo>
                    <a:pt x="33527" y="1523"/>
                  </a:lnTo>
                  <a:lnTo>
                    <a:pt x="35051" y="1523"/>
                  </a:lnTo>
                  <a:lnTo>
                    <a:pt x="36575" y="1523"/>
                  </a:lnTo>
                  <a:lnTo>
                    <a:pt x="38099" y="3047"/>
                  </a:lnTo>
                  <a:lnTo>
                    <a:pt x="39623" y="3047"/>
                  </a:lnTo>
                  <a:lnTo>
                    <a:pt x="41147" y="4571"/>
                  </a:lnTo>
                  <a:lnTo>
                    <a:pt x="41147" y="6095"/>
                  </a:lnTo>
                  <a:lnTo>
                    <a:pt x="41147" y="193547"/>
                  </a:lnTo>
                  <a:lnTo>
                    <a:pt x="41147" y="195071"/>
                  </a:lnTo>
                  <a:lnTo>
                    <a:pt x="39623" y="195071"/>
                  </a:lnTo>
                  <a:lnTo>
                    <a:pt x="39623" y="196595"/>
                  </a:lnTo>
                  <a:lnTo>
                    <a:pt x="38099" y="196595"/>
                  </a:lnTo>
                  <a:lnTo>
                    <a:pt x="36575" y="198119"/>
                  </a:lnTo>
                  <a:lnTo>
                    <a:pt x="35051" y="198119"/>
                  </a:lnTo>
                  <a:lnTo>
                    <a:pt x="33527" y="198119"/>
                  </a:lnTo>
                  <a:lnTo>
                    <a:pt x="30479" y="198119"/>
                  </a:lnTo>
                  <a:lnTo>
                    <a:pt x="27431" y="199643"/>
                  </a:lnTo>
                  <a:lnTo>
                    <a:pt x="24383" y="199643"/>
                  </a:lnTo>
                  <a:lnTo>
                    <a:pt x="21335" y="199643"/>
                  </a:lnTo>
                  <a:lnTo>
                    <a:pt x="16763" y="199643"/>
                  </a:lnTo>
                  <a:lnTo>
                    <a:pt x="13715" y="199643"/>
                  </a:lnTo>
                  <a:lnTo>
                    <a:pt x="10667" y="198119"/>
                  </a:lnTo>
                  <a:lnTo>
                    <a:pt x="7619" y="198119"/>
                  </a:lnTo>
                  <a:lnTo>
                    <a:pt x="6095" y="198119"/>
                  </a:lnTo>
                  <a:lnTo>
                    <a:pt x="4571" y="198119"/>
                  </a:lnTo>
                  <a:lnTo>
                    <a:pt x="3047" y="196595"/>
                  </a:lnTo>
                  <a:lnTo>
                    <a:pt x="1523" y="196595"/>
                  </a:lnTo>
                  <a:lnTo>
                    <a:pt x="1523" y="195071"/>
                  </a:lnTo>
                  <a:lnTo>
                    <a:pt x="0" y="193547"/>
                  </a:lnTo>
                  <a:lnTo>
                    <a:pt x="0" y="6095"/>
                  </a:lnTo>
                  <a:lnTo>
                    <a:pt x="1523" y="4571"/>
                  </a:lnTo>
                  <a:lnTo>
                    <a:pt x="1523" y="3047"/>
                  </a:lnTo>
                  <a:lnTo>
                    <a:pt x="3047" y="3047"/>
                  </a:lnTo>
                  <a:lnTo>
                    <a:pt x="4571" y="1523"/>
                  </a:lnTo>
                  <a:lnTo>
                    <a:pt x="6095" y="1523"/>
                  </a:lnTo>
                  <a:lnTo>
                    <a:pt x="9143" y="1523"/>
                  </a:lnTo>
                  <a:lnTo>
                    <a:pt x="10667" y="0"/>
                  </a:lnTo>
                  <a:lnTo>
                    <a:pt x="13715" y="0"/>
                  </a:lnTo>
                  <a:lnTo>
                    <a:pt x="16763" y="0"/>
                  </a:lnTo>
                  <a:lnTo>
                    <a:pt x="21335" y="0"/>
                  </a:lnTo>
                  <a:close/>
                </a:path>
              </a:pathLst>
            </a:custGeom>
            <a:ln w="9143">
              <a:solidFill>
                <a:srgbClr val="5A9A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908" y="1236491"/>
            <a:ext cx="1465030" cy="812761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2476908" y="5147075"/>
            <a:ext cx="1532255" cy="1174115"/>
            <a:chOff x="2476908" y="5147075"/>
            <a:chExt cx="1532255" cy="1174115"/>
          </a:xfrm>
        </p:grpSpPr>
        <p:sp>
          <p:nvSpPr>
            <p:cNvPr id="35" name="object 35"/>
            <p:cNvSpPr/>
            <p:nvPr/>
          </p:nvSpPr>
          <p:spPr>
            <a:xfrm>
              <a:off x="2482477" y="5152643"/>
              <a:ext cx="1521460" cy="1163320"/>
            </a:xfrm>
            <a:custGeom>
              <a:avLst/>
              <a:gdLst/>
              <a:ahLst/>
              <a:cxnLst/>
              <a:rect l="l" t="t" r="r" b="b"/>
              <a:pathLst>
                <a:path w="1521460" h="1163320">
                  <a:moveTo>
                    <a:pt x="1520948" y="445007"/>
                  </a:moveTo>
                  <a:lnTo>
                    <a:pt x="940304" y="445007"/>
                  </a:lnTo>
                  <a:lnTo>
                    <a:pt x="760472" y="0"/>
                  </a:lnTo>
                  <a:lnTo>
                    <a:pt x="580640" y="445007"/>
                  </a:lnTo>
                  <a:lnTo>
                    <a:pt x="0" y="445007"/>
                  </a:lnTo>
                  <a:lnTo>
                    <a:pt x="470915" y="719327"/>
                  </a:lnTo>
                  <a:lnTo>
                    <a:pt x="291083" y="1162811"/>
                  </a:lnTo>
                  <a:lnTo>
                    <a:pt x="760472" y="888491"/>
                  </a:lnTo>
                  <a:lnTo>
                    <a:pt x="1229864" y="1162811"/>
                  </a:lnTo>
                  <a:lnTo>
                    <a:pt x="1051556" y="719327"/>
                  </a:lnTo>
                  <a:lnTo>
                    <a:pt x="1520948" y="44500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82477" y="5152643"/>
              <a:ext cx="1521460" cy="1163320"/>
            </a:xfrm>
            <a:custGeom>
              <a:avLst/>
              <a:gdLst/>
              <a:ahLst/>
              <a:cxnLst/>
              <a:rect l="l" t="t" r="r" b="b"/>
              <a:pathLst>
                <a:path w="1521460" h="1163320">
                  <a:moveTo>
                    <a:pt x="0" y="445007"/>
                  </a:moveTo>
                  <a:lnTo>
                    <a:pt x="580640" y="445007"/>
                  </a:lnTo>
                  <a:lnTo>
                    <a:pt x="760472" y="0"/>
                  </a:lnTo>
                  <a:lnTo>
                    <a:pt x="940304" y="445007"/>
                  </a:lnTo>
                  <a:lnTo>
                    <a:pt x="1520948" y="445007"/>
                  </a:lnTo>
                  <a:lnTo>
                    <a:pt x="1051556" y="719327"/>
                  </a:lnTo>
                  <a:lnTo>
                    <a:pt x="1229864" y="1162811"/>
                  </a:lnTo>
                  <a:lnTo>
                    <a:pt x="760472" y="888491"/>
                  </a:lnTo>
                  <a:lnTo>
                    <a:pt x="291083" y="1162811"/>
                  </a:lnTo>
                  <a:lnTo>
                    <a:pt x="470915" y="719327"/>
                  </a:lnTo>
                  <a:lnTo>
                    <a:pt x="0" y="445007"/>
                  </a:lnTo>
                  <a:close/>
                </a:path>
              </a:pathLst>
            </a:custGeom>
            <a:ln w="11137">
              <a:solidFill>
                <a:srgbClr val="2F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24</Words>
  <Application>Microsoft Office PowerPoint</Application>
  <PresentationFormat>Personalizado</PresentationFormat>
  <Paragraphs>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Office Theme</vt:lpstr>
      <vt:lpstr>Ejemplo de transición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Unidad_04_-_Practica_05 animaciones</dc:title>
  <dc:creator>Ruth CG</dc:creator>
  <cp:lastModifiedBy>alumno</cp:lastModifiedBy>
  <cp:revision>1</cp:revision>
  <dcterms:created xsi:type="dcterms:W3CDTF">2023-12-19T08:57:19Z</dcterms:created>
  <dcterms:modified xsi:type="dcterms:W3CDTF">2023-12-19T08:57:58Z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2022-11-09T00:00:00Z</vt:filetime>
  </property>
  <property fmtid="{D5CDD505-2E9C-101B-9397-08002B2CF9AE}" pid="3" name="Creator">
    <vt:lpwstr>PDF24 Creator</vt:lpwstr>
  </property>
  <property fmtid="{D5CDD505-2E9C-101B-9397-08002B2CF9AE}" pid="4" name="LastSaved">
    <vt:filetime>2023-12-19T00:00:00Z</vt:filetime>
  </property>
</Properties>
</file>