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3257164-435F-54D5-A497-95BD40B03BA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55650653-2B5F-A8E5-6AFB-73407F5372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731ADA3-9F59-65BA-EE88-B38D2EED860D}"/>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027306A3-C42E-7949-4531-4374AE35115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27EE1E3-91DC-4706-4038-1D3570E25CF0}"/>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3779726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4F23D6-8C57-C0E2-5889-74C415FAAC11}"/>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B8B2323B-68DC-2006-6E18-E8CE74EFDC8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9855507-38F4-2876-17E1-E5729F02A76A}"/>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AD4AA1E2-4103-0DC8-18EC-3FD3B9A82DF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A05F410-D355-DE8F-A7EC-1F61F0BCE817}"/>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1297852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0AF2FF-E938-17A8-EC55-B3D127B92370}"/>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ADCDB642-81AE-6532-EC1E-BB52D81833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C4DE9747-AEA5-E7BC-A66C-44A9514348D3}"/>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2C22010F-9E02-C5A2-B3EC-16AA5458CD7D}"/>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AB6DB500-E919-29DB-88CF-1ADE3775ABF2}"/>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174229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CEE4EF-04D7-7082-0F97-4ACD9E84B52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AB15ABA2-70D7-C06B-2D0B-7BD5B93DFCE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99CF5F4C-86AC-DC8A-87AA-ABEFA31B862F}"/>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DC21C7D5-82DB-7715-989D-7A51A748DCE1}"/>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6" name="Marcador de pie de página 5">
            <a:extLst>
              <a:ext uri="{FF2B5EF4-FFF2-40B4-BE49-F238E27FC236}">
                <a16:creationId xmlns:a16="http://schemas.microsoft.com/office/drawing/2014/main" id="{FF5A4A28-34B8-DA3E-4BF4-8F6EEA4A431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617E46ED-81A3-CE78-5F62-A6A847B99EF5}"/>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3032144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5A9A31-1FC8-C07A-FBD8-53BEBA1B8C46}"/>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F499DD72-7636-6B25-0711-93F2D42ABD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805DE6CB-74AB-B451-C54D-96D229BC67D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3A1F6AB5-7A02-D17B-6FAD-654C191118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BBADBE58-9C7C-44C0-C7F6-C9B2B44B82B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2FDF35DA-2FFB-18BE-455C-790ABDA97180}"/>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8" name="Marcador de pie de página 7">
            <a:extLst>
              <a:ext uri="{FF2B5EF4-FFF2-40B4-BE49-F238E27FC236}">
                <a16:creationId xmlns:a16="http://schemas.microsoft.com/office/drawing/2014/main" id="{14E65914-2E62-DCA8-47CD-8CABFBBCB400}"/>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D0AE8EF5-A72A-7316-14B3-0B61E4FAF1B3}"/>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3733208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603DFB-54B3-D664-1F61-DA3AC935E233}"/>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1E2E1C40-AFA8-D040-B506-BC5F6D80A890}"/>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4" name="Marcador de pie de página 3">
            <a:extLst>
              <a:ext uri="{FF2B5EF4-FFF2-40B4-BE49-F238E27FC236}">
                <a16:creationId xmlns:a16="http://schemas.microsoft.com/office/drawing/2014/main" id="{C1C87317-26F6-2180-E14A-B0A143970C2D}"/>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F25E75D6-0EE4-8EF5-4D56-7FCC3174E9CF}"/>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4102398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B11B42D-4272-088A-5007-C65814A713BA}"/>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3" name="Marcador de pie de página 2">
            <a:extLst>
              <a:ext uri="{FF2B5EF4-FFF2-40B4-BE49-F238E27FC236}">
                <a16:creationId xmlns:a16="http://schemas.microsoft.com/office/drawing/2014/main" id="{230FE6EC-8D35-42F2-0535-16E21A1E3205}"/>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A4944045-EDA3-0D1E-D3DF-E7CDA046240B}"/>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92273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ADA339-658B-47ED-C3D8-2F193853BDC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0347799A-5C2E-C2FD-6D71-D109B0DC5B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490307C9-9F4C-869F-A1C9-D20DF5A549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5F9765C-8BC5-AC93-2D05-70B03B8962C6}"/>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6" name="Marcador de pie de página 5">
            <a:extLst>
              <a:ext uri="{FF2B5EF4-FFF2-40B4-BE49-F238E27FC236}">
                <a16:creationId xmlns:a16="http://schemas.microsoft.com/office/drawing/2014/main" id="{682C74CD-1982-D339-8EAF-928304644C03}"/>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97ECDD7-D199-4E0E-74EC-928740944C48}"/>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3685490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0FBB62-6795-D33E-A58D-0EC587FEC6B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B38A4BA7-9009-F5A1-4A26-4715F232CDD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584CD24E-004C-A76C-1DC0-8ACFF29111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439B7D6-B8BF-B86F-87E5-7C69856BAA83}"/>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6" name="Marcador de pie de página 5">
            <a:extLst>
              <a:ext uri="{FF2B5EF4-FFF2-40B4-BE49-F238E27FC236}">
                <a16:creationId xmlns:a16="http://schemas.microsoft.com/office/drawing/2014/main" id="{E40275FA-CF42-E634-C006-590F061C27A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226D73A-74F9-93F3-076E-864B2C4B5BEA}"/>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1827593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FF6118-BE8F-E4BA-75FE-E019D54E83A2}"/>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D189185B-2834-1B3D-C576-641D5E54DF35}"/>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76F90335-F8F1-3D69-30F4-3D9FEA7E2490}"/>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912D3CC3-BFE1-3C91-3F74-EEB0BC94FEF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02E87E88-8385-3C0A-E179-1BEA903ECFF6}"/>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65720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49C32BF-8DD0-19F1-79EE-D7A011D9C60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23042351-4FC9-9DF1-4D00-D3A7524C0F1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99F45E9F-469C-8C3D-5C81-18C19CD18F12}"/>
              </a:ext>
            </a:extLst>
          </p:cNvPr>
          <p:cNvSpPr>
            <a:spLocks noGrp="1"/>
          </p:cNvSpPr>
          <p:nvPr>
            <p:ph type="dt" sz="half" idx="10"/>
          </p:nvPr>
        </p:nvSpPr>
        <p:spPr/>
        <p:txBody>
          <a:body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B11C980F-14A4-3675-5364-12DB40663565}"/>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C3D0DD9-911C-F5DF-7A6C-09351FBB0A62}"/>
              </a:ext>
            </a:extLst>
          </p:cNvPr>
          <p:cNvSpPr>
            <a:spLocks noGrp="1"/>
          </p:cNvSpPr>
          <p:nvPr>
            <p:ph type="sldNum" sz="quarter" idx="12"/>
          </p:nvPr>
        </p:nvSpPr>
        <p:spPr/>
        <p:txBody>
          <a:bodyPr/>
          <a:lstStyle/>
          <a:p>
            <a:fld id="{4E55D434-A819-4486-825B-E8B96F10FFD5}" type="slidenum">
              <a:rPr lang="es-ES" smtClean="0"/>
              <a:t>‹Nº›</a:t>
            </a:fld>
            <a:endParaRPr lang="es-ES"/>
          </a:p>
        </p:txBody>
      </p:sp>
    </p:spTree>
    <p:extLst>
      <p:ext uri="{BB962C8B-B14F-4D97-AF65-F5344CB8AC3E}">
        <p14:creationId xmlns:p14="http://schemas.microsoft.com/office/powerpoint/2010/main" val="3347255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50B20F5-5A03-E46B-D694-1A19094E01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2D8E061-4B1A-9A52-D0B5-1015E332CA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A196F28-A732-E59B-C5B7-D41772AE66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750EBA-3394-4E8B-8794-67CF1A742056}" type="datetimeFigureOut">
              <a:rPr lang="es-ES" smtClean="0"/>
              <a:t>18/12/2023</a:t>
            </a:fld>
            <a:endParaRPr lang="es-ES"/>
          </a:p>
        </p:txBody>
      </p:sp>
      <p:sp>
        <p:nvSpPr>
          <p:cNvPr id="5" name="Marcador de pie de página 4">
            <a:extLst>
              <a:ext uri="{FF2B5EF4-FFF2-40B4-BE49-F238E27FC236}">
                <a16:creationId xmlns:a16="http://schemas.microsoft.com/office/drawing/2014/main" id="{07C5D2D2-1C79-2540-735D-FA01F2648B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1B7BE2DB-18A9-FA98-1139-41F5D4A2A2C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E55D434-A819-4486-825B-E8B96F10FFD5}" type="slidenum">
              <a:rPr lang="es-ES" smtClean="0"/>
              <a:t>‹Nº›</a:t>
            </a:fld>
            <a:endParaRPr lang="es-ES"/>
          </a:p>
        </p:txBody>
      </p:sp>
    </p:spTree>
    <p:extLst>
      <p:ext uri="{BB962C8B-B14F-4D97-AF65-F5344CB8AC3E}">
        <p14:creationId xmlns:p14="http://schemas.microsoft.com/office/powerpoint/2010/main" val="5670621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ECB9FB1-D140-BEB0-2D7D-023B8AB40622}"/>
              </a:ext>
            </a:extLst>
          </p:cNvPr>
          <p:cNvSpPr>
            <a:spLocks noGrp="1"/>
          </p:cNvSpPr>
          <p:nvPr>
            <p:ph type="ctrTitle"/>
          </p:nvPr>
        </p:nvSpPr>
        <p:spPr/>
        <p:txBody>
          <a:bodyPr/>
          <a:lstStyle/>
          <a:p>
            <a:r>
              <a:rPr lang="es-ES" dirty="0"/>
              <a:t>El Software</a:t>
            </a:r>
          </a:p>
        </p:txBody>
      </p:sp>
      <p:sp>
        <p:nvSpPr>
          <p:cNvPr id="3" name="Subtítulo 2">
            <a:extLst>
              <a:ext uri="{FF2B5EF4-FFF2-40B4-BE49-F238E27FC236}">
                <a16:creationId xmlns:a16="http://schemas.microsoft.com/office/drawing/2014/main" id="{B9120D98-BC50-F24A-6097-A5C5854CE475}"/>
              </a:ext>
            </a:extLst>
          </p:cNvPr>
          <p:cNvSpPr>
            <a:spLocks noGrp="1"/>
          </p:cNvSpPr>
          <p:nvPr>
            <p:ph type="subTitle" idx="1"/>
          </p:nvPr>
        </p:nvSpPr>
        <p:spPr/>
        <p:txBody>
          <a:bodyPr/>
          <a:lstStyle/>
          <a:p>
            <a:r>
              <a:rPr lang="es-ES" dirty="0"/>
              <a:t>Presentado por </a:t>
            </a:r>
          </a:p>
          <a:p>
            <a:r>
              <a:rPr lang="es-ES" dirty="0"/>
              <a:t>Sergio Carrasco Gallardo</a:t>
            </a:r>
          </a:p>
        </p:txBody>
      </p:sp>
    </p:spTree>
    <p:extLst>
      <p:ext uri="{BB962C8B-B14F-4D97-AF65-F5344CB8AC3E}">
        <p14:creationId xmlns:p14="http://schemas.microsoft.com/office/powerpoint/2010/main" val="1211178540"/>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E3C05C-9580-B394-1B78-493B41041705}"/>
              </a:ext>
            </a:extLst>
          </p:cNvPr>
          <p:cNvSpPr>
            <a:spLocks noGrp="1"/>
          </p:cNvSpPr>
          <p:nvPr>
            <p:ph type="title"/>
          </p:nvPr>
        </p:nvSpPr>
        <p:spPr/>
        <p:txBody>
          <a:bodyPr/>
          <a:lstStyle/>
          <a:p>
            <a:r>
              <a:rPr lang="es-ES" dirty="0"/>
              <a:t>Distintos tipos de software</a:t>
            </a:r>
          </a:p>
        </p:txBody>
      </p:sp>
      <p:sp>
        <p:nvSpPr>
          <p:cNvPr id="3" name="Marcador de contenido 2">
            <a:extLst>
              <a:ext uri="{FF2B5EF4-FFF2-40B4-BE49-F238E27FC236}">
                <a16:creationId xmlns:a16="http://schemas.microsoft.com/office/drawing/2014/main" id="{DB37545F-38B4-0F72-FF79-7F2E9728A338}"/>
              </a:ext>
            </a:extLst>
          </p:cNvPr>
          <p:cNvSpPr>
            <a:spLocks noGrp="1"/>
          </p:cNvSpPr>
          <p:nvPr>
            <p:ph idx="1"/>
          </p:nvPr>
        </p:nvSpPr>
        <p:spPr/>
        <p:txBody>
          <a:bodyPr/>
          <a:lstStyle/>
          <a:p>
            <a:r>
              <a:rPr lang="es-ES" dirty="0"/>
              <a:t>De aplicación</a:t>
            </a:r>
          </a:p>
          <a:p>
            <a:r>
              <a:rPr lang="es-ES" dirty="0"/>
              <a:t>De programación</a:t>
            </a:r>
          </a:p>
          <a:p>
            <a:r>
              <a:rPr lang="es-ES"/>
              <a:t>Sistema Operativos</a:t>
            </a:r>
          </a:p>
        </p:txBody>
      </p:sp>
    </p:spTree>
    <p:extLst>
      <p:ext uri="{BB962C8B-B14F-4D97-AF65-F5344CB8AC3E}">
        <p14:creationId xmlns:p14="http://schemas.microsoft.com/office/powerpoint/2010/main" val="429305080"/>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F63B8B-D22E-FAD4-C9B6-A2BFD2E5F34D}"/>
              </a:ext>
            </a:extLst>
          </p:cNvPr>
          <p:cNvSpPr>
            <a:spLocks noGrp="1"/>
          </p:cNvSpPr>
          <p:nvPr>
            <p:ph type="title"/>
          </p:nvPr>
        </p:nvSpPr>
        <p:spPr/>
        <p:txBody>
          <a:bodyPr/>
          <a:lstStyle/>
          <a:p>
            <a:r>
              <a:rPr lang="es-ES" dirty="0"/>
              <a:t>Software de aplicación	</a:t>
            </a:r>
          </a:p>
        </p:txBody>
      </p:sp>
      <p:sp>
        <p:nvSpPr>
          <p:cNvPr id="3" name="Marcador de contenido 2">
            <a:extLst>
              <a:ext uri="{FF2B5EF4-FFF2-40B4-BE49-F238E27FC236}">
                <a16:creationId xmlns:a16="http://schemas.microsoft.com/office/drawing/2014/main" id="{00420262-8300-1F69-C79E-8002A1F1299A}"/>
              </a:ext>
            </a:extLst>
          </p:cNvPr>
          <p:cNvSpPr>
            <a:spLocks noGrp="1"/>
          </p:cNvSpPr>
          <p:nvPr>
            <p:ph idx="1"/>
          </p:nvPr>
        </p:nvSpPr>
        <p:spPr/>
        <p:txBody>
          <a:bodyPr>
            <a:normAutofit/>
          </a:bodyPr>
          <a:lstStyle/>
          <a:p>
            <a:r>
              <a:rPr lang="es-ES" sz="3200" dirty="0"/>
              <a:t>ESTOS SE UTILIZAN PARA REALIZAR ALGUNAS TAREAS DE USO COTIDIANO DENTRO DEL TRABAJO DE OFICINA COMO LO SON LA ELABORACIÓN DE CARTAS, DOCUMENTOS, MEMOS, GRÁFICOS, ETC. PARA UTILIZARLOS BASTA CON APRENDER SU USO Y LA PRÁCTICA HACE QUE SE DOMINEN DE UNA MANERA EFICIENTE. ENTRE ELLOS TENEMOS: MICROSOFT WORD, MICROSOFT EXCEL, MICROSOFT POWERPOINT, MICROSOFT ACCESS, MICROSOFT OUTLOOK, ETC. </a:t>
            </a:r>
          </a:p>
        </p:txBody>
      </p:sp>
    </p:spTree>
    <p:extLst>
      <p:ext uri="{BB962C8B-B14F-4D97-AF65-F5344CB8AC3E}">
        <p14:creationId xmlns:p14="http://schemas.microsoft.com/office/powerpoint/2010/main" val="319009866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C2191A-B275-D042-880C-979207CE5E2B}"/>
              </a:ext>
            </a:extLst>
          </p:cNvPr>
          <p:cNvSpPr>
            <a:spLocks noGrp="1"/>
          </p:cNvSpPr>
          <p:nvPr>
            <p:ph type="title"/>
          </p:nvPr>
        </p:nvSpPr>
        <p:spPr/>
        <p:txBody>
          <a:bodyPr/>
          <a:lstStyle/>
          <a:p>
            <a:r>
              <a:rPr lang="es-ES" dirty="0"/>
              <a:t>Software de programación</a:t>
            </a:r>
          </a:p>
        </p:txBody>
      </p:sp>
      <p:sp>
        <p:nvSpPr>
          <p:cNvPr id="3" name="Marcador de contenido 2">
            <a:extLst>
              <a:ext uri="{FF2B5EF4-FFF2-40B4-BE49-F238E27FC236}">
                <a16:creationId xmlns:a16="http://schemas.microsoft.com/office/drawing/2014/main" id="{7F159B1F-B8D1-C356-51F8-019E2C23AFD4}"/>
              </a:ext>
            </a:extLst>
          </p:cNvPr>
          <p:cNvSpPr>
            <a:spLocks noGrp="1"/>
          </p:cNvSpPr>
          <p:nvPr>
            <p:ph idx="1"/>
          </p:nvPr>
        </p:nvSpPr>
        <p:spPr/>
        <p:txBody>
          <a:bodyPr>
            <a:normAutofit/>
          </a:bodyPr>
          <a:lstStyle/>
          <a:p>
            <a:r>
              <a:rPr lang="es-ES" sz="3200" dirty="0"/>
              <a:t>ESTOS SE UTILIZAN PARA CREAR APLICACIONES QUE FACILITEN EL TRABAJO A NIVEL CONTABLE U OTRAS OPERACIONES, EN DIFERENTES EMPRESAS QUE DESEEN MECANIZAR SU INFORMACIÓN. PARA SU USO ES NECESARIO APRENDER SU APLICACIÓN Y TENER CONOCIMIENTOS DE LÓGICA DE PROGRAMACIÓN, FUNDAMENTOS DE MATEMÁTICAS Y CONTABILIDAD. LOS USUARIOS FRECUENTEMENTE SON PROGRAMADORES. ENTRE ELLOS TENEMOS: JAVA, VISUAL BASIC, VISUAL C#, ETC. </a:t>
            </a:r>
          </a:p>
        </p:txBody>
      </p:sp>
    </p:spTree>
    <p:extLst>
      <p:ext uri="{BB962C8B-B14F-4D97-AF65-F5344CB8AC3E}">
        <p14:creationId xmlns:p14="http://schemas.microsoft.com/office/powerpoint/2010/main" val="319625318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9FFA08-6741-EC79-4E11-E4D6F70FA1CA}"/>
              </a:ext>
            </a:extLst>
          </p:cNvPr>
          <p:cNvSpPr>
            <a:spLocks noGrp="1"/>
          </p:cNvSpPr>
          <p:nvPr>
            <p:ph type="title"/>
          </p:nvPr>
        </p:nvSpPr>
        <p:spPr/>
        <p:txBody>
          <a:bodyPr/>
          <a:lstStyle/>
          <a:p>
            <a:r>
              <a:rPr lang="es-ES" dirty="0"/>
              <a:t>Sistemas operativos</a:t>
            </a:r>
          </a:p>
        </p:txBody>
      </p:sp>
      <p:sp>
        <p:nvSpPr>
          <p:cNvPr id="3" name="Marcador de contenido 2">
            <a:extLst>
              <a:ext uri="{FF2B5EF4-FFF2-40B4-BE49-F238E27FC236}">
                <a16:creationId xmlns:a16="http://schemas.microsoft.com/office/drawing/2014/main" id="{9F8A5558-852D-F70E-6591-F177C239FF5C}"/>
              </a:ext>
            </a:extLst>
          </p:cNvPr>
          <p:cNvSpPr>
            <a:spLocks noGrp="1"/>
          </p:cNvSpPr>
          <p:nvPr>
            <p:ph idx="1"/>
          </p:nvPr>
        </p:nvSpPr>
        <p:spPr/>
        <p:txBody>
          <a:bodyPr>
            <a:normAutofit/>
          </a:bodyPr>
          <a:lstStyle/>
          <a:p>
            <a:r>
              <a:rPr lang="es-ES" sz="4000" dirty="0"/>
              <a:t>HABILITAN EL USO DE LOS PERIFÉRICOS Y DISPOSITIVOS DE ENTRADA Y SALIDA (E/S), ELLOS SE ENCARGAN DE ESTABLECER LA COMUNICACIÓN ENTRE TODOS LOS COMPONENTES O DISPOSITIVOS DE UNA MÁQUINA. ENTRE ELLOS TENEMOS: MS-DOS, WINDOWS, UNIX, LINUX. </a:t>
            </a:r>
          </a:p>
        </p:txBody>
      </p:sp>
    </p:spTree>
    <p:extLst>
      <p:ext uri="{BB962C8B-B14F-4D97-AF65-F5344CB8AC3E}">
        <p14:creationId xmlns:p14="http://schemas.microsoft.com/office/powerpoint/2010/main" val="744696944"/>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8DD713-6066-1949-F9EF-A132F90349A9}"/>
              </a:ext>
            </a:extLst>
          </p:cNvPr>
          <p:cNvSpPr>
            <a:spLocks noGrp="1"/>
          </p:cNvSpPr>
          <p:nvPr>
            <p:ph type="title"/>
          </p:nvPr>
        </p:nvSpPr>
        <p:spPr>
          <a:xfrm>
            <a:off x="838200" y="2766218"/>
            <a:ext cx="10515600" cy="1325563"/>
          </a:xfrm>
        </p:spPr>
        <p:txBody>
          <a:bodyPr>
            <a:noAutofit/>
          </a:bodyPr>
          <a:lstStyle/>
          <a:p>
            <a:pPr algn="ctr"/>
            <a:r>
              <a:rPr lang="es-ES" sz="6000" dirty="0"/>
              <a:t>FIN DE MI PRIMERA PRESENTACIÓN. </a:t>
            </a:r>
          </a:p>
        </p:txBody>
      </p:sp>
    </p:spTree>
    <p:extLst>
      <p:ext uri="{BB962C8B-B14F-4D97-AF65-F5344CB8AC3E}">
        <p14:creationId xmlns:p14="http://schemas.microsoft.com/office/powerpoint/2010/main" val="23768530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TotalTime>
  <Words>217</Words>
  <Application>Microsoft Office PowerPoint</Application>
  <PresentationFormat>Panorámica</PresentationFormat>
  <Paragraphs>14</Paragraphs>
  <Slides>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6</vt:i4>
      </vt:variant>
    </vt:vector>
  </HeadingPairs>
  <TitlesOfParts>
    <vt:vector size="10" baseType="lpstr">
      <vt:lpstr>Arial</vt:lpstr>
      <vt:lpstr>Calibri</vt:lpstr>
      <vt:lpstr>Calibri Light</vt:lpstr>
      <vt:lpstr>Tema de Office</vt:lpstr>
      <vt:lpstr>El Software</vt:lpstr>
      <vt:lpstr>Distintos tipos de software</vt:lpstr>
      <vt:lpstr>Software de aplicación </vt:lpstr>
      <vt:lpstr>Software de programación</vt:lpstr>
      <vt:lpstr>Sistemas operativos</vt:lpstr>
      <vt:lpstr>FIN DE MI PRIMERA PRESENTACIÓN.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Software</dc:title>
  <dc:creator>alumno</dc:creator>
  <cp:lastModifiedBy>alumno</cp:lastModifiedBy>
  <cp:revision>5</cp:revision>
  <dcterms:created xsi:type="dcterms:W3CDTF">2023-12-18T10:14:10Z</dcterms:created>
  <dcterms:modified xsi:type="dcterms:W3CDTF">2023-12-18T11:08:08Z</dcterms:modified>
</cp:coreProperties>
</file>