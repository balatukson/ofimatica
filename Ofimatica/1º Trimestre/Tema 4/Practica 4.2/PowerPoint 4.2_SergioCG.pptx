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25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406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480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611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690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268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78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36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644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666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564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9870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9216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1871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6257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8923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1411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BF3F2-19E0-8C31-AC95-F2D68265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FBC82C-1BA1-9456-28CF-1B075F97A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712E77-004D-39FF-CC04-0CCFAE666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10CDF9-3B24-53F5-7108-F679396F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C94B22-48E6-FB8E-DD2B-A3B5BEA6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FB4365-D8BF-63E1-333C-C5E2DFF9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56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898BC2F-4AB1-4B6C-A39D-E28F2D6A5D27}" type="datetimeFigureOut">
              <a:rPr lang="es-ES" smtClean="0"/>
              <a:t>18/12/2023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52882F7-DAA2-4EE2-9D61-01D137CB676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85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695E9-F7DA-DBB6-AE2A-077A08DCF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es-ES" dirty="0"/>
              <a:t>TUMBLET MALLORQUÍ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0AA933-1D65-A9B7-ABE2-077051A34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Verduras en cazuela</a:t>
            </a:r>
          </a:p>
        </p:txBody>
      </p:sp>
    </p:spTree>
    <p:extLst>
      <p:ext uri="{BB962C8B-B14F-4D97-AF65-F5344CB8AC3E}">
        <p14:creationId xmlns:p14="http://schemas.microsoft.com/office/powerpoint/2010/main" val="3234106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470D5-873C-A1FD-A5CC-36CFBF5D7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99"/>
            <a:ext cx="9144000" cy="1122363"/>
          </a:xfrm>
        </p:spPr>
        <p:txBody>
          <a:bodyPr/>
          <a:lstStyle/>
          <a:p>
            <a:r>
              <a:rPr lang="es-ES" dirty="0"/>
              <a:t>INGREDIENTES (4 personas)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D94EEF-6750-F019-E3CB-5F03369DE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790700"/>
            <a:ext cx="10210800" cy="46990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½ kilo de patatas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½ kilo de berenjenas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½ kilo de pimientos verdes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1 kilo de tomates maduros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4 dientes de ajo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100 dl. de aceite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Perejil, sal, pimienta, azúcar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721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24057-7277-8FE1-4372-BB0C64E8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PASOS NECESARIOS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20F14D-236F-9A5C-F9B1-174F0444AF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1. Pelar las patatas y cortarlas en rodajas.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2. Lavar las berenjenas y cortarlas en rodajas, con piel. Añadir sal.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3. Pelar los tomates y picarlos pequeños.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4. Freír las patatas, salpimentarlas y colocarlas ordenadamente en una cazuela de barro.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5. Freír las berenjenas, escurrir bien y colocarlas sobre las patatas. </a:t>
            </a:r>
          </a:p>
          <a:p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9FD642-1C6C-D564-D05A-7761FCBC63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6. Bajar el fuego y freír los pimientos, a tiras. Escurrir y poner sobre las berenjenas. Salpimentar.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7. Rehogar a fuego lento los ajos y el perejil finamente picados y agregar los tomates. Poner sal y una cucharadita de azúcar.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8. Cuando la salsa esté en su punto, verter por encima de las verduras.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9. Retirar el aceite sobrante y dejar a fuego lento unos quince minutos.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800" dirty="0"/>
              <a:t>10. Servir al gusto, caliente, tibio o bien frío.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18404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10</TotalTime>
  <Words>204</Words>
  <Application>Microsoft Office PowerPoint</Application>
  <PresentationFormat>Panorámica</PresentationFormat>
  <Paragraphs>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Tw Cen MT</vt:lpstr>
      <vt:lpstr>Gota</vt:lpstr>
      <vt:lpstr>TUMBLET MALLORQUÍ</vt:lpstr>
      <vt:lpstr>INGREDIENTES (4 personas)</vt:lpstr>
      <vt:lpstr>PASOS NECESARIOS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TUMBLET MALLORQUÍ</dc:title>
  <dc:creator>alumno</dc:creator>
  <cp:lastModifiedBy>alumno</cp:lastModifiedBy>
  <cp:revision>2</cp:revision>
  <dcterms:created xsi:type="dcterms:W3CDTF">2023-12-18T09:58:31Z</dcterms:created>
  <dcterms:modified xsi:type="dcterms:W3CDTF">2023-12-18T10:08:36Z</dcterms:modified>
</cp:coreProperties>
</file>