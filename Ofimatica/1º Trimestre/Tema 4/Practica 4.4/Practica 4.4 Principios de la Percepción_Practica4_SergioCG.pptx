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7"/>
  </p:notesMasterIdLst>
  <p:sldIdLst>
    <p:sldId id="256" r:id="rId2"/>
    <p:sldId id="262" r:id="rId3"/>
    <p:sldId id="275" r:id="rId4"/>
    <p:sldId id="273" r:id="rId5"/>
    <p:sldId id="292" r:id="rId6"/>
  </p:sldIdLst>
  <p:sldSz cx="9144000" cy="5143500" type="screen16x9"/>
  <p:notesSz cx="6858000" cy="9144000"/>
  <p:embeddedFontLst>
    <p:embeddedFont>
      <p:font typeface="Nunito Light" pitchFamily="2" charset="0"/>
      <p:regular r:id="rId8"/>
      <p:italic r:id="rId9"/>
    </p:embeddedFont>
    <p:embeddedFont>
      <p:font typeface="Oswald" panose="00000500000000000000" pitchFamily="2" charset="0"/>
      <p:regular r:id="rId10"/>
      <p:bold r:id="rId11"/>
    </p:embeddedFont>
    <p:embeddedFont>
      <p:font typeface="Raleway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F9DDB3-D389-433A-8980-BE2C7220F5FD}">
  <a:tblStyle styleId="{3BF9DDB3-D389-433A-8980-BE2C7220F5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485859580052494"/>
          <c:y val="0.22389493110236219"/>
          <c:w val="0.80487582020997372"/>
          <c:h val="0.707063238188976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2E-4A9F-8573-76CF1823EFA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2E-4A9F-8573-76CF1823EFA0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2E-4A9F-8573-76CF1823EF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46879919"/>
        <c:axId val="308689087"/>
      </c:barChart>
      <c:catAx>
        <c:axId val="64687991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08689087"/>
        <c:crosses val="autoZero"/>
        <c:auto val="1"/>
        <c:lblAlgn val="ctr"/>
        <c:lblOffset val="100"/>
        <c:noMultiLvlLbl val="0"/>
      </c:catAx>
      <c:valAx>
        <c:axId val="3086890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46879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8" name="Google Shape;4048;g284f305be23_4_37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9" name="Google Shape;4049;g284f305be23_4_37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97550" y="684763"/>
            <a:ext cx="2993700" cy="30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97550" y="3768438"/>
            <a:ext cx="2235000" cy="6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304266" y="-124150"/>
            <a:ext cx="2722375" cy="1872425"/>
          </a:xfrm>
          <a:custGeom>
            <a:avLst/>
            <a:gdLst/>
            <a:ahLst/>
            <a:cxnLst/>
            <a:rect l="l" t="t" r="r" b="b"/>
            <a:pathLst>
              <a:path w="108895" h="74897" extrusionOk="0">
                <a:moveTo>
                  <a:pt x="820" y="67003"/>
                </a:moveTo>
                <a:cubicBezTo>
                  <a:pt x="3251" y="73375"/>
                  <a:pt x="12185" y="74689"/>
                  <a:pt x="17374" y="74886"/>
                </a:cubicBezTo>
                <a:cubicBezTo>
                  <a:pt x="22564" y="75083"/>
                  <a:pt x="28804" y="72548"/>
                  <a:pt x="31957" y="68186"/>
                </a:cubicBezTo>
                <a:cubicBezTo>
                  <a:pt x="35110" y="63824"/>
                  <a:pt x="36818" y="54496"/>
                  <a:pt x="36292" y="48715"/>
                </a:cubicBezTo>
                <a:cubicBezTo>
                  <a:pt x="35767" y="42934"/>
                  <a:pt x="29724" y="37943"/>
                  <a:pt x="28804" y="33502"/>
                </a:cubicBezTo>
                <a:cubicBezTo>
                  <a:pt x="27884" y="29062"/>
                  <a:pt x="28475" y="25291"/>
                  <a:pt x="30774" y="22072"/>
                </a:cubicBezTo>
                <a:cubicBezTo>
                  <a:pt x="33073" y="18853"/>
                  <a:pt x="37409" y="15174"/>
                  <a:pt x="42598" y="14189"/>
                </a:cubicBezTo>
                <a:cubicBezTo>
                  <a:pt x="47788" y="13204"/>
                  <a:pt x="53963" y="14649"/>
                  <a:pt x="61911" y="16160"/>
                </a:cubicBezTo>
                <a:cubicBezTo>
                  <a:pt x="69860" y="17671"/>
                  <a:pt x="83326" y="22466"/>
                  <a:pt x="90289" y="23254"/>
                </a:cubicBezTo>
                <a:cubicBezTo>
                  <a:pt x="97252" y="24042"/>
                  <a:pt x="100603" y="22597"/>
                  <a:pt x="103690" y="20889"/>
                </a:cubicBezTo>
                <a:cubicBezTo>
                  <a:pt x="106778" y="19181"/>
                  <a:pt x="108420" y="15699"/>
                  <a:pt x="108814" y="13006"/>
                </a:cubicBezTo>
                <a:cubicBezTo>
                  <a:pt x="109208" y="10313"/>
                  <a:pt x="108157" y="6569"/>
                  <a:pt x="106055" y="4730"/>
                </a:cubicBezTo>
                <a:cubicBezTo>
                  <a:pt x="103953" y="2891"/>
                  <a:pt x="105660" y="2759"/>
                  <a:pt x="96201" y="1971"/>
                </a:cubicBezTo>
                <a:cubicBezTo>
                  <a:pt x="86742" y="1183"/>
                  <a:pt x="63422" y="0"/>
                  <a:pt x="49299" y="0"/>
                </a:cubicBezTo>
                <a:cubicBezTo>
                  <a:pt x="35176" y="0"/>
                  <a:pt x="18819" y="526"/>
                  <a:pt x="11462" y="1971"/>
                </a:cubicBezTo>
                <a:cubicBezTo>
                  <a:pt x="4105" y="3416"/>
                  <a:pt x="6600" y="2890"/>
                  <a:pt x="5155" y="8671"/>
                </a:cubicBezTo>
                <a:cubicBezTo>
                  <a:pt x="3710" y="14452"/>
                  <a:pt x="3514" y="26933"/>
                  <a:pt x="2791" y="36655"/>
                </a:cubicBezTo>
                <a:cubicBezTo>
                  <a:pt x="2069" y="46377"/>
                  <a:pt x="-1610" y="60631"/>
                  <a:pt x="820" y="6700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12" name="Google Shape;12;p2"/>
          <p:cNvGrpSpPr/>
          <p:nvPr/>
        </p:nvGrpSpPr>
        <p:grpSpPr>
          <a:xfrm>
            <a:off x="4" y="-173425"/>
            <a:ext cx="2108498" cy="1656512"/>
            <a:chOff x="4" y="-173425"/>
            <a:chExt cx="2108498" cy="1656512"/>
          </a:xfrm>
        </p:grpSpPr>
        <p:sp>
          <p:nvSpPr>
            <p:cNvPr id="13" name="Google Shape;13;p2"/>
            <p:cNvSpPr/>
            <p:nvPr/>
          </p:nvSpPr>
          <p:spPr>
            <a:xfrm>
              <a:off x="207555" y="144665"/>
              <a:ext cx="246913" cy="262878"/>
            </a:xfrm>
            <a:custGeom>
              <a:avLst/>
              <a:gdLst/>
              <a:ahLst/>
              <a:cxnLst/>
              <a:rect l="l" t="t" r="r" b="b"/>
              <a:pathLst>
                <a:path w="8073" h="8595" extrusionOk="0">
                  <a:moveTo>
                    <a:pt x="4036" y="1"/>
                  </a:moveTo>
                  <a:cubicBezTo>
                    <a:pt x="4036" y="4024"/>
                    <a:pt x="650" y="4285"/>
                    <a:pt x="1" y="4297"/>
                  </a:cubicBezTo>
                  <a:cubicBezTo>
                    <a:pt x="650" y="4310"/>
                    <a:pt x="4036" y="4572"/>
                    <a:pt x="4036" y="8594"/>
                  </a:cubicBezTo>
                  <a:cubicBezTo>
                    <a:pt x="4036" y="4571"/>
                    <a:pt x="7421" y="4310"/>
                    <a:pt x="8072" y="4297"/>
                  </a:cubicBezTo>
                  <a:cubicBezTo>
                    <a:pt x="7421" y="4285"/>
                    <a:pt x="4036" y="4023"/>
                    <a:pt x="4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55368" y="84266"/>
              <a:ext cx="353134" cy="245536"/>
            </a:xfrm>
            <a:custGeom>
              <a:avLst/>
              <a:gdLst/>
              <a:ahLst/>
              <a:cxnLst/>
              <a:rect l="l" t="t" r="r" b="b"/>
              <a:pathLst>
                <a:path w="11546" h="8028" extrusionOk="0">
                  <a:moveTo>
                    <a:pt x="3568" y="0"/>
                  </a:moveTo>
                  <a:lnTo>
                    <a:pt x="0" y="1419"/>
                  </a:lnTo>
                  <a:cubicBezTo>
                    <a:pt x="0" y="1419"/>
                    <a:pt x="4498" y="8027"/>
                    <a:pt x="9588" y="8027"/>
                  </a:cubicBezTo>
                  <a:cubicBezTo>
                    <a:pt x="9695" y="8027"/>
                    <a:pt x="9802" y="8024"/>
                    <a:pt x="9909" y="8018"/>
                  </a:cubicBezTo>
                  <a:lnTo>
                    <a:pt x="11546" y="6376"/>
                  </a:lnTo>
                  <a:cubicBezTo>
                    <a:pt x="11546" y="6376"/>
                    <a:pt x="5687" y="5900"/>
                    <a:pt x="35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6315" y="1086614"/>
              <a:ext cx="322916" cy="396473"/>
            </a:xfrm>
            <a:custGeom>
              <a:avLst/>
              <a:gdLst/>
              <a:ahLst/>
              <a:cxnLst/>
              <a:rect l="l" t="t" r="r" b="b"/>
              <a:pathLst>
                <a:path w="10558" h="12963" extrusionOk="0">
                  <a:moveTo>
                    <a:pt x="10529" y="1"/>
                  </a:moveTo>
                  <a:lnTo>
                    <a:pt x="2813" y="1765"/>
                  </a:lnTo>
                  <a:lnTo>
                    <a:pt x="2813" y="3775"/>
                  </a:lnTo>
                  <a:lnTo>
                    <a:pt x="2818" y="3774"/>
                  </a:lnTo>
                  <a:lnTo>
                    <a:pt x="2818" y="10376"/>
                  </a:lnTo>
                  <a:cubicBezTo>
                    <a:pt x="2629" y="10296"/>
                    <a:pt x="2411" y="10254"/>
                    <a:pt x="2180" y="10254"/>
                  </a:cubicBezTo>
                  <a:cubicBezTo>
                    <a:pt x="1904" y="10254"/>
                    <a:pt x="1610" y="10314"/>
                    <a:pt x="1322" y="10440"/>
                  </a:cubicBezTo>
                  <a:cubicBezTo>
                    <a:pt x="465" y="10822"/>
                    <a:pt x="0" y="11653"/>
                    <a:pt x="285" y="12297"/>
                  </a:cubicBezTo>
                  <a:cubicBezTo>
                    <a:pt x="474" y="12725"/>
                    <a:pt x="946" y="12962"/>
                    <a:pt x="1494" y="12962"/>
                  </a:cubicBezTo>
                  <a:cubicBezTo>
                    <a:pt x="1772" y="12962"/>
                    <a:pt x="2068" y="12902"/>
                    <a:pt x="2357" y="12774"/>
                  </a:cubicBezTo>
                  <a:cubicBezTo>
                    <a:pt x="2970" y="12503"/>
                    <a:pt x="3377" y="12002"/>
                    <a:pt x="3459" y="11504"/>
                  </a:cubicBezTo>
                  <a:lnTo>
                    <a:pt x="3465" y="11504"/>
                  </a:lnTo>
                  <a:lnTo>
                    <a:pt x="3465" y="11475"/>
                  </a:lnTo>
                  <a:cubicBezTo>
                    <a:pt x="3481" y="11369"/>
                    <a:pt x="3481" y="11261"/>
                    <a:pt x="3465" y="11156"/>
                  </a:cubicBezTo>
                  <a:lnTo>
                    <a:pt x="3465" y="3619"/>
                  </a:lnTo>
                  <a:lnTo>
                    <a:pt x="9879" y="2087"/>
                  </a:lnTo>
                  <a:lnTo>
                    <a:pt x="9879" y="8743"/>
                  </a:lnTo>
                  <a:cubicBezTo>
                    <a:pt x="9689" y="8660"/>
                    <a:pt x="9468" y="8616"/>
                    <a:pt x="9234" y="8616"/>
                  </a:cubicBezTo>
                  <a:cubicBezTo>
                    <a:pt x="8958" y="8616"/>
                    <a:pt x="8662" y="8677"/>
                    <a:pt x="8374" y="8804"/>
                  </a:cubicBezTo>
                  <a:cubicBezTo>
                    <a:pt x="7515" y="9186"/>
                    <a:pt x="7051" y="10017"/>
                    <a:pt x="7334" y="10661"/>
                  </a:cubicBezTo>
                  <a:cubicBezTo>
                    <a:pt x="7522" y="11088"/>
                    <a:pt x="7996" y="11326"/>
                    <a:pt x="8545" y="11326"/>
                  </a:cubicBezTo>
                  <a:cubicBezTo>
                    <a:pt x="8822" y="11326"/>
                    <a:pt x="9119" y="11265"/>
                    <a:pt x="9407" y="11138"/>
                  </a:cubicBezTo>
                  <a:cubicBezTo>
                    <a:pt x="10122" y="10820"/>
                    <a:pt x="10557" y="10192"/>
                    <a:pt x="10520" y="9618"/>
                  </a:cubicBezTo>
                  <a:lnTo>
                    <a:pt x="10525" y="9618"/>
                  </a:lnTo>
                  <a:lnTo>
                    <a:pt x="10525" y="1934"/>
                  </a:lnTo>
                  <a:lnTo>
                    <a:pt x="10529" y="1932"/>
                  </a:lnTo>
                  <a:lnTo>
                    <a:pt x="105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" y="623702"/>
              <a:ext cx="246920" cy="246762"/>
            </a:xfrm>
            <a:custGeom>
              <a:avLst/>
              <a:gdLst/>
              <a:ahLst/>
              <a:cxnLst/>
              <a:rect l="l" t="t" r="r" b="b"/>
              <a:pathLst>
                <a:path w="3822" h="3820" extrusionOk="0">
                  <a:moveTo>
                    <a:pt x="1911" y="1"/>
                  </a:moveTo>
                  <a:cubicBezTo>
                    <a:pt x="856" y="1"/>
                    <a:pt x="0" y="854"/>
                    <a:pt x="0" y="1909"/>
                  </a:cubicBezTo>
                  <a:cubicBezTo>
                    <a:pt x="0" y="2964"/>
                    <a:pt x="856" y="3820"/>
                    <a:pt x="1911" y="3820"/>
                  </a:cubicBezTo>
                  <a:cubicBezTo>
                    <a:pt x="2966" y="3820"/>
                    <a:pt x="3821" y="2964"/>
                    <a:pt x="3821" y="1909"/>
                  </a:cubicBezTo>
                  <a:cubicBezTo>
                    <a:pt x="3821" y="854"/>
                    <a:pt x="2966" y="1"/>
                    <a:pt x="19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69471" y="753646"/>
              <a:ext cx="116896" cy="116835"/>
            </a:xfrm>
            <a:custGeom>
              <a:avLst/>
              <a:gdLst/>
              <a:ahLst/>
              <a:cxnLst/>
              <a:rect l="l" t="t" r="r" b="b"/>
              <a:pathLst>
                <a:path w="3822" h="3820" extrusionOk="0">
                  <a:moveTo>
                    <a:pt x="1911" y="1"/>
                  </a:moveTo>
                  <a:cubicBezTo>
                    <a:pt x="856" y="1"/>
                    <a:pt x="0" y="854"/>
                    <a:pt x="0" y="1909"/>
                  </a:cubicBezTo>
                  <a:cubicBezTo>
                    <a:pt x="0" y="2964"/>
                    <a:pt x="856" y="3820"/>
                    <a:pt x="1911" y="3820"/>
                  </a:cubicBezTo>
                  <a:cubicBezTo>
                    <a:pt x="2966" y="3820"/>
                    <a:pt x="3821" y="2964"/>
                    <a:pt x="3821" y="1909"/>
                  </a:cubicBezTo>
                  <a:cubicBezTo>
                    <a:pt x="3821" y="854"/>
                    <a:pt x="2966" y="1"/>
                    <a:pt x="19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373400" y="-173425"/>
              <a:ext cx="246928" cy="389633"/>
            </a:xfrm>
            <a:custGeom>
              <a:avLst/>
              <a:gdLst/>
              <a:ahLst/>
              <a:cxnLst/>
              <a:rect l="l" t="t" r="r" b="b"/>
              <a:pathLst>
                <a:path w="8562" h="13509" extrusionOk="0">
                  <a:moveTo>
                    <a:pt x="4060" y="0"/>
                  </a:moveTo>
                  <a:cubicBezTo>
                    <a:pt x="3905" y="0"/>
                    <a:pt x="3777" y="124"/>
                    <a:pt x="3774" y="280"/>
                  </a:cubicBezTo>
                  <a:lnTo>
                    <a:pt x="3774" y="10355"/>
                  </a:lnTo>
                  <a:lnTo>
                    <a:pt x="3775" y="10355"/>
                  </a:lnTo>
                  <a:lnTo>
                    <a:pt x="3775" y="10405"/>
                  </a:lnTo>
                  <a:cubicBezTo>
                    <a:pt x="3490" y="10217"/>
                    <a:pt x="3123" y="10116"/>
                    <a:pt x="2725" y="10116"/>
                  </a:cubicBezTo>
                  <a:cubicBezTo>
                    <a:pt x="2382" y="10116"/>
                    <a:pt x="2016" y="10191"/>
                    <a:pt x="1658" y="10349"/>
                  </a:cubicBezTo>
                  <a:cubicBezTo>
                    <a:pt x="584" y="10827"/>
                    <a:pt x="1" y="11869"/>
                    <a:pt x="357" y="12675"/>
                  </a:cubicBezTo>
                  <a:cubicBezTo>
                    <a:pt x="594" y="13210"/>
                    <a:pt x="1188" y="13508"/>
                    <a:pt x="1876" y="13508"/>
                  </a:cubicBezTo>
                  <a:cubicBezTo>
                    <a:pt x="2223" y="13508"/>
                    <a:pt x="2594" y="13432"/>
                    <a:pt x="2954" y="13272"/>
                  </a:cubicBezTo>
                  <a:cubicBezTo>
                    <a:pt x="3866" y="12867"/>
                    <a:pt x="4421" y="12059"/>
                    <a:pt x="4351" y="11331"/>
                  </a:cubicBezTo>
                  <a:lnTo>
                    <a:pt x="4351" y="5949"/>
                  </a:lnTo>
                  <a:lnTo>
                    <a:pt x="4348" y="5949"/>
                  </a:lnTo>
                  <a:lnTo>
                    <a:pt x="4348" y="1390"/>
                  </a:lnTo>
                  <a:cubicBezTo>
                    <a:pt x="4587" y="1632"/>
                    <a:pt x="4929" y="1894"/>
                    <a:pt x="5429" y="2214"/>
                  </a:cubicBezTo>
                  <a:lnTo>
                    <a:pt x="5648" y="2352"/>
                  </a:lnTo>
                  <a:cubicBezTo>
                    <a:pt x="6766" y="3046"/>
                    <a:pt x="7819" y="3821"/>
                    <a:pt x="7389" y="4967"/>
                  </a:cubicBezTo>
                  <a:cubicBezTo>
                    <a:pt x="7332" y="5116"/>
                    <a:pt x="7407" y="5281"/>
                    <a:pt x="7556" y="5338"/>
                  </a:cubicBezTo>
                  <a:cubicBezTo>
                    <a:pt x="7589" y="5350"/>
                    <a:pt x="7623" y="5356"/>
                    <a:pt x="7657" y="5356"/>
                  </a:cubicBezTo>
                  <a:cubicBezTo>
                    <a:pt x="7773" y="5356"/>
                    <a:pt x="7882" y="5285"/>
                    <a:pt x="7925" y="5169"/>
                  </a:cubicBezTo>
                  <a:cubicBezTo>
                    <a:pt x="8562" y="3486"/>
                    <a:pt x="6864" y="2432"/>
                    <a:pt x="5952" y="1864"/>
                  </a:cubicBezTo>
                  <a:lnTo>
                    <a:pt x="5738" y="1730"/>
                  </a:lnTo>
                  <a:cubicBezTo>
                    <a:pt x="4632" y="1022"/>
                    <a:pt x="4450" y="674"/>
                    <a:pt x="4348" y="301"/>
                  </a:cubicBezTo>
                  <a:lnTo>
                    <a:pt x="4348" y="280"/>
                  </a:lnTo>
                  <a:cubicBezTo>
                    <a:pt x="4343" y="124"/>
                    <a:pt x="4216" y="0"/>
                    <a:pt x="40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2571616">
              <a:off x="454480" y="-116966"/>
              <a:ext cx="165837" cy="276712"/>
            </a:xfrm>
            <a:custGeom>
              <a:avLst/>
              <a:gdLst/>
              <a:ahLst/>
              <a:cxnLst/>
              <a:rect l="l" t="t" r="r" b="b"/>
              <a:pathLst>
                <a:path w="5422" h="9047" extrusionOk="0">
                  <a:moveTo>
                    <a:pt x="1856" y="0"/>
                  </a:moveTo>
                  <a:lnTo>
                    <a:pt x="1" y="300"/>
                  </a:lnTo>
                  <a:cubicBezTo>
                    <a:pt x="1" y="300"/>
                    <a:pt x="3620" y="3401"/>
                    <a:pt x="2206" y="8282"/>
                  </a:cubicBezTo>
                  <a:lnTo>
                    <a:pt x="5223" y="9046"/>
                  </a:lnTo>
                  <a:cubicBezTo>
                    <a:pt x="5223" y="9046"/>
                    <a:pt x="5422" y="2293"/>
                    <a:pt x="18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481502" y="4731119"/>
            <a:ext cx="4704125" cy="506625"/>
          </a:xfrm>
          <a:custGeom>
            <a:avLst/>
            <a:gdLst/>
            <a:ahLst/>
            <a:cxnLst/>
            <a:rect l="l" t="t" r="r" b="b"/>
            <a:pathLst>
              <a:path w="188165" h="20265" extrusionOk="0">
                <a:moveTo>
                  <a:pt x="182631" y="8244"/>
                </a:moveTo>
                <a:cubicBezTo>
                  <a:pt x="179215" y="5485"/>
                  <a:pt x="175668" y="2201"/>
                  <a:pt x="166865" y="1150"/>
                </a:cubicBezTo>
                <a:cubicBezTo>
                  <a:pt x="158063" y="99"/>
                  <a:pt x="143085" y="756"/>
                  <a:pt x="129816" y="1938"/>
                </a:cubicBezTo>
                <a:cubicBezTo>
                  <a:pt x="116547" y="3120"/>
                  <a:pt x="99336" y="8244"/>
                  <a:pt x="87249" y="8244"/>
                </a:cubicBezTo>
                <a:cubicBezTo>
                  <a:pt x="75162" y="8244"/>
                  <a:pt x="68200" y="3252"/>
                  <a:pt x="57295" y="1938"/>
                </a:cubicBezTo>
                <a:cubicBezTo>
                  <a:pt x="46391" y="624"/>
                  <a:pt x="30690" y="-361"/>
                  <a:pt x="21822" y="361"/>
                </a:cubicBezTo>
                <a:cubicBezTo>
                  <a:pt x="12954" y="1084"/>
                  <a:pt x="7173" y="3514"/>
                  <a:pt x="4086" y="6273"/>
                </a:cubicBezTo>
                <a:cubicBezTo>
                  <a:pt x="999" y="9032"/>
                  <a:pt x="-2877" y="14616"/>
                  <a:pt x="3298" y="16915"/>
                </a:cubicBezTo>
                <a:cubicBezTo>
                  <a:pt x="9473" y="19214"/>
                  <a:pt x="13611" y="19674"/>
                  <a:pt x="41135" y="20068"/>
                </a:cubicBezTo>
                <a:cubicBezTo>
                  <a:pt x="68659" y="20462"/>
                  <a:pt x="144071" y="19674"/>
                  <a:pt x="168442" y="19280"/>
                </a:cubicBezTo>
                <a:cubicBezTo>
                  <a:pt x="192813" y="18886"/>
                  <a:pt x="184995" y="19542"/>
                  <a:pt x="187360" y="17703"/>
                </a:cubicBezTo>
                <a:cubicBezTo>
                  <a:pt x="189725" y="15864"/>
                  <a:pt x="186047" y="11003"/>
                  <a:pt x="182631" y="824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105" name="Google Shape;105;p6"/>
          <p:cNvGrpSpPr/>
          <p:nvPr/>
        </p:nvGrpSpPr>
        <p:grpSpPr>
          <a:xfrm>
            <a:off x="4871333" y="4800408"/>
            <a:ext cx="3895534" cy="552234"/>
            <a:chOff x="4871333" y="4800408"/>
            <a:chExt cx="3895534" cy="552234"/>
          </a:xfrm>
        </p:grpSpPr>
        <p:sp>
          <p:nvSpPr>
            <p:cNvPr id="106" name="Google Shape;106;p6"/>
            <p:cNvSpPr/>
            <p:nvPr/>
          </p:nvSpPr>
          <p:spPr>
            <a:xfrm>
              <a:off x="4871333" y="4813412"/>
              <a:ext cx="216546" cy="342063"/>
            </a:xfrm>
            <a:custGeom>
              <a:avLst/>
              <a:gdLst/>
              <a:ahLst/>
              <a:cxnLst/>
              <a:rect l="l" t="t" r="r" b="b"/>
              <a:pathLst>
                <a:path w="6775" h="10702" extrusionOk="0">
                  <a:moveTo>
                    <a:pt x="3213" y="0"/>
                  </a:moveTo>
                  <a:cubicBezTo>
                    <a:pt x="3085" y="0"/>
                    <a:pt x="2982" y="106"/>
                    <a:pt x="2987" y="234"/>
                  </a:cubicBezTo>
                  <a:lnTo>
                    <a:pt x="2987" y="8206"/>
                  </a:lnTo>
                  <a:lnTo>
                    <a:pt x="2988" y="8206"/>
                  </a:lnTo>
                  <a:lnTo>
                    <a:pt x="2988" y="8246"/>
                  </a:lnTo>
                  <a:cubicBezTo>
                    <a:pt x="2762" y="8097"/>
                    <a:pt x="2472" y="8018"/>
                    <a:pt x="2157" y="8018"/>
                  </a:cubicBezTo>
                  <a:cubicBezTo>
                    <a:pt x="1885" y="8018"/>
                    <a:pt x="1595" y="8077"/>
                    <a:pt x="1312" y="8201"/>
                  </a:cubicBezTo>
                  <a:cubicBezTo>
                    <a:pt x="461" y="8580"/>
                    <a:pt x="0" y="9404"/>
                    <a:pt x="282" y="10042"/>
                  </a:cubicBezTo>
                  <a:cubicBezTo>
                    <a:pt x="469" y="10466"/>
                    <a:pt x="940" y="10701"/>
                    <a:pt x="1484" y="10701"/>
                  </a:cubicBezTo>
                  <a:cubicBezTo>
                    <a:pt x="1758" y="10701"/>
                    <a:pt x="2052" y="10641"/>
                    <a:pt x="2337" y="10516"/>
                  </a:cubicBezTo>
                  <a:cubicBezTo>
                    <a:pt x="3060" y="10194"/>
                    <a:pt x="3498" y="9554"/>
                    <a:pt x="3442" y="8978"/>
                  </a:cubicBezTo>
                  <a:lnTo>
                    <a:pt x="3442" y="4721"/>
                  </a:lnTo>
                  <a:lnTo>
                    <a:pt x="3441" y="4721"/>
                  </a:lnTo>
                  <a:lnTo>
                    <a:pt x="3441" y="1113"/>
                  </a:lnTo>
                  <a:cubicBezTo>
                    <a:pt x="3630" y="1304"/>
                    <a:pt x="3900" y="1513"/>
                    <a:pt x="4296" y="1764"/>
                  </a:cubicBezTo>
                  <a:lnTo>
                    <a:pt x="4471" y="1875"/>
                  </a:lnTo>
                  <a:cubicBezTo>
                    <a:pt x="5354" y="2423"/>
                    <a:pt x="6189" y="3035"/>
                    <a:pt x="5847" y="3943"/>
                  </a:cubicBezTo>
                  <a:cubicBezTo>
                    <a:pt x="5803" y="4061"/>
                    <a:pt x="5862" y="4192"/>
                    <a:pt x="5979" y="4236"/>
                  </a:cubicBezTo>
                  <a:cubicBezTo>
                    <a:pt x="6005" y="4246"/>
                    <a:pt x="6032" y="4251"/>
                    <a:pt x="6059" y="4251"/>
                  </a:cubicBezTo>
                  <a:cubicBezTo>
                    <a:pt x="6151" y="4251"/>
                    <a:pt x="6238" y="4195"/>
                    <a:pt x="6272" y="4104"/>
                  </a:cubicBezTo>
                  <a:cubicBezTo>
                    <a:pt x="6774" y="2772"/>
                    <a:pt x="5432" y="1937"/>
                    <a:pt x="4711" y="1489"/>
                  </a:cubicBezTo>
                  <a:lnTo>
                    <a:pt x="4542" y="1383"/>
                  </a:lnTo>
                  <a:cubicBezTo>
                    <a:pt x="3666" y="824"/>
                    <a:pt x="3521" y="545"/>
                    <a:pt x="3441" y="252"/>
                  </a:cubicBezTo>
                  <a:lnTo>
                    <a:pt x="3441" y="234"/>
                  </a:lnTo>
                  <a:cubicBezTo>
                    <a:pt x="3444" y="106"/>
                    <a:pt x="3341" y="0"/>
                    <a:pt x="32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8063601" y="4800408"/>
              <a:ext cx="216555" cy="216533"/>
            </a:xfrm>
            <a:custGeom>
              <a:avLst/>
              <a:gdLst/>
              <a:ahLst/>
              <a:cxnLst/>
              <a:rect l="l" t="t" r="r" b="b"/>
              <a:pathLst>
                <a:path w="8755" h="8755" extrusionOk="0">
                  <a:moveTo>
                    <a:pt x="4378" y="1"/>
                  </a:moveTo>
                  <a:cubicBezTo>
                    <a:pt x="1960" y="1"/>
                    <a:pt x="0" y="1960"/>
                    <a:pt x="0" y="4377"/>
                  </a:cubicBezTo>
                  <a:cubicBezTo>
                    <a:pt x="0" y="6794"/>
                    <a:pt x="1960" y="8755"/>
                    <a:pt x="4378" y="8755"/>
                  </a:cubicBezTo>
                  <a:cubicBezTo>
                    <a:pt x="6795" y="8755"/>
                    <a:pt x="8755" y="6794"/>
                    <a:pt x="8755" y="4377"/>
                  </a:cubicBezTo>
                  <a:cubicBezTo>
                    <a:pt x="8755" y="1960"/>
                    <a:pt x="6795" y="1"/>
                    <a:pt x="4378" y="1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6139780" y="4978137"/>
              <a:ext cx="139900" cy="139932"/>
            </a:xfrm>
            <a:custGeom>
              <a:avLst/>
              <a:gdLst/>
              <a:ahLst/>
              <a:cxnLst/>
              <a:rect l="l" t="t" r="r" b="b"/>
              <a:pathLst>
                <a:path w="4377" h="4378" extrusionOk="0">
                  <a:moveTo>
                    <a:pt x="2189" y="1"/>
                  </a:moveTo>
                  <a:cubicBezTo>
                    <a:pt x="981" y="1"/>
                    <a:pt x="0" y="980"/>
                    <a:pt x="0" y="2188"/>
                  </a:cubicBezTo>
                  <a:cubicBezTo>
                    <a:pt x="0" y="3398"/>
                    <a:pt x="981" y="4377"/>
                    <a:pt x="2189" y="4377"/>
                  </a:cubicBezTo>
                  <a:cubicBezTo>
                    <a:pt x="3398" y="4377"/>
                    <a:pt x="4377" y="3398"/>
                    <a:pt x="4377" y="2188"/>
                  </a:cubicBezTo>
                  <a:cubicBezTo>
                    <a:pt x="4377" y="980"/>
                    <a:pt x="3398" y="1"/>
                    <a:pt x="2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7986964" y="4885995"/>
              <a:ext cx="136064" cy="130823"/>
            </a:xfrm>
            <a:custGeom>
              <a:avLst/>
              <a:gdLst/>
              <a:ahLst/>
              <a:cxnLst/>
              <a:rect l="l" t="t" r="r" b="b"/>
              <a:pathLst>
                <a:path w="4257" h="4093" extrusionOk="0">
                  <a:moveTo>
                    <a:pt x="2212" y="0"/>
                  </a:moveTo>
                  <a:cubicBezTo>
                    <a:pt x="2211" y="0"/>
                    <a:pt x="2210" y="0"/>
                    <a:pt x="2209" y="0"/>
                  </a:cubicBezTo>
                  <a:cubicBezTo>
                    <a:pt x="1381" y="0"/>
                    <a:pt x="636" y="498"/>
                    <a:pt x="318" y="1264"/>
                  </a:cubicBezTo>
                  <a:cubicBezTo>
                    <a:pt x="1" y="2028"/>
                    <a:pt x="177" y="2909"/>
                    <a:pt x="762" y="3494"/>
                  </a:cubicBezTo>
                  <a:cubicBezTo>
                    <a:pt x="1154" y="3885"/>
                    <a:pt x="1678" y="4093"/>
                    <a:pt x="2210" y="4093"/>
                  </a:cubicBezTo>
                  <a:cubicBezTo>
                    <a:pt x="2474" y="4093"/>
                    <a:pt x="2740" y="4042"/>
                    <a:pt x="2993" y="3937"/>
                  </a:cubicBezTo>
                  <a:cubicBezTo>
                    <a:pt x="3757" y="3621"/>
                    <a:pt x="4257" y="2874"/>
                    <a:pt x="4257" y="2046"/>
                  </a:cubicBezTo>
                  <a:cubicBezTo>
                    <a:pt x="4257" y="917"/>
                    <a:pt x="3342" y="0"/>
                    <a:pt x="2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5753868" y="4847632"/>
              <a:ext cx="122161" cy="122097"/>
            </a:xfrm>
            <a:custGeom>
              <a:avLst/>
              <a:gdLst/>
              <a:ahLst/>
              <a:cxnLst/>
              <a:rect l="l" t="t" r="r" b="b"/>
              <a:pathLst>
                <a:path w="3822" h="3820" extrusionOk="0">
                  <a:moveTo>
                    <a:pt x="1911" y="1"/>
                  </a:moveTo>
                  <a:cubicBezTo>
                    <a:pt x="856" y="1"/>
                    <a:pt x="0" y="854"/>
                    <a:pt x="0" y="1909"/>
                  </a:cubicBezTo>
                  <a:cubicBezTo>
                    <a:pt x="0" y="2964"/>
                    <a:pt x="856" y="3820"/>
                    <a:pt x="1911" y="3820"/>
                  </a:cubicBezTo>
                  <a:cubicBezTo>
                    <a:pt x="2966" y="3820"/>
                    <a:pt x="3821" y="2964"/>
                    <a:pt x="3821" y="1909"/>
                  </a:cubicBezTo>
                  <a:cubicBezTo>
                    <a:pt x="3821" y="854"/>
                    <a:pt x="2966" y="1"/>
                    <a:pt x="19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7410331" y="4910756"/>
              <a:ext cx="258033" cy="274718"/>
            </a:xfrm>
            <a:custGeom>
              <a:avLst/>
              <a:gdLst/>
              <a:ahLst/>
              <a:cxnLst/>
              <a:rect l="l" t="t" r="r" b="b"/>
              <a:pathLst>
                <a:path w="8073" h="8595" extrusionOk="0">
                  <a:moveTo>
                    <a:pt x="4036" y="1"/>
                  </a:moveTo>
                  <a:cubicBezTo>
                    <a:pt x="4036" y="4024"/>
                    <a:pt x="650" y="4285"/>
                    <a:pt x="1" y="4297"/>
                  </a:cubicBezTo>
                  <a:cubicBezTo>
                    <a:pt x="650" y="4310"/>
                    <a:pt x="4036" y="4572"/>
                    <a:pt x="4036" y="8594"/>
                  </a:cubicBezTo>
                  <a:cubicBezTo>
                    <a:pt x="4036" y="4571"/>
                    <a:pt x="7421" y="4310"/>
                    <a:pt x="8072" y="4297"/>
                  </a:cubicBezTo>
                  <a:cubicBezTo>
                    <a:pt x="7421" y="4285"/>
                    <a:pt x="4036" y="4023"/>
                    <a:pt x="4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558291" y="4973695"/>
              <a:ext cx="236331" cy="378947"/>
            </a:xfrm>
            <a:custGeom>
              <a:avLst/>
              <a:gdLst/>
              <a:ahLst/>
              <a:cxnLst/>
              <a:rect l="l" t="t" r="r" b="b"/>
              <a:pathLst>
                <a:path w="7394" h="11856" extrusionOk="0">
                  <a:moveTo>
                    <a:pt x="5218" y="1"/>
                  </a:moveTo>
                  <a:cubicBezTo>
                    <a:pt x="5218" y="1"/>
                    <a:pt x="0" y="5998"/>
                    <a:pt x="1535" y="10746"/>
                  </a:cubicBezTo>
                  <a:lnTo>
                    <a:pt x="3447" y="11856"/>
                  </a:lnTo>
                  <a:cubicBezTo>
                    <a:pt x="3447" y="11856"/>
                    <a:pt x="2465" y="6335"/>
                    <a:pt x="7394" y="2947"/>
                  </a:cubicBezTo>
                  <a:lnTo>
                    <a:pt x="5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7741018" y="4903523"/>
              <a:ext cx="173301" cy="289165"/>
            </a:xfrm>
            <a:custGeom>
              <a:avLst/>
              <a:gdLst/>
              <a:ahLst/>
              <a:cxnLst/>
              <a:rect l="l" t="t" r="r" b="b"/>
              <a:pathLst>
                <a:path w="5422" h="9047" extrusionOk="0">
                  <a:moveTo>
                    <a:pt x="1856" y="0"/>
                  </a:moveTo>
                  <a:lnTo>
                    <a:pt x="1" y="300"/>
                  </a:lnTo>
                  <a:cubicBezTo>
                    <a:pt x="1" y="300"/>
                    <a:pt x="3620" y="3401"/>
                    <a:pt x="2206" y="8282"/>
                  </a:cubicBezTo>
                  <a:lnTo>
                    <a:pt x="5223" y="9046"/>
                  </a:lnTo>
                  <a:cubicBezTo>
                    <a:pt x="5223" y="9046"/>
                    <a:pt x="5422" y="2293"/>
                    <a:pt x="18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5385976" y="4823111"/>
              <a:ext cx="369039" cy="256595"/>
            </a:xfrm>
            <a:custGeom>
              <a:avLst/>
              <a:gdLst/>
              <a:ahLst/>
              <a:cxnLst/>
              <a:rect l="l" t="t" r="r" b="b"/>
              <a:pathLst>
                <a:path w="11546" h="8028" extrusionOk="0">
                  <a:moveTo>
                    <a:pt x="3568" y="0"/>
                  </a:moveTo>
                  <a:lnTo>
                    <a:pt x="0" y="1419"/>
                  </a:lnTo>
                  <a:cubicBezTo>
                    <a:pt x="0" y="1419"/>
                    <a:pt x="4498" y="8027"/>
                    <a:pt x="9588" y="8027"/>
                  </a:cubicBezTo>
                  <a:cubicBezTo>
                    <a:pt x="9695" y="8027"/>
                    <a:pt x="9802" y="8024"/>
                    <a:pt x="9909" y="8018"/>
                  </a:cubicBezTo>
                  <a:lnTo>
                    <a:pt x="11546" y="6376"/>
                  </a:lnTo>
                  <a:cubicBezTo>
                    <a:pt x="11546" y="6376"/>
                    <a:pt x="5687" y="5900"/>
                    <a:pt x="35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8429425" y="4840954"/>
              <a:ext cx="337442" cy="414302"/>
            </a:xfrm>
            <a:custGeom>
              <a:avLst/>
              <a:gdLst/>
              <a:ahLst/>
              <a:cxnLst/>
              <a:rect l="l" t="t" r="r" b="b"/>
              <a:pathLst>
                <a:path w="7088" h="8702" extrusionOk="0">
                  <a:moveTo>
                    <a:pt x="7068" y="1"/>
                  </a:moveTo>
                  <a:lnTo>
                    <a:pt x="1890" y="1184"/>
                  </a:lnTo>
                  <a:lnTo>
                    <a:pt x="1890" y="2534"/>
                  </a:lnTo>
                  <a:lnTo>
                    <a:pt x="1892" y="2532"/>
                  </a:lnTo>
                  <a:lnTo>
                    <a:pt x="1892" y="6965"/>
                  </a:lnTo>
                  <a:cubicBezTo>
                    <a:pt x="1765" y="6911"/>
                    <a:pt x="1620" y="6883"/>
                    <a:pt x="1465" y="6883"/>
                  </a:cubicBezTo>
                  <a:cubicBezTo>
                    <a:pt x="1280" y="6883"/>
                    <a:pt x="1082" y="6923"/>
                    <a:pt x="889" y="7008"/>
                  </a:cubicBezTo>
                  <a:cubicBezTo>
                    <a:pt x="312" y="7265"/>
                    <a:pt x="1" y="7822"/>
                    <a:pt x="191" y="8254"/>
                  </a:cubicBezTo>
                  <a:cubicBezTo>
                    <a:pt x="318" y="8542"/>
                    <a:pt x="636" y="8701"/>
                    <a:pt x="1004" y="8701"/>
                  </a:cubicBezTo>
                  <a:cubicBezTo>
                    <a:pt x="1190" y="8701"/>
                    <a:pt x="1389" y="8660"/>
                    <a:pt x="1583" y="8575"/>
                  </a:cubicBezTo>
                  <a:cubicBezTo>
                    <a:pt x="1994" y="8393"/>
                    <a:pt x="2267" y="8056"/>
                    <a:pt x="2322" y="7722"/>
                  </a:cubicBezTo>
                  <a:lnTo>
                    <a:pt x="2327" y="7722"/>
                  </a:lnTo>
                  <a:lnTo>
                    <a:pt x="2327" y="7703"/>
                  </a:lnTo>
                  <a:cubicBezTo>
                    <a:pt x="2337" y="7631"/>
                    <a:pt x="2337" y="7560"/>
                    <a:pt x="2327" y="7488"/>
                  </a:cubicBezTo>
                  <a:lnTo>
                    <a:pt x="2327" y="2429"/>
                  </a:lnTo>
                  <a:lnTo>
                    <a:pt x="6632" y="1400"/>
                  </a:lnTo>
                  <a:lnTo>
                    <a:pt x="6632" y="5869"/>
                  </a:lnTo>
                  <a:cubicBezTo>
                    <a:pt x="6504" y="5813"/>
                    <a:pt x="6356" y="5783"/>
                    <a:pt x="6199" y="5783"/>
                  </a:cubicBezTo>
                  <a:cubicBezTo>
                    <a:pt x="6013" y="5783"/>
                    <a:pt x="5815" y="5824"/>
                    <a:pt x="5621" y="5910"/>
                  </a:cubicBezTo>
                  <a:cubicBezTo>
                    <a:pt x="5045" y="6165"/>
                    <a:pt x="4733" y="6724"/>
                    <a:pt x="4924" y="7156"/>
                  </a:cubicBezTo>
                  <a:cubicBezTo>
                    <a:pt x="5051" y="7442"/>
                    <a:pt x="5369" y="7602"/>
                    <a:pt x="5738" y="7602"/>
                  </a:cubicBezTo>
                  <a:cubicBezTo>
                    <a:pt x="5924" y="7602"/>
                    <a:pt x="6123" y="7562"/>
                    <a:pt x="6316" y="7476"/>
                  </a:cubicBezTo>
                  <a:cubicBezTo>
                    <a:pt x="6796" y="7262"/>
                    <a:pt x="7088" y="6840"/>
                    <a:pt x="7062" y="6456"/>
                  </a:cubicBezTo>
                  <a:lnTo>
                    <a:pt x="7065" y="6456"/>
                  </a:lnTo>
                  <a:lnTo>
                    <a:pt x="7065" y="1297"/>
                  </a:lnTo>
                  <a:lnTo>
                    <a:pt x="7068" y="1296"/>
                  </a:lnTo>
                  <a:lnTo>
                    <a:pt x="70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5107906" y="4910743"/>
              <a:ext cx="258033" cy="274718"/>
            </a:xfrm>
            <a:custGeom>
              <a:avLst/>
              <a:gdLst/>
              <a:ahLst/>
              <a:cxnLst/>
              <a:rect l="l" t="t" r="r" b="b"/>
              <a:pathLst>
                <a:path w="8073" h="8595" extrusionOk="0">
                  <a:moveTo>
                    <a:pt x="4036" y="1"/>
                  </a:moveTo>
                  <a:cubicBezTo>
                    <a:pt x="4036" y="4024"/>
                    <a:pt x="650" y="4285"/>
                    <a:pt x="1" y="4297"/>
                  </a:cubicBezTo>
                  <a:cubicBezTo>
                    <a:pt x="650" y="4310"/>
                    <a:pt x="4036" y="4572"/>
                    <a:pt x="4036" y="8594"/>
                  </a:cubicBezTo>
                  <a:cubicBezTo>
                    <a:pt x="4036" y="4571"/>
                    <a:pt x="7421" y="4310"/>
                    <a:pt x="8072" y="4297"/>
                  </a:cubicBezTo>
                  <a:cubicBezTo>
                    <a:pt x="7421" y="4285"/>
                    <a:pt x="4036" y="4023"/>
                    <a:pt x="4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7152443" y="4987057"/>
              <a:ext cx="122161" cy="122097"/>
            </a:xfrm>
            <a:custGeom>
              <a:avLst/>
              <a:gdLst/>
              <a:ahLst/>
              <a:cxnLst/>
              <a:rect l="l" t="t" r="r" b="b"/>
              <a:pathLst>
                <a:path w="3822" h="3820" extrusionOk="0">
                  <a:moveTo>
                    <a:pt x="1911" y="1"/>
                  </a:moveTo>
                  <a:cubicBezTo>
                    <a:pt x="856" y="1"/>
                    <a:pt x="0" y="854"/>
                    <a:pt x="0" y="1909"/>
                  </a:cubicBezTo>
                  <a:cubicBezTo>
                    <a:pt x="0" y="2964"/>
                    <a:pt x="856" y="3820"/>
                    <a:pt x="1911" y="3820"/>
                  </a:cubicBezTo>
                  <a:cubicBezTo>
                    <a:pt x="2966" y="3820"/>
                    <a:pt x="3821" y="2964"/>
                    <a:pt x="3821" y="1909"/>
                  </a:cubicBezTo>
                  <a:cubicBezTo>
                    <a:pt x="3821" y="854"/>
                    <a:pt x="2966" y="1"/>
                    <a:pt x="1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subTitle" idx="1"/>
          </p:nvPr>
        </p:nvSpPr>
        <p:spPr>
          <a:xfrm>
            <a:off x="720000" y="1472975"/>
            <a:ext cx="3814500" cy="19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♪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-224405" y="3558561"/>
            <a:ext cx="3441825" cy="1706400"/>
          </a:xfrm>
          <a:custGeom>
            <a:avLst/>
            <a:gdLst/>
            <a:ahLst/>
            <a:cxnLst/>
            <a:rect l="l" t="t" r="r" b="b"/>
            <a:pathLst>
              <a:path w="137673" h="68256" extrusionOk="0">
                <a:moveTo>
                  <a:pt x="6690" y="9165"/>
                </a:moveTo>
                <a:cubicBezTo>
                  <a:pt x="9383" y="4501"/>
                  <a:pt x="15493" y="493"/>
                  <a:pt x="19697" y="99"/>
                </a:cubicBezTo>
                <a:cubicBezTo>
                  <a:pt x="23901" y="-295"/>
                  <a:pt x="29616" y="3121"/>
                  <a:pt x="31915" y="6800"/>
                </a:cubicBezTo>
                <a:cubicBezTo>
                  <a:pt x="34214" y="10479"/>
                  <a:pt x="33951" y="16390"/>
                  <a:pt x="33491" y="22171"/>
                </a:cubicBezTo>
                <a:cubicBezTo>
                  <a:pt x="33031" y="27952"/>
                  <a:pt x="29156" y="36886"/>
                  <a:pt x="29156" y="41484"/>
                </a:cubicBezTo>
                <a:cubicBezTo>
                  <a:pt x="29156" y="46082"/>
                  <a:pt x="29944" y="47987"/>
                  <a:pt x="33491" y="49761"/>
                </a:cubicBezTo>
                <a:cubicBezTo>
                  <a:pt x="37038" y="51535"/>
                  <a:pt x="44133" y="52652"/>
                  <a:pt x="50439" y="52126"/>
                </a:cubicBezTo>
                <a:cubicBezTo>
                  <a:pt x="56745" y="51601"/>
                  <a:pt x="63775" y="46674"/>
                  <a:pt x="71329" y="46608"/>
                </a:cubicBezTo>
                <a:cubicBezTo>
                  <a:pt x="78883" y="46542"/>
                  <a:pt x="89065" y="51338"/>
                  <a:pt x="95765" y="51732"/>
                </a:cubicBezTo>
                <a:cubicBezTo>
                  <a:pt x="102465" y="52126"/>
                  <a:pt x="105619" y="48382"/>
                  <a:pt x="111531" y="48973"/>
                </a:cubicBezTo>
                <a:cubicBezTo>
                  <a:pt x="117443" y="49564"/>
                  <a:pt x="127428" y="52455"/>
                  <a:pt x="131238" y="55279"/>
                </a:cubicBezTo>
                <a:cubicBezTo>
                  <a:pt x="135048" y="58104"/>
                  <a:pt x="141617" y="64147"/>
                  <a:pt x="134391" y="65920"/>
                </a:cubicBezTo>
                <a:cubicBezTo>
                  <a:pt x="127165" y="67694"/>
                  <a:pt x="109034" y="66051"/>
                  <a:pt x="87882" y="65920"/>
                </a:cubicBezTo>
                <a:cubicBezTo>
                  <a:pt x="66730" y="65789"/>
                  <a:pt x="21536" y="71438"/>
                  <a:pt x="7478" y="65132"/>
                </a:cubicBezTo>
                <a:cubicBezTo>
                  <a:pt x="-6579" y="58826"/>
                  <a:pt x="3668" y="37411"/>
                  <a:pt x="3537" y="28083"/>
                </a:cubicBezTo>
                <a:cubicBezTo>
                  <a:pt x="3406" y="18755"/>
                  <a:pt x="3997" y="13829"/>
                  <a:pt x="6690" y="916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122" name="Google Shape;122;p7"/>
          <p:cNvGrpSpPr/>
          <p:nvPr/>
        </p:nvGrpSpPr>
        <p:grpSpPr>
          <a:xfrm>
            <a:off x="-33691" y="3705540"/>
            <a:ext cx="2955954" cy="1556593"/>
            <a:chOff x="-33691" y="3705540"/>
            <a:chExt cx="2955954" cy="1556593"/>
          </a:xfrm>
        </p:grpSpPr>
        <p:sp>
          <p:nvSpPr>
            <p:cNvPr id="123" name="Google Shape;123;p7"/>
            <p:cNvSpPr/>
            <p:nvPr/>
          </p:nvSpPr>
          <p:spPr>
            <a:xfrm>
              <a:off x="376705" y="4850137"/>
              <a:ext cx="120342" cy="115720"/>
            </a:xfrm>
            <a:custGeom>
              <a:avLst/>
              <a:gdLst/>
              <a:ahLst/>
              <a:cxnLst/>
              <a:rect l="l" t="t" r="r" b="b"/>
              <a:pathLst>
                <a:path w="4296" h="4131" extrusionOk="0">
                  <a:moveTo>
                    <a:pt x="2230" y="1"/>
                  </a:moveTo>
                  <a:cubicBezTo>
                    <a:pt x="1395" y="1"/>
                    <a:pt x="640" y="504"/>
                    <a:pt x="320" y="1275"/>
                  </a:cubicBezTo>
                  <a:cubicBezTo>
                    <a:pt x="1" y="2047"/>
                    <a:pt x="178" y="2936"/>
                    <a:pt x="770" y="3526"/>
                  </a:cubicBezTo>
                  <a:cubicBezTo>
                    <a:pt x="1165" y="3921"/>
                    <a:pt x="1693" y="4131"/>
                    <a:pt x="2231" y="4131"/>
                  </a:cubicBezTo>
                  <a:cubicBezTo>
                    <a:pt x="2497" y="4131"/>
                    <a:pt x="2765" y="4079"/>
                    <a:pt x="3021" y="3973"/>
                  </a:cubicBezTo>
                  <a:cubicBezTo>
                    <a:pt x="3792" y="3656"/>
                    <a:pt x="4295" y="2901"/>
                    <a:pt x="4295" y="2066"/>
                  </a:cubicBezTo>
                  <a:cubicBezTo>
                    <a:pt x="4295" y="926"/>
                    <a:pt x="3370" y="1"/>
                    <a:pt x="2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-33691" y="4229205"/>
              <a:ext cx="153229" cy="153081"/>
            </a:xfrm>
            <a:custGeom>
              <a:avLst/>
              <a:gdLst/>
              <a:ahLst/>
              <a:cxnLst/>
              <a:rect l="l" t="t" r="r" b="b"/>
              <a:pathLst>
                <a:path w="3857" h="3854" extrusionOk="0">
                  <a:moveTo>
                    <a:pt x="1927" y="1"/>
                  </a:moveTo>
                  <a:cubicBezTo>
                    <a:pt x="864" y="1"/>
                    <a:pt x="1" y="864"/>
                    <a:pt x="1" y="1927"/>
                  </a:cubicBezTo>
                  <a:cubicBezTo>
                    <a:pt x="1" y="2991"/>
                    <a:pt x="864" y="3854"/>
                    <a:pt x="1927" y="3854"/>
                  </a:cubicBezTo>
                  <a:cubicBezTo>
                    <a:pt x="2993" y="3854"/>
                    <a:pt x="3856" y="2991"/>
                    <a:pt x="3856" y="1927"/>
                  </a:cubicBezTo>
                  <a:cubicBezTo>
                    <a:pt x="3856" y="864"/>
                    <a:pt x="2993" y="1"/>
                    <a:pt x="19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 rot="9969433">
              <a:off x="166233" y="4040640"/>
              <a:ext cx="326415" cy="226966"/>
            </a:xfrm>
            <a:custGeom>
              <a:avLst/>
              <a:gdLst/>
              <a:ahLst/>
              <a:cxnLst/>
              <a:rect l="l" t="t" r="r" b="b"/>
              <a:pathLst>
                <a:path w="11652" h="8102" extrusionOk="0">
                  <a:moveTo>
                    <a:pt x="3600" y="1"/>
                  </a:moveTo>
                  <a:lnTo>
                    <a:pt x="1" y="1433"/>
                  </a:lnTo>
                  <a:cubicBezTo>
                    <a:pt x="1" y="1433"/>
                    <a:pt x="4537" y="8102"/>
                    <a:pt x="9676" y="8102"/>
                  </a:cubicBezTo>
                  <a:cubicBezTo>
                    <a:pt x="9784" y="8102"/>
                    <a:pt x="9892" y="8099"/>
                    <a:pt x="10000" y="8093"/>
                  </a:cubicBezTo>
                  <a:lnTo>
                    <a:pt x="11652" y="6435"/>
                  </a:lnTo>
                  <a:cubicBezTo>
                    <a:pt x="11652" y="6435"/>
                    <a:pt x="5738" y="5953"/>
                    <a:pt x="36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41462" y="3706432"/>
              <a:ext cx="200373" cy="246006"/>
            </a:xfrm>
            <a:custGeom>
              <a:avLst/>
              <a:gdLst/>
              <a:ahLst/>
              <a:cxnLst/>
              <a:rect l="l" t="t" r="r" b="b"/>
              <a:pathLst>
                <a:path w="7153" h="8782" extrusionOk="0">
                  <a:moveTo>
                    <a:pt x="7134" y="1"/>
                  </a:moveTo>
                  <a:lnTo>
                    <a:pt x="1906" y="1194"/>
                  </a:lnTo>
                  <a:lnTo>
                    <a:pt x="1906" y="2556"/>
                  </a:lnTo>
                  <a:lnTo>
                    <a:pt x="1910" y="2556"/>
                  </a:lnTo>
                  <a:lnTo>
                    <a:pt x="1910" y="7029"/>
                  </a:lnTo>
                  <a:cubicBezTo>
                    <a:pt x="1782" y="6975"/>
                    <a:pt x="1633" y="6946"/>
                    <a:pt x="1476" y="6946"/>
                  </a:cubicBezTo>
                  <a:cubicBezTo>
                    <a:pt x="1290" y="6946"/>
                    <a:pt x="1091" y="6986"/>
                    <a:pt x="898" y="7072"/>
                  </a:cubicBezTo>
                  <a:cubicBezTo>
                    <a:pt x="316" y="7332"/>
                    <a:pt x="1" y="7895"/>
                    <a:pt x="195" y="8329"/>
                  </a:cubicBezTo>
                  <a:cubicBezTo>
                    <a:pt x="322" y="8620"/>
                    <a:pt x="642" y="8781"/>
                    <a:pt x="1014" y="8781"/>
                  </a:cubicBezTo>
                  <a:cubicBezTo>
                    <a:pt x="1202" y="8781"/>
                    <a:pt x="1403" y="8740"/>
                    <a:pt x="1599" y="8653"/>
                  </a:cubicBezTo>
                  <a:cubicBezTo>
                    <a:pt x="2013" y="8470"/>
                    <a:pt x="2288" y="8131"/>
                    <a:pt x="2345" y="7792"/>
                  </a:cubicBezTo>
                  <a:lnTo>
                    <a:pt x="2349" y="7792"/>
                  </a:lnTo>
                  <a:lnTo>
                    <a:pt x="2349" y="7773"/>
                  </a:lnTo>
                  <a:cubicBezTo>
                    <a:pt x="2360" y="7701"/>
                    <a:pt x="2360" y="7628"/>
                    <a:pt x="2349" y="7558"/>
                  </a:cubicBezTo>
                  <a:lnTo>
                    <a:pt x="2349" y="2452"/>
                  </a:lnTo>
                  <a:lnTo>
                    <a:pt x="6693" y="1412"/>
                  </a:lnTo>
                  <a:lnTo>
                    <a:pt x="6693" y="5921"/>
                  </a:lnTo>
                  <a:cubicBezTo>
                    <a:pt x="6563" y="5864"/>
                    <a:pt x="6413" y="5834"/>
                    <a:pt x="6254" y="5834"/>
                  </a:cubicBezTo>
                  <a:cubicBezTo>
                    <a:pt x="6068" y="5834"/>
                    <a:pt x="5868" y="5875"/>
                    <a:pt x="5674" y="5962"/>
                  </a:cubicBezTo>
                  <a:cubicBezTo>
                    <a:pt x="5092" y="6220"/>
                    <a:pt x="4777" y="6784"/>
                    <a:pt x="4971" y="7219"/>
                  </a:cubicBezTo>
                  <a:cubicBezTo>
                    <a:pt x="5098" y="7509"/>
                    <a:pt x="5418" y="7671"/>
                    <a:pt x="5790" y="7671"/>
                  </a:cubicBezTo>
                  <a:cubicBezTo>
                    <a:pt x="5978" y="7671"/>
                    <a:pt x="6179" y="7630"/>
                    <a:pt x="6375" y="7543"/>
                  </a:cubicBezTo>
                  <a:cubicBezTo>
                    <a:pt x="6859" y="7328"/>
                    <a:pt x="7153" y="6902"/>
                    <a:pt x="7127" y="6514"/>
                  </a:cubicBezTo>
                  <a:lnTo>
                    <a:pt x="7132" y="6514"/>
                  </a:lnTo>
                  <a:lnTo>
                    <a:pt x="7132" y="1309"/>
                  </a:lnTo>
                  <a:lnTo>
                    <a:pt x="7134" y="1309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143827" y="4494738"/>
              <a:ext cx="309258" cy="488230"/>
            </a:xfrm>
            <a:custGeom>
              <a:avLst/>
              <a:gdLst/>
              <a:ahLst/>
              <a:cxnLst/>
              <a:rect l="l" t="t" r="r" b="b"/>
              <a:pathLst>
                <a:path w="11040" h="17429" extrusionOk="0">
                  <a:moveTo>
                    <a:pt x="5236" y="0"/>
                  </a:moveTo>
                  <a:cubicBezTo>
                    <a:pt x="5032" y="0"/>
                    <a:pt x="4866" y="166"/>
                    <a:pt x="4866" y="371"/>
                  </a:cubicBezTo>
                  <a:lnTo>
                    <a:pt x="4866" y="13362"/>
                  </a:lnTo>
                  <a:lnTo>
                    <a:pt x="4870" y="13362"/>
                  </a:lnTo>
                  <a:lnTo>
                    <a:pt x="4870" y="13426"/>
                  </a:lnTo>
                  <a:cubicBezTo>
                    <a:pt x="4501" y="13184"/>
                    <a:pt x="4026" y="13054"/>
                    <a:pt x="3512" y="13054"/>
                  </a:cubicBezTo>
                  <a:cubicBezTo>
                    <a:pt x="3070" y="13054"/>
                    <a:pt x="2598" y="13150"/>
                    <a:pt x="2138" y="13354"/>
                  </a:cubicBezTo>
                  <a:cubicBezTo>
                    <a:pt x="752" y="13970"/>
                    <a:pt x="0" y="15312"/>
                    <a:pt x="458" y="16353"/>
                  </a:cubicBezTo>
                  <a:cubicBezTo>
                    <a:pt x="764" y="17044"/>
                    <a:pt x="1531" y="17429"/>
                    <a:pt x="2419" y="17429"/>
                  </a:cubicBezTo>
                  <a:cubicBezTo>
                    <a:pt x="2866" y="17429"/>
                    <a:pt x="3344" y="17331"/>
                    <a:pt x="3808" y="17126"/>
                  </a:cubicBezTo>
                  <a:cubicBezTo>
                    <a:pt x="4985" y="16602"/>
                    <a:pt x="5699" y="15560"/>
                    <a:pt x="5609" y="14622"/>
                  </a:cubicBezTo>
                  <a:lnTo>
                    <a:pt x="5609" y="7681"/>
                  </a:lnTo>
                  <a:lnTo>
                    <a:pt x="5605" y="7681"/>
                  </a:lnTo>
                  <a:lnTo>
                    <a:pt x="5605" y="1803"/>
                  </a:lnTo>
                  <a:cubicBezTo>
                    <a:pt x="5916" y="2112"/>
                    <a:pt x="6355" y="2451"/>
                    <a:pt x="7001" y="2864"/>
                  </a:cubicBezTo>
                  <a:lnTo>
                    <a:pt x="7284" y="3041"/>
                  </a:lnTo>
                  <a:cubicBezTo>
                    <a:pt x="8723" y="3936"/>
                    <a:pt x="10085" y="4936"/>
                    <a:pt x="9529" y="6415"/>
                  </a:cubicBezTo>
                  <a:cubicBezTo>
                    <a:pt x="9467" y="6602"/>
                    <a:pt x="9563" y="6807"/>
                    <a:pt x="9748" y="6877"/>
                  </a:cubicBezTo>
                  <a:cubicBezTo>
                    <a:pt x="9791" y="6894"/>
                    <a:pt x="9835" y="6901"/>
                    <a:pt x="9879" y="6901"/>
                  </a:cubicBezTo>
                  <a:cubicBezTo>
                    <a:pt x="10023" y="6901"/>
                    <a:pt x="10161" y="6816"/>
                    <a:pt x="10221" y="6677"/>
                  </a:cubicBezTo>
                  <a:cubicBezTo>
                    <a:pt x="11040" y="4503"/>
                    <a:pt x="8851" y="3144"/>
                    <a:pt x="7674" y="2413"/>
                  </a:cubicBezTo>
                  <a:lnTo>
                    <a:pt x="7399" y="2240"/>
                  </a:lnTo>
                  <a:cubicBezTo>
                    <a:pt x="5974" y="1328"/>
                    <a:pt x="5739" y="878"/>
                    <a:pt x="5607" y="399"/>
                  </a:cubicBezTo>
                  <a:lnTo>
                    <a:pt x="5607" y="371"/>
                  </a:lnTo>
                  <a:cubicBezTo>
                    <a:pt x="5605" y="166"/>
                    <a:pt x="5441" y="0"/>
                    <a:pt x="5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1848796" y="4971440"/>
              <a:ext cx="123731" cy="123787"/>
            </a:xfrm>
            <a:custGeom>
              <a:avLst/>
              <a:gdLst/>
              <a:ahLst/>
              <a:cxnLst/>
              <a:rect l="l" t="t" r="r" b="b"/>
              <a:pathLst>
                <a:path w="4417" h="4419" extrusionOk="0">
                  <a:moveTo>
                    <a:pt x="2209" y="0"/>
                  </a:moveTo>
                  <a:cubicBezTo>
                    <a:pt x="990" y="0"/>
                    <a:pt x="1" y="989"/>
                    <a:pt x="1" y="2210"/>
                  </a:cubicBezTo>
                  <a:cubicBezTo>
                    <a:pt x="1" y="3429"/>
                    <a:pt x="990" y="4418"/>
                    <a:pt x="2209" y="4418"/>
                  </a:cubicBezTo>
                  <a:cubicBezTo>
                    <a:pt x="3428" y="4418"/>
                    <a:pt x="4417" y="3429"/>
                    <a:pt x="4417" y="2210"/>
                  </a:cubicBezTo>
                  <a:cubicBezTo>
                    <a:pt x="4417" y="989"/>
                    <a:pt x="3428" y="0"/>
                    <a:pt x="22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393058" y="3705540"/>
              <a:ext cx="108044" cy="107960"/>
            </a:xfrm>
            <a:custGeom>
              <a:avLst/>
              <a:gdLst/>
              <a:ahLst/>
              <a:cxnLst/>
              <a:rect l="l" t="t" r="r" b="b"/>
              <a:pathLst>
                <a:path w="3857" h="3854" extrusionOk="0">
                  <a:moveTo>
                    <a:pt x="1927" y="1"/>
                  </a:moveTo>
                  <a:cubicBezTo>
                    <a:pt x="864" y="1"/>
                    <a:pt x="1" y="864"/>
                    <a:pt x="1" y="1927"/>
                  </a:cubicBezTo>
                  <a:cubicBezTo>
                    <a:pt x="1" y="2991"/>
                    <a:pt x="864" y="3854"/>
                    <a:pt x="1927" y="3854"/>
                  </a:cubicBezTo>
                  <a:cubicBezTo>
                    <a:pt x="2993" y="3854"/>
                    <a:pt x="3856" y="2991"/>
                    <a:pt x="3856" y="1927"/>
                  </a:cubicBezTo>
                  <a:cubicBezTo>
                    <a:pt x="3856" y="864"/>
                    <a:pt x="2993" y="1"/>
                    <a:pt x="1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86691" y="4982976"/>
              <a:ext cx="153228" cy="255782"/>
            </a:xfrm>
            <a:custGeom>
              <a:avLst/>
              <a:gdLst/>
              <a:ahLst/>
              <a:cxnLst/>
              <a:rect l="l" t="t" r="r" b="b"/>
              <a:pathLst>
                <a:path w="5470" h="9131" extrusionOk="0">
                  <a:moveTo>
                    <a:pt x="1870" y="0"/>
                  </a:moveTo>
                  <a:lnTo>
                    <a:pt x="1" y="303"/>
                  </a:lnTo>
                  <a:cubicBezTo>
                    <a:pt x="1" y="303"/>
                    <a:pt x="3654" y="3432"/>
                    <a:pt x="2226" y="8357"/>
                  </a:cubicBezTo>
                  <a:lnTo>
                    <a:pt x="5269" y="9130"/>
                  </a:lnTo>
                  <a:cubicBezTo>
                    <a:pt x="5269" y="9130"/>
                    <a:pt x="5470" y="2317"/>
                    <a:pt x="1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2595861" y="4919856"/>
              <a:ext cx="326402" cy="226957"/>
            </a:xfrm>
            <a:custGeom>
              <a:avLst/>
              <a:gdLst/>
              <a:ahLst/>
              <a:cxnLst/>
              <a:rect l="l" t="t" r="r" b="b"/>
              <a:pathLst>
                <a:path w="11652" h="8102" extrusionOk="0">
                  <a:moveTo>
                    <a:pt x="3600" y="1"/>
                  </a:moveTo>
                  <a:lnTo>
                    <a:pt x="1" y="1433"/>
                  </a:lnTo>
                  <a:cubicBezTo>
                    <a:pt x="1" y="1433"/>
                    <a:pt x="4537" y="8102"/>
                    <a:pt x="9676" y="8102"/>
                  </a:cubicBezTo>
                  <a:cubicBezTo>
                    <a:pt x="9784" y="8102"/>
                    <a:pt x="9892" y="8099"/>
                    <a:pt x="10000" y="8093"/>
                  </a:cubicBezTo>
                  <a:lnTo>
                    <a:pt x="11652" y="6435"/>
                  </a:lnTo>
                  <a:cubicBezTo>
                    <a:pt x="11652" y="6435"/>
                    <a:pt x="5738" y="5953"/>
                    <a:pt x="36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1334345" y="4850119"/>
              <a:ext cx="298529" cy="366432"/>
            </a:xfrm>
            <a:custGeom>
              <a:avLst/>
              <a:gdLst/>
              <a:ahLst/>
              <a:cxnLst/>
              <a:rect l="l" t="t" r="r" b="b"/>
              <a:pathLst>
                <a:path w="10657" h="13081" extrusionOk="0">
                  <a:moveTo>
                    <a:pt x="10627" y="0"/>
                  </a:moveTo>
                  <a:lnTo>
                    <a:pt x="2842" y="1780"/>
                  </a:lnTo>
                  <a:lnTo>
                    <a:pt x="2842" y="3806"/>
                  </a:lnTo>
                  <a:lnTo>
                    <a:pt x="2846" y="3806"/>
                  </a:lnTo>
                  <a:lnTo>
                    <a:pt x="2846" y="10470"/>
                  </a:lnTo>
                  <a:cubicBezTo>
                    <a:pt x="2655" y="10389"/>
                    <a:pt x="2435" y="10346"/>
                    <a:pt x="2202" y="10346"/>
                  </a:cubicBezTo>
                  <a:cubicBezTo>
                    <a:pt x="1924" y="10346"/>
                    <a:pt x="1627" y="10407"/>
                    <a:pt x="1337" y="10534"/>
                  </a:cubicBezTo>
                  <a:cubicBezTo>
                    <a:pt x="470" y="10920"/>
                    <a:pt x="1" y="11760"/>
                    <a:pt x="289" y="12410"/>
                  </a:cubicBezTo>
                  <a:cubicBezTo>
                    <a:pt x="480" y="12842"/>
                    <a:pt x="957" y="13081"/>
                    <a:pt x="1510" y="13081"/>
                  </a:cubicBezTo>
                  <a:cubicBezTo>
                    <a:pt x="1790" y="13081"/>
                    <a:pt x="2089" y="13020"/>
                    <a:pt x="2381" y="12891"/>
                  </a:cubicBezTo>
                  <a:cubicBezTo>
                    <a:pt x="2999" y="12617"/>
                    <a:pt x="3409" y="12111"/>
                    <a:pt x="3492" y="11608"/>
                  </a:cubicBezTo>
                  <a:lnTo>
                    <a:pt x="3498" y="11608"/>
                  </a:lnTo>
                  <a:lnTo>
                    <a:pt x="3498" y="11579"/>
                  </a:lnTo>
                  <a:cubicBezTo>
                    <a:pt x="3513" y="11472"/>
                    <a:pt x="3513" y="11363"/>
                    <a:pt x="3498" y="11257"/>
                  </a:cubicBezTo>
                  <a:lnTo>
                    <a:pt x="3498" y="3651"/>
                  </a:lnTo>
                  <a:lnTo>
                    <a:pt x="9971" y="2103"/>
                  </a:lnTo>
                  <a:lnTo>
                    <a:pt x="9971" y="8823"/>
                  </a:lnTo>
                  <a:cubicBezTo>
                    <a:pt x="9778" y="8739"/>
                    <a:pt x="9555" y="8695"/>
                    <a:pt x="9318" y="8695"/>
                  </a:cubicBezTo>
                  <a:cubicBezTo>
                    <a:pt x="9040" y="8695"/>
                    <a:pt x="8742" y="8756"/>
                    <a:pt x="8453" y="8885"/>
                  </a:cubicBezTo>
                  <a:cubicBezTo>
                    <a:pt x="7586" y="9268"/>
                    <a:pt x="7119" y="10108"/>
                    <a:pt x="7405" y="10756"/>
                  </a:cubicBezTo>
                  <a:cubicBezTo>
                    <a:pt x="7594" y="11188"/>
                    <a:pt x="8073" y="11428"/>
                    <a:pt x="8626" y="11428"/>
                  </a:cubicBezTo>
                  <a:cubicBezTo>
                    <a:pt x="8906" y="11428"/>
                    <a:pt x="9205" y="11366"/>
                    <a:pt x="9495" y="11238"/>
                  </a:cubicBezTo>
                  <a:cubicBezTo>
                    <a:pt x="10218" y="10918"/>
                    <a:pt x="10657" y="10283"/>
                    <a:pt x="10618" y="9705"/>
                  </a:cubicBezTo>
                  <a:lnTo>
                    <a:pt x="10623" y="9705"/>
                  </a:lnTo>
                  <a:lnTo>
                    <a:pt x="10623" y="1950"/>
                  </a:lnTo>
                  <a:lnTo>
                    <a:pt x="10629" y="1950"/>
                  </a:lnTo>
                  <a:lnTo>
                    <a:pt x="106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2188443" y="4959627"/>
              <a:ext cx="191493" cy="302507"/>
            </a:xfrm>
            <a:custGeom>
              <a:avLst/>
              <a:gdLst/>
              <a:ahLst/>
              <a:cxnLst/>
              <a:rect l="l" t="t" r="r" b="b"/>
              <a:pathLst>
                <a:path w="6836" h="10799" extrusionOk="0">
                  <a:moveTo>
                    <a:pt x="3241" y="1"/>
                  </a:moveTo>
                  <a:cubicBezTo>
                    <a:pt x="3116" y="1"/>
                    <a:pt x="3016" y="99"/>
                    <a:pt x="3012" y="222"/>
                  </a:cubicBezTo>
                  <a:lnTo>
                    <a:pt x="3012" y="8280"/>
                  </a:lnTo>
                  <a:lnTo>
                    <a:pt x="3014" y="8280"/>
                  </a:lnTo>
                  <a:lnTo>
                    <a:pt x="3014" y="8321"/>
                  </a:lnTo>
                  <a:cubicBezTo>
                    <a:pt x="2786" y="8171"/>
                    <a:pt x="2493" y="8090"/>
                    <a:pt x="2174" y="8090"/>
                  </a:cubicBezTo>
                  <a:cubicBezTo>
                    <a:pt x="1900" y="8090"/>
                    <a:pt x="1608" y="8150"/>
                    <a:pt x="1322" y="8276"/>
                  </a:cubicBezTo>
                  <a:cubicBezTo>
                    <a:pt x="463" y="8658"/>
                    <a:pt x="1" y="9489"/>
                    <a:pt x="284" y="10132"/>
                  </a:cubicBezTo>
                  <a:cubicBezTo>
                    <a:pt x="472" y="10560"/>
                    <a:pt x="947" y="10799"/>
                    <a:pt x="1496" y="10799"/>
                  </a:cubicBezTo>
                  <a:cubicBezTo>
                    <a:pt x="1773" y="10799"/>
                    <a:pt x="2069" y="10738"/>
                    <a:pt x="2358" y="10610"/>
                  </a:cubicBezTo>
                  <a:cubicBezTo>
                    <a:pt x="3086" y="10286"/>
                    <a:pt x="3530" y="9640"/>
                    <a:pt x="3474" y="9060"/>
                  </a:cubicBezTo>
                  <a:lnTo>
                    <a:pt x="3474" y="4762"/>
                  </a:lnTo>
                  <a:lnTo>
                    <a:pt x="3470" y="4762"/>
                  </a:lnTo>
                  <a:lnTo>
                    <a:pt x="3470" y="1122"/>
                  </a:lnTo>
                  <a:cubicBezTo>
                    <a:pt x="3662" y="1316"/>
                    <a:pt x="3935" y="1525"/>
                    <a:pt x="4335" y="1780"/>
                  </a:cubicBezTo>
                  <a:lnTo>
                    <a:pt x="4510" y="1891"/>
                  </a:lnTo>
                  <a:cubicBezTo>
                    <a:pt x="5403" y="2445"/>
                    <a:pt x="6245" y="3063"/>
                    <a:pt x="5900" y="3980"/>
                  </a:cubicBezTo>
                  <a:cubicBezTo>
                    <a:pt x="5855" y="4097"/>
                    <a:pt x="5915" y="4229"/>
                    <a:pt x="6034" y="4274"/>
                  </a:cubicBezTo>
                  <a:cubicBezTo>
                    <a:pt x="6060" y="4284"/>
                    <a:pt x="6088" y="4289"/>
                    <a:pt x="6114" y="4289"/>
                  </a:cubicBezTo>
                  <a:cubicBezTo>
                    <a:pt x="6206" y="4289"/>
                    <a:pt x="6293" y="4232"/>
                    <a:pt x="6328" y="4142"/>
                  </a:cubicBezTo>
                  <a:cubicBezTo>
                    <a:pt x="6835" y="2795"/>
                    <a:pt x="5480" y="1953"/>
                    <a:pt x="4753" y="1501"/>
                  </a:cubicBezTo>
                  <a:lnTo>
                    <a:pt x="4583" y="1395"/>
                  </a:lnTo>
                  <a:cubicBezTo>
                    <a:pt x="3698" y="830"/>
                    <a:pt x="3553" y="551"/>
                    <a:pt x="3470" y="254"/>
                  </a:cubicBezTo>
                  <a:lnTo>
                    <a:pt x="3470" y="235"/>
                  </a:lnTo>
                  <a:cubicBezTo>
                    <a:pt x="3474" y="109"/>
                    <a:pt x="3374" y="3"/>
                    <a:pt x="3248" y="1"/>
                  </a:cubicBezTo>
                  <a:cubicBezTo>
                    <a:pt x="3246" y="1"/>
                    <a:pt x="3243" y="1"/>
                    <a:pt x="3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1922194" y="4886156"/>
              <a:ext cx="209023" cy="209063"/>
            </a:xfrm>
            <a:custGeom>
              <a:avLst/>
              <a:gdLst/>
              <a:ahLst/>
              <a:cxnLst/>
              <a:rect l="l" t="t" r="r" b="b"/>
              <a:pathLst>
                <a:path w="4417" h="4419" extrusionOk="0">
                  <a:moveTo>
                    <a:pt x="2209" y="0"/>
                  </a:moveTo>
                  <a:cubicBezTo>
                    <a:pt x="990" y="0"/>
                    <a:pt x="1" y="989"/>
                    <a:pt x="1" y="2210"/>
                  </a:cubicBezTo>
                  <a:cubicBezTo>
                    <a:pt x="1" y="3429"/>
                    <a:pt x="990" y="4418"/>
                    <a:pt x="2209" y="4418"/>
                  </a:cubicBezTo>
                  <a:cubicBezTo>
                    <a:pt x="3428" y="4418"/>
                    <a:pt x="4417" y="3429"/>
                    <a:pt x="4417" y="2210"/>
                  </a:cubicBezTo>
                  <a:cubicBezTo>
                    <a:pt x="4417" y="989"/>
                    <a:pt x="3428" y="0"/>
                    <a:pt x="2209" y="0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1073557" y="4911855"/>
              <a:ext cx="228190" cy="242980"/>
            </a:xfrm>
            <a:custGeom>
              <a:avLst/>
              <a:gdLst/>
              <a:ahLst/>
              <a:cxnLst/>
              <a:rect l="l" t="t" r="r" b="b"/>
              <a:pathLst>
                <a:path w="8146" h="8674" extrusionOk="0">
                  <a:moveTo>
                    <a:pt x="4073" y="0"/>
                  </a:moveTo>
                  <a:cubicBezTo>
                    <a:pt x="4073" y="4060"/>
                    <a:pt x="657" y="4324"/>
                    <a:pt x="0" y="4337"/>
                  </a:cubicBezTo>
                  <a:cubicBezTo>
                    <a:pt x="657" y="4350"/>
                    <a:pt x="4073" y="4614"/>
                    <a:pt x="4073" y="8674"/>
                  </a:cubicBezTo>
                  <a:cubicBezTo>
                    <a:pt x="4073" y="4614"/>
                    <a:pt x="7489" y="4350"/>
                    <a:pt x="8145" y="4337"/>
                  </a:cubicBezTo>
                  <a:cubicBezTo>
                    <a:pt x="7489" y="4324"/>
                    <a:pt x="4073" y="4060"/>
                    <a:pt x="4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16"/>
          <p:cNvGrpSpPr/>
          <p:nvPr/>
        </p:nvGrpSpPr>
        <p:grpSpPr>
          <a:xfrm>
            <a:off x="-126504" y="-106982"/>
            <a:ext cx="9495167" cy="5349965"/>
            <a:chOff x="-126504" y="-106982"/>
            <a:chExt cx="9495167" cy="5349965"/>
          </a:xfrm>
        </p:grpSpPr>
        <p:sp>
          <p:nvSpPr>
            <p:cNvPr id="280" name="Google Shape;280;p16"/>
            <p:cNvSpPr/>
            <p:nvPr/>
          </p:nvSpPr>
          <p:spPr>
            <a:xfrm>
              <a:off x="8429688" y="-106982"/>
              <a:ext cx="938975" cy="2784075"/>
            </a:xfrm>
            <a:custGeom>
              <a:avLst/>
              <a:gdLst/>
              <a:ahLst/>
              <a:cxnLst/>
              <a:rect l="l" t="t" r="r" b="b"/>
              <a:pathLst>
                <a:path w="37559" h="111363" extrusionOk="0">
                  <a:moveTo>
                    <a:pt x="3650" y="1305"/>
                  </a:moveTo>
                  <a:cubicBezTo>
                    <a:pt x="1574" y="2645"/>
                    <a:pt x="101" y="5190"/>
                    <a:pt x="34" y="8137"/>
                  </a:cubicBezTo>
                  <a:cubicBezTo>
                    <a:pt x="-33" y="11084"/>
                    <a:pt x="100" y="16106"/>
                    <a:pt x="3248" y="18986"/>
                  </a:cubicBezTo>
                  <a:cubicBezTo>
                    <a:pt x="6396" y="21866"/>
                    <a:pt x="16442" y="22469"/>
                    <a:pt x="18920" y="25416"/>
                  </a:cubicBezTo>
                  <a:cubicBezTo>
                    <a:pt x="21398" y="28363"/>
                    <a:pt x="19322" y="32046"/>
                    <a:pt x="18116" y="36667"/>
                  </a:cubicBezTo>
                  <a:cubicBezTo>
                    <a:pt x="16911" y="41288"/>
                    <a:pt x="11218" y="48052"/>
                    <a:pt x="11687" y="53142"/>
                  </a:cubicBezTo>
                  <a:cubicBezTo>
                    <a:pt x="12156" y="58232"/>
                    <a:pt x="19991" y="62452"/>
                    <a:pt x="20929" y="67207"/>
                  </a:cubicBezTo>
                  <a:cubicBezTo>
                    <a:pt x="21867" y="71962"/>
                    <a:pt x="17246" y="75244"/>
                    <a:pt x="17313" y="81673"/>
                  </a:cubicBezTo>
                  <a:cubicBezTo>
                    <a:pt x="17380" y="88102"/>
                    <a:pt x="18853" y="101028"/>
                    <a:pt x="21331" y="105783"/>
                  </a:cubicBezTo>
                  <a:cubicBezTo>
                    <a:pt x="23809" y="110538"/>
                    <a:pt x="29971" y="112815"/>
                    <a:pt x="32181" y="110203"/>
                  </a:cubicBezTo>
                  <a:cubicBezTo>
                    <a:pt x="34391" y="107591"/>
                    <a:pt x="33788" y="104443"/>
                    <a:pt x="34592" y="90111"/>
                  </a:cubicBezTo>
                  <a:cubicBezTo>
                    <a:pt x="35396" y="75779"/>
                    <a:pt x="36668" y="38140"/>
                    <a:pt x="37003" y="24210"/>
                  </a:cubicBezTo>
                  <a:cubicBezTo>
                    <a:pt x="37338" y="10280"/>
                    <a:pt x="38208" y="10413"/>
                    <a:pt x="36601" y="6529"/>
                  </a:cubicBezTo>
                  <a:cubicBezTo>
                    <a:pt x="34994" y="2645"/>
                    <a:pt x="31377" y="1976"/>
                    <a:pt x="27359" y="904"/>
                  </a:cubicBezTo>
                  <a:cubicBezTo>
                    <a:pt x="23341" y="-167"/>
                    <a:pt x="16443" y="33"/>
                    <a:pt x="12491" y="100"/>
                  </a:cubicBezTo>
                  <a:cubicBezTo>
                    <a:pt x="8540" y="167"/>
                    <a:pt x="5726" y="-34"/>
                    <a:pt x="3650" y="13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81" name="Google Shape;281;p16"/>
            <p:cNvSpPr/>
            <p:nvPr/>
          </p:nvSpPr>
          <p:spPr>
            <a:xfrm>
              <a:off x="-126504" y="3543608"/>
              <a:ext cx="1331625" cy="1699375"/>
            </a:xfrm>
            <a:custGeom>
              <a:avLst/>
              <a:gdLst/>
              <a:ahLst/>
              <a:cxnLst/>
              <a:rect l="l" t="t" r="r" b="b"/>
              <a:pathLst>
                <a:path w="53265" h="67975" extrusionOk="0">
                  <a:moveTo>
                    <a:pt x="3533" y="1792"/>
                  </a:moveTo>
                  <a:cubicBezTo>
                    <a:pt x="6078" y="-1289"/>
                    <a:pt x="12976" y="50"/>
                    <a:pt x="15588" y="3399"/>
                  </a:cubicBezTo>
                  <a:cubicBezTo>
                    <a:pt x="18200" y="6748"/>
                    <a:pt x="19406" y="15723"/>
                    <a:pt x="19205" y="21884"/>
                  </a:cubicBezTo>
                  <a:cubicBezTo>
                    <a:pt x="19004" y="28046"/>
                    <a:pt x="15053" y="35412"/>
                    <a:pt x="14383" y="40368"/>
                  </a:cubicBezTo>
                  <a:cubicBezTo>
                    <a:pt x="13713" y="45324"/>
                    <a:pt x="12306" y="49208"/>
                    <a:pt x="15186" y="51619"/>
                  </a:cubicBezTo>
                  <a:cubicBezTo>
                    <a:pt x="18066" y="54030"/>
                    <a:pt x="26572" y="54901"/>
                    <a:pt x="31662" y="54834"/>
                  </a:cubicBezTo>
                  <a:cubicBezTo>
                    <a:pt x="36752" y="54767"/>
                    <a:pt x="42244" y="51151"/>
                    <a:pt x="45726" y="51218"/>
                  </a:cubicBezTo>
                  <a:cubicBezTo>
                    <a:pt x="49209" y="51285"/>
                    <a:pt x="51419" y="53093"/>
                    <a:pt x="52557" y="55236"/>
                  </a:cubicBezTo>
                  <a:cubicBezTo>
                    <a:pt x="53696" y="57379"/>
                    <a:pt x="53227" y="62469"/>
                    <a:pt x="52557" y="64076"/>
                  </a:cubicBezTo>
                  <a:cubicBezTo>
                    <a:pt x="51887" y="65683"/>
                    <a:pt x="52290" y="64545"/>
                    <a:pt x="48539" y="64880"/>
                  </a:cubicBezTo>
                  <a:cubicBezTo>
                    <a:pt x="44789" y="65215"/>
                    <a:pt x="36082" y="65818"/>
                    <a:pt x="30054" y="66086"/>
                  </a:cubicBezTo>
                  <a:cubicBezTo>
                    <a:pt x="24026" y="66354"/>
                    <a:pt x="17128" y="66487"/>
                    <a:pt x="12373" y="66487"/>
                  </a:cubicBezTo>
                  <a:cubicBezTo>
                    <a:pt x="7618" y="66487"/>
                    <a:pt x="3533" y="69903"/>
                    <a:pt x="1524" y="66086"/>
                  </a:cubicBezTo>
                  <a:cubicBezTo>
                    <a:pt x="-485" y="62269"/>
                    <a:pt x="519" y="50950"/>
                    <a:pt x="318" y="43583"/>
                  </a:cubicBezTo>
                  <a:cubicBezTo>
                    <a:pt x="117" y="36216"/>
                    <a:pt x="-218" y="28849"/>
                    <a:pt x="318" y="21884"/>
                  </a:cubicBezTo>
                  <a:cubicBezTo>
                    <a:pt x="854" y="14919"/>
                    <a:pt x="988" y="4873"/>
                    <a:pt x="3533" y="1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</p:grpSp>
      <p:sp>
        <p:nvSpPr>
          <p:cNvPr id="282" name="Google Shape;28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283" name="Google Shape;283;p16"/>
          <p:cNvGrpSpPr/>
          <p:nvPr/>
        </p:nvGrpSpPr>
        <p:grpSpPr>
          <a:xfrm>
            <a:off x="-55499" y="-189880"/>
            <a:ext cx="9375463" cy="5345959"/>
            <a:chOff x="-55499" y="-189880"/>
            <a:chExt cx="9375463" cy="5345959"/>
          </a:xfrm>
        </p:grpSpPr>
        <p:grpSp>
          <p:nvGrpSpPr>
            <p:cNvPr id="284" name="Google Shape;284;p16"/>
            <p:cNvGrpSpPr/>
            <p:nvPr/>
          </p:nvGrpSpPr>
          <p:grpSpPr>
            <a:xfrm>
              <a:off x="-55499" y="-189880"/>
              <a:ext cx="9375463" cy="5345959"/>
              <a:chOff x="1622176" y="2261320"/>
              <a:chExt cx="9375463" cy="5345959"/>
            </a:xfrm>
          </p:grpSpPr>
          <p:sp>
            <p:nvSpPr>
              <p:cNvPr id="285" name="Google Shape;285;p16"/>
              <p:cNvSpPr/>
              <p:nvPr/>
            </p:nvSpPr>
            <p:spPr>
              <a:xfrm>
                <a:off x="1698433" y="6551362"/>
                <a:ext cx="216546" cy="342063"/>
              </a:xfrm>
              <a:custGeom>
                <a:avLst/>
                <a:gdLst/>
                <a:ahLst/>
                <a:cxnLst/>
                <a:rect l="l" t="t" r="r" b="b"/>
                <a:pathLst>
                  <a:path w="6775" h="10702" extrusionOk="0">
                    <a:moveTo>
                      <a:pt x="3213" y="0"/>
                    </a:moveTo>
                    <a:cubicBezTo>
                      <a:pt x="3085" y="0"/>
                      <a:pt x="2982" y="106"/>
                      <a:pt x="2987" y="234"/>
                    </a:cubicBezTo>
                    <a:lnTo>
                      <a:pt x="2987" y="8206"/>
                    </a:lnTo>
                    <a:lnTo>
                      <a:pt x="2988" y="8206"/>
                    </a:lnTo>
                    <a:lnTo>
                      <a:pt x="2988" y="8246"/>
                    </a:lnTo>
                    <a:cubicBezTo>
                      <a:pt x="2762" y="8097"/>
                      <a:pt x="2472" y="8018"/>
                      <a:pt x="2157" y="8018"/>
                    </a:cubicBezTo>
                    <a:cubicBezTo>
                      <a:pt x="1885" y="8018"/>
                      <a:pt x="1595" y="8077"/>
                      <a:pt x="1312" y="8201"/>
                    </a:cubicBezTo>
                    <a:cubicBezTo>
                      <a:pt x="461" y="8580"/>
                      <a:pt x="0" y="9404"/>
                      <a:pt x="282" y="10042"/>
                    </a:cubicBezTo>
                    <a:cubicBezTo>
                      <a:pt x="469" y="10466"/>
                      <a:pt x="940" y="10701"/>
                      <a:pt x="1484" y="10701"/>
                    </a:cubicBezTo>
                    <a:cubicBezTo>
                      <a:pt x="1758" y="10701"/>
                      <a:pt x="2052" y="10641"/>
                      <a:pt x="2337" y="10516"/>
                    </a:cubicBezTo>
                    <a:cubicBezTo>
                      <a:pt x="3060" y="10194"/>
                      <a:pt x="3498" y="9554"/>
                      <a:pt x="3442" y="8978"/>
                    </a:cubicBezTo>
                    <a:lnTo>
                      <a:pt x="3442" y="4721"/>
                    </a:lnTo>
                    <a:lnTo>
                      <a:pt x="3441" y="4721"/>
                    </a:lnTo>
                    <a:lnTo>
                      <a:pt x="3441" y="1113"/>
                    </a:lnTo>
                    <a:cubicBezTo>
                      <a:pt x="3630" y="1304"/>
                      <a:pt x="3900" y="1513"/>
                      <a:pt x="4296" y="1764"/>
                    </a:cubicBezTo>
                    <a:lnTo>
                      <a:pt x="4471" y="1875"/>
                    </a:lnTo>
                    <a:cubicBezTo>
                      <a:pt x="5354" y="2423"/>
                      <a:pt x="6189" y="3035"/>
                      <a:pt x="5847" y="3943"/>
                    </a:cubicBezTo>
                    <a:cubicBezTo>
                      <a:pt x="5803" y="4061"/>
                      <a:pt x="5862" y="4192"/>
                      <a:pt x="5979" y="4236"/>
                    </a:cubicBezTo>
                    <a:cubicBezTo>
                      <a:pt x="6005" y="4246"/>
                      <a:pt x="6032" y="4251"/>
                      <a:pt x="6059" y="4251"/>
                    </a:cubicBezTo>
                    <a:cubicBezTo>
                      <a:pt x="6151" y="4251"/>
                      <a:pt x="6238" y="4195"/>
                      <a:pt x="6272" y="4104"/>
                    </a:cubicBezTo>
                    <a:cubicBezTo>
                      <a:pt x="6774" y="2772"/>
                      <a:pt x="5432" y="1937"/>
                      <a:pt x="4711" y="1489"/>
                    </a:cubicBezTo>
                    <a:lnTo>
                      <a:pt x="4542" y="1383"/>
                    </a:lnTo>
                    <a:cubicBezTo>
                      <a:pt x="3666" y="824"/>
                      <a:pt x="3521" y="545"/>
                      <a:pt x="3441" y="252"/>
                    </a:cubicBezTo>
                    <a:lnTo>
                      <a:pt x="3441" y="234"/>
                    </a:lnTo>
                    <a:cubicBezTo>
                      <a:pt x="3444" y="106"/>
                      <a:pt x="3341" y="0"/>
                      <a:pt x="32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6"/>
              <p:cNvSpPr/>
              <p:nvPr/>
            </p:nvSpPr>
            <p:spPr>
              <a:xfrm>
                <a:off x="2477047" y="7370867"/>
                <a:ext cx="236325" cy="236412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4378" extrusionOk="0">
                    <a:moveTo>
                      <a:pt x="2189" y="1"/>
                    </a:moveTo>
                    <a:cubicBezTo>
                      <a:pt x="981" y="1"/>
                      <a:pt x="0" y="980"/>
                      <a:pt x="0" y="2188"/>
                    </a:cubicBezTo>
                    <a:cubicBezTo>
                      <a:pt x="0" y="3398"/>
                      <a:pt x="981" y="4377"/>
                      <a:pt x="2189" y="4377"/>
                    </a:cubicBezTo>
                    <a:cubicBezTo>
                      <a:pt x="3398" y="4377"/>
                      <a:pt x="4377" y="3398"/>
                      <a:pt x="4377" y="2188"/>
                    </a:cubicBezTo>
                    <a:cubicBezTo>
                      <a:pt x="4377" y="980"/>
                      <a:pt x="3398" y="1"/>
                      <a:pt x="2189" y="1"/>
                    </a:cubicBezTo>
                    <a:close/>
                  </a:path>
                </a:pathLst>
              </a:custGeom>
              <a:solidFill>
                <a:srgbClr val="FFFBF7">
                  <a:alpha val="50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6"/>
              <p:cNvSpPr/>
              <p:nvPr/>
            </p:nvSpPr>
            <p:spPr>
              <a:xfrm>
                <a:off x="2090014" y="7423657"/>
                <a:ext cx="136064" cy="130823"/>
              </a:xfrm>
              <a:custGeom>
                <a:avLst/>
                <a:gdLst/>
                <a:ahLst/>
                <a:cxnLst/>
                <a:rect l="l" t="t" r="r" b="b"/>
                <a:pathLst>
                  <a:path w="4257" h="4093" extrusionOk="0">
                    <a:moveTo>
                      <a:pt x="2212" y="0"/>
                    </a:moveTo>
                    <a:cubicBezTo>
                      <a:pt x="2211" y="0"/>
                      <a:pt x="2210" y="0"/>
                      <a:pt x="2209" y="0"/>
                    </a:cubicBezTo>
                    <a:cubicBezTo>
                      <a:pt x="1381" y="0"/>
                      <a:pt x="636" y="498"/>
                      <a:pt x="318" y="1264"/>
                    </a:cubicBezTo>
                    <a:cubicBezTo>
                      <a:pt x="1" y="2028"/>
                      <a:pt x="177" y="2909"/>
                      <a:pt x="762" y="3494"/>
                    </a:cubicBezTo>
                    <a:cubicBezTo>
                      <a:pt x="1154" y="3885"/>
                      <a:pt x="1678" y="4093"/>
                      <a:pt x="2210" y="4093"/>
                    </a:cubicBezTo>
                    <a:cubicBezTo>
                      <a:pt x="2474" y="4093"/>
                      <a:pt x="2740" y="4042"/>
                      <a:pt x="2993" y="3937"/>
                    </a:cubicBezTo>
                    <a:cubicBezTo>
                      <a:pt x="3757" y="3621"/>
                      <a:pt x="4257" y="2874"/>
                      <a:pt x="4257" y="2046"/>
                    </a:cubicBezTo>
                    <a:cubicBezTo>
                      <a:pt x="4257" y="917"/>
                      <a:pt x="3342" y="0"/>
                      <a:pt x="22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6"/>
              <p:cNvSpPr/>
              <p:nvPr/>
            </p:nvSpPr>
            <p:spPr>
              <a:xfrm>
                <a:off x="2649693" y="7321482"/>
                <a:ext cx="122161" cy="12209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3820" extrusionOk="0">
                    <a:moveTo>
                      <a:pt x="1911" y="1"/>
                    </a:moveTo>
                    <a:cubicBezTo>
                      <a:pt x="856" y="1"/>
                      <a:pt x="0" y="854"/>
                      <a:pt x="0" y="1909"/>
                    </a:cubicBezTo>
                    <a:cubicBezTo>
                      <a:pt x="0" y="2964"/>
                      <a:pt x="856" y="3820"/>
                      <a:pt x="1911" y="3820"/>
                    </a:cubicBezTo>
                    <a:cubicBezTo>
                      <a:pt x="2966" y="3820"/>
                      <a:pt x="3821" y="2964"/>
                      <a:pt x="3821" y="1909"/>
                    </a:cubicBezTo>
                    <a:cubicBezTo>
                      <a:pt x="3821" y="854"/>
                      <a:pt x="2966" y="1"/>
                      <a:pt x="19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6"/>
              <p:cNvSpPr/>
              <p:nvPr/>
            </p:nvSpPr>
            <p:spPr>
              <a:xfrm>
                <a:off x="10739606" y="4881843"/>
                <a:ext cx="258033" cy="274718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8595" extrusionOk="0">
                    <a:moveTo>
                      <a:pt x="4036" y="1"/>
                    </a:moveTo>
                    <a:cubicBezTo>
                      <a:pt x="4036" y="4024"/>
                      <a:pt x="650" y="4285"/>
                      <a:pt x="1" y="4297"/>
                    </a:cubicBezTo>
                    <a:cubicBezTo>
                      <a:pt x="650" y="4310"/>
                      <a:pt x="4036" y="4572"/>
                      <a:pt x="4036" y="8594"/>
                    </a:cubicBezTo>
                    <a:cubicBezTo>
                      <a:pt x="4036" y="4571"/>
                      <a:pt x="7421" y="4310"/>
                      <a:pt x="8072" y="4297"/>
                    </a:cubicBezTo>
                    <a:cubicBezTo>
                      <a:pt x="7421" y="4285"/>
                      <a:pt x="4036" y="4023"/>
                      <a:pt x="40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6"/>
              <p:cNvSpPr/>
              <p:nvPr/>
            </p:nvSpPr>
            <p:spPr>
              <a:xfrm>
                <a:off x="10225066" y="2261320"/>
                <a:ext cx="236331" cy="378947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11856" extrusionOk="0">
                    <a:moveTo>
                      <a:pt x="5218" y="1"/>
                    </a:moveTo>
                    <a:cubicBezTo>
                      <a:pt x="5218" y="1"/>
                      <a:pt x="0" y="5998"/>
                      <a:pt x="1535" y="10746"/>
                    </a:cubicBezTo>
                    <a:lnTo>
                      <a:pt x="3447" y="11856"/>
                    </a:lnTo>
                    <a:cubicBezTo>
                      <a:pt x="3447" y="11856"/>
                      <a:pt x="2465" y="6335"/>
                      <a:pt x="7394" y="2947"/>
                    </a:cubicBezTo>
                    <a:lnTo>
                      <a:pt x="521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6"/>
              <p:cNvSpPr/>
              <p:nvPr/>
            </p:nvSpPr>
            <p:spPr>
              <a:xfrm>
                <a:off x="10566293" y="3537298"/>
                <a:ext cx="173301" cy="289165"/>
              </a:xfrm>
              <a:custGeom>
                <a:avLst/>
                <a:gdLst/>
                <a:ahLst/>
                <a:cxnLst/>
                <a:rect l="l" t="t" r="r" b="b"/>
                <a:pathLst>
                  <a:path w="5422" h="9047" extrusionOk="0">
                    <a:moveTo>
                      <a:pt x="1856" y="0"/>
                    </a:moveTo>
                    <a:lnTo>
                      <a:pt x="1" y="300"/>
                    </a:lnTo>
                    <a:cubicBezTo>
                      <a:pt x="1" y="300"/>
                      <a:pt x="3620" y="3401"/>
                      <a:pt x="2206" y="8282"/>
                    </a:cubicBezTo>
                    <a:lnTo>
                      <a:pt x="5223" y="9046"/>
                    </a:lnTo>
                    <a:cubicBezTo>
                      <a:pt x="5223" y="9046"/>
                      <a:pt x="5422" y="2293"/>
                      <a:pt x="18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1622176" y="7254236"/>
                <a:ext cx="369039" cy="256595"/>
              </a:xfrm>
              <a:custGeom>
                <a:avLst/>
                <a:gdLst/>
                <a:ahLst/>
                <a:cxnLst/>
                <a:rect l="l" t="t" r="r" b="b"/>
                <a:pathLst>
                  <a:path w="11546" h="8028" extrusionOk="0">
                    <a:moveTo>
                      <a:pt x="3568" y="0"/>
                    </a:moveTo>
                    <a:lnTo>
                      <a:pt x="0" y="1419"/>
                    </a:lnTo>
                    <a:cubicBezTo>
                      <a:pt x="0" y="1419"/>
                      <a:pt x="4498" y="8027"/>
                      <a:pt x="9588" y="8027"/>
                    </a:cubicBezTo>
                    <a:cubicBezTo>
                      <a:pt x="9695" y="8027"/>
                      <a:pt x="9802" y="8024"/>
                      <a:pt x="9909" y="8018"/>
                    </a:cubicBezTo>
                    <a:lnTo>
                      <a:pt x="11546" y="6376"/>
                    </a:lnTo>
                    <a:cubicBezTo>
                      <a:pt x="11546" y="6376"/>
                      <a:pt x="5687" y="5900"/>
                      <a:pt x="35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10484225" y="2389754"/>
                <a:ext cx="337442" cy="414302"/>
              </a:xfrm>
              <a:custGeom>
                <a:avLst/>
                <a:gdLst/>
                <a:ahLst/>
                <a:cxnLst/>
                <a:rect l="l" t="t" r="r" b="b"/>
                <a:pathLst>
                  <a:path w="7088" h="8702" extrusionOk="0">
                    <a:moveTo>
                      <a:pt x="7068" y="1"/>
                    </a:moveTo>
                    <a:lnTo>
                      <a:pt x="1890" y="1184"/>
                    </a:lnTo>
                    <a:lnTo>
                      <a:pt x="1890" y="2534"/>
                    </a:lnTo>
                    <a:lnTo>
                      <a:pt x="1892" y="2532"/>
                    </a:lnTo>
                    <a:lnTo>
                      <a:pt x="1892" y="6965"/>
                    </a:lnTo>
                    <a:cubicBezTo>
                      <a:pt x="1765" y="6911"/>
                      <a:pt x="1620" y="6883"/>
                      <a:pt x="1465" y="6883"/>
                    </a:cubicBezTo>
                    <a:cubicBezTo>
                      <a:pt x="1280" y="6883"/>
                      <a:pt x="1082" y="6923"/>
                      <a:pt x="889" y="7008"/>
                    </a:cubicBezTo>
                    <a:cubicBezTo>
                      <a:pt x="312" y="7265"/>
                      <a:pt x="1" y="7822"/>
                      <a:pt x="191" y="8254"/>
                    </a:cubicBezTo>
                    <a:cubicBezTo>
                      <a:pt x="318" y="8542"/>
                      <a:pt x="636" y="8701"/>
                      <a:pt x="1004" y="8701"/>
                    </a:cubicBezTo>
                    <a:cubicBezTo>
                      <a:pt x="1190" y="8701"/>
                      <a:pt x="1389" y="8660"/>
                      <a:pt x="1583" y="8575"/>
                    </a:cubicBezTo>
                    <a:cubicBezTo>
                      <a:pt x="1994" y="8393"/>
                      <a:pt x="2267" y="8056"/>
                      <a:pt x="2322" y="7722"/>
                    </a:cubicBezTo>
                    <a:lnTo>
                      <a:pt x="2327" y="7722"/>
                    </a:lnTo>
                    <a:lnTo>
                      <a:pt x="2327" y="7703"/>
                    </a:lnTo>
                    <a:cubicBezTo>
                      <a:pt x="2337" y="7631"/>
                      <a:pt x="2337" y="7560"/>
                      <a:pt x="2327" y="7488"/>
                    </a:cubicBezTo>
                    <a:lnTo>
                      <a:pt x="2327" y="2429"/>
                    </a:lnTo>
                    <a:lnTo>
                      <a:pt x="6632" y="1400"/>
                    </a:lnTo>
                    <a:lnTo>
                      <a:pt x="6632" y="5869"/>
                    </a:lnTo>
                    <a:cubicBezTo>
                      <a:pt x="6504" y="5813"/>
                      <a:pt x="6356" y="5783"/>
                      <a:pt x="6199" y="5783"/>
                    </a:cubicBezTo>
                    <a:cubicBezTo>
                      <a:pt x="6013" y="5783"/>
                      <a:pt x="5815" y="5824"/>
                      <a:pt x="5621" y="5910"/>
                    </a:cubicBezTo>
                    <a:cubicBezTo>
                      <a:pt x="5045" y="6165"/>
                      <a:pt x="4733" y="6724"/>
                      <a:pt x="4924" y="7156"/>
                    </a:cubicBezTo>
                    <a:cubicBezTo>
                      <a:pt x="5051" y="7442"/>
                      <a:pt x="5369" y="7602"/>
                      <a:pt x="5738" y="7602"/>
                    </a:cubicBezTo>
                    <a:cubicBezTo>
                      <a:pt x="5924" y="7602"/>
                      <a:pt x="6123" y="7562"/>
                      <a:pt x="6316" y="7476"/>
                    </a:cubicBezTo>
                    <a:cubicBezTo>
                      <a:pt x="6796" y="7262"/>
                      <a:pt x="7088" y="6840"/>
                      <a:pt x="7062" y="6456"/>
                    </a:cubicBezTo>
                    <a:lnTo>
                      <a:pt x="7065" y="6456"/>
                    </a:lnTo>
                    <a:lnTo>
                      <a:pt x="7065" y="1297"/>
                    </a:lnTo>
                    <a:lnTo>
                      <a:pt x="7068" y="1296"/>
                    </a:lnTo>
                    <a:lnTo>
                      <a:pt x="706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6"/>
              <p:cNvSpPr/>
              <p:nvPr/>
            </p:nvSpPr>
            <p:spPr>
              <a:xfrm>
                <a:off x="1677681" y="6126293"/>
                <a:ext cx="258033" cy="274718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8595" extrusionOk="0">
                    <a:moveTo>
                      <a:pt x="4036" y="1"/>
                    </a:moveTo>
                    <a:cubicBezTo>
                      <a:pt x="4036" y="4024"/>
                      <a:pt x="650" y="4285"/>
                      <a:pt x="1" y="4297"/>
                    </a:cubicBezTo>
                    <a:cubicBezTo>
                      <a:pt x="650" y="4310"/>
                      <a:pt x="4036" y="4572"/>
                      <a:pt x="4036" y="8594"/>
                    </a:cubicBezTo>
                    <a:cubicBezTo>
                      <a:pt x="4036" y="4571"/>
                      <a:pt x="7421" y="4310"/>
                      <a:pt x="8072" y="4297"/>
                    </a:cubicBezTo>
                    <a:cubicBezTo>
                      <a:pt x="7421" y="4285"/>
                      <a:pt x="4036" y="4023"/>
                      <a:pt x="40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10739593" y="4012607"/>
                <a:ext cx="122161" cy="12209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3820" extrusionOk="0">
                    <a:moveTo>
                      <a:pt x="1911" y="1"/>
                    </a:moveTo>
                    <a:cubicBezTo>
                      <a:pt x="856" y="1"/>
                      <a:pt x="0" y="854"/>
                      <a:pt x="0" y="1909"/>
                    </a:cubicBezTo>
                    <a:cubicBezTo>
                      <a:pt x="0" y="2964"/>
                      <a:pt x="856" y="3820"/>
                      <a:pt x="1911" y="3820"/>
                    </a:cubicBezTo>
                    <a:cubicBezTo>
                      <a:pt x="2966" y="3820"/>
                      <a:pt x="3821" y="2964"/>
                      <a:pt x="3821" y="1909"/>
                    </a:cubicBezTo>
                    <a:cubicBezTo>
                      <a:pt x="3821" y="854"/>
                      <a:pt x="2966" y="1"/>
                      <a:pt x="1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" name="Google Shape;296;p16"/>
            <p:cNvGrpSpPr/>
            <p:nvPr/>
          </p:nvGrpSpPr>
          <p:grpSpPr>
            <a:xfrm>
              <a:off x="8926031" y="743018"/>
              <a:ext cx="328941" cy="1561735"/>
              <a:chOff x="3479456" y="5352368"/>
              <a:chExt cx="328941" cy="1561735"/>
            </a:xfrm>
          </p:grpSpPr>
          <p:sp>
            <p:nvSpPr>
              <p:cNvPr id="297" name="Google Shape;297;p16"/>
              <p:cNvSpPr/>
              <p:nvPr/>
            </p:nvSpPr>
            <p:spPr>
              <a:xfrm>
                <a:off x="3572072" y="6677692"/>
                <a:ext cx="236325" cy="236412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4378" extrusionOk="0">
                    <a:moveTo>
                      <a:pt x="2189" y="1"/>
                    </a:moveTo>
                    <a:cubicBezTo>
                      <a:pt x="981" y="1"/>
                      <a:pt x="0" y="980"/>
                      <a:pt x="0" y="2188"/>
                    </a:cubicBezTo>
                    <a:cubicBezTo>
                      <a:pt x="0" y="3398"/>
                      <a:pt x="981" y="4377"/>
                      <a:pt x="2189" y="4377"/>
                    </a:cubicBezTo>
                    <a:cubicBezTo>
                      <a:pt x="3398" y="4377"/>
                      <a:pt x="4377" y="3398"/>
                      <a:pt x="4377" y="2188"/>
                    </a:cubicBezTo>
                    <a:cubicBezTo>
                      <a:pt x="4377" y="980"/>
                      <a:pt x="3398" y="1"/>
                      <a:pt x="2189" y="1"/>
                    </a:cubicBezTo>
                    <a:close/>
                  </a:path>
                </a:pathLst>
              </a:custGeom>
              <a:solidFill>
                <a:srgbClr val="FFFBF7">
                  <a:alpha val="50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3547393" y="6608232"/>
                <a:ext cx="122161" cy="12209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3820" extrusionOk="0">
                    <a:moveTo>
                      <a:pt x="1911" y="1"/>
                    </a:moveTo>
                    <a:cubicBezTo>
                      <a:pt x="856" y="1"/>
                      <a:pt x="0" y="854"/>
                      <a:pt x="0" y="1909"/>
                    </a:cubicBezTo>
                    <a:cubicBezTo>
                      <a:pt x="0" y="2964"/>
                      <a:pt x="856" y="3820"/>
                      <a:pt x="1911" y="3820"/>
                    </a:cubicBezTo>
                    <a:cubicBezTo>
                      <a:pt x="2966" y="3820"/>
                      <a:pt x="3821" y="2964"/>
                      <a:pt x="3821" y="1909"/>
                    </a:cubicBezTo>
                    <a:cubicBezTo>
                      <a:pt x="3821" y="854"/>
                      <a:pt x="2966" y="1"/>
                      <a:pt x="19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3479456" y="5352368"/>
                <a:ext cx="258033" cy="274718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8595" extrusionOk="0">
                    <a:moveTo>
                      <a:pt x="4036" y="1"/>
                    </a:moveTo>
                    <a:cubicBezTo>
                      <a:pt x="4036" y="4024"/>
                      <a:pt x="650" y="4285"/>
                      <a:pt x="1" y="4297"/>
                    </a:cubicBezTo>
                    <a:cubicBezTo>
                      <a:pt x="650" y="4310"/>
                      <a:pt x="4036" y="4572"/>
                      <a:pt x="4036" y="8594"/>
                    </a:cubicBezTo>
                    <a:cubicBezTo>
                      <a:pt x="4036" y="4571"/>
                      <a:pt x="7421" y="4310"/>
                      <a:pt x="8072" y="4297"/>
                    </a:cubicBezTo>
                    <a:cubicBezTo>
                      <a:pt x="7421" y="4285"/>
                      <a:pt x="4036" y="4023"/>
                      <a:pt x="40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"/>
          <p:cNvSpPr txBox="1">
            <a:spLocks noGrp="1"/>
          </p:cNvSpPr>
          <p:nvPr>
            <p:ph type="title"/>
          </p:nvPr>
        </p:nvSpPr>
        <p:spPr>
          <a:xfrm>
            <a:off x="4945100" y="1657950"/>
            <a:ext cx="2697300" cy="8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1"/>
          <p:cNvSpPr txBox="1">
            <a:spLocks noGrp="1"/>
          </p:cNvSpPr>
          <p:nvPr>
            <p:ph type="subTitle" idx="1"/>
          </p:nvPr>
        </p:nvSpPr>
        <p:spPr>
          <a:xfrm>
            <a:off x="4945228" y="2405250"/>
            <a:ext cx="26973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6960534" y="-231950"/>
            <a:ext cx="2518500" cy="5453700"/>
          </a:xfrm>
          <a:custGeom>
            <a:avLst/>
            <a:gdLst/>
            <a:ahLst/>
            <a:cxnLst/>
            <a:rect l="l" t="t" r="r" b="b"/>
            <a:pathLst>
              <a:path w="100740" h="218148" extrusionOk="0">
                <a:moveTo>
                  <a:pt x="28996" y="4213"/>
                </a:moveTo>
                <a:cubicBezTo>
                  <a:pt x="18617" y="6052"/>
                  <a:pt x="15990" y="8352"/>
                  <a:pt x="13625" y="12096"/>
                </a:cubicBezTo>
                <a:cubicBezTo>
                  <a:pt x="11260" y="15840"/>
                  <a:pt x="9158" y="23526"/>
                  <a:pt x="14807" y="26679"/>
                </a:cubicBezTo>
                <a:cubicBezTo>
                  <a:pt x="20456" y="29832"/>
                  <a:pt x="38916" y="30423"/>
                  <a:pt x="47521" y="31014"/>
                </a:cubicBezTo>
                <a:cubicBezTo>
                  <a:pt x="56126" y="31605"/>
                  <a:pt x="61709" y="29109"/>
                  <a:pt x="66439" y="30226"/>
                </a:cubicBezTo>
                <a:cubicBezTo>
                  <a:pt x="71169" y="31343"/>
                  <a:pt x="74388" y="33905"/>
                  <a:pt x="75899" y="37715"/>
                </a:cubicBezTo>
                <a:cubicBezTo>
                  <a:pt x="77410" y="41525"/>
                  <a:pt x="76818" y="47437"/>
                  <a:pt x="75504" y="53086"/>
                </a:cubicBezTo>
                <a:cubicBezTo>
                  <a:pt x="74190" y="58735"/>
                  <a:pt x="67425" y="65238"/>
                  <a:pt x="68016" y="71610"/>
                </a:cubicBezTo>
                <a:cubicBezTo>
                  <a:pt x="68607" y="77982"/>
                  <a:pt x="77738" y="85274"/>
                  <a:pt x="79052" y="91317"/>
                </a:cubicBezTo>
                <a:cubicBezTo>
                  <a:pt x="80366" y="97361"/>
                  <a:pt x="75833" y="102419"/>
                  <a:pt x="75899" y="107871"/>
                </a:cubicBezTo>
                <a:cubicBezTo>
                  <a:pt x="75965" y="113323"/>
                  <a:pt x="77673" y="117725"/>
                  <a:pt x="79446" y="124031"/>
                </a:cubicBezTo>
                <a:cubicBezTo>
                  <a:pt x="81220" y="130337"/>
                  <a:pt x="84898" y="139533"/>
                  <a:pt x="86540" y="145708"/>
                </a:cubicBezTo>
                <a:cubicBezTo>
                  <a:pt x="88182" y="151883"/>
                  <a:pt x="89496" y="153986"/>
                  <a:pt x="89299" y="161080"/>
                </a:cubicBezTo>
                <a:cubicBezTo>
                  <a:pt x="89102" y="168175"/>
                  <a:pt x="88051" y="182166"/>
                  <a:pt x="85358" y="188275"/>
                </a:cubicBezTo>
                <a:cubicBezTo>
                  <a:pt x="82665" y="194384"/>
                  <a:pt x="79184" y="196750"/>
                  <a:pt x="73140" y="197735"/>
                </a:cubicBezTo>
                <a:cubicBezTo>
                  <a:pt x="67097" y="198720"/>
                  <a:pt x="55206" y="193859"/>
                  <a:pt x="49097" y="194187"/>
                </a:cubicBezTo>
                <a:cubicBezTo>
                  <a:pt x="42988" y="194515"/>
                  <a:pt x="42528" y="198194"/>
                  <a:pt x="36485" y="199705"/>
                </a:cubicBezTo>
                <a:cubicBezTo>
                  <a:pt x="30442" y="201216"/>
                  <a:pt x="18881" y="200822"/>
                  <a:pt x="12837" y="203252"/>
                </a:cubicBezTo>
                <a:cubicBezTo>
                  <a:pt x="6794" y="205683"/>
                  <a:pt x="224" y="211857"/>
                  <a:pt x="224" y="214288"/>
                </a:cubicBezTo>
                <a:cubicBezTo>
                  <a:pt x="224" y="216719"/>
                  <a:pt x="-2600" y="217705"/>
                  <a:pt x="12837" y="217836"/>
                </a:cubicBezTo>
                <a:cubicBezTo>
                  <a:pt x="28274" y="217968"/>
                  <a:pt x="78593" y="218821"/>
                  <a:pt x="92847" y="215077"/>
                </a:cubicBezTo>
                <a:cubicBezTo>
                  <a:pt x="107102" y="211333"/>
                  <a:pt x="97379" y="209165"/>
                  <a:pt x="98364" y="195370"/>
                </a:cubicBezTo>
                <a:cubicBezTo>
                  <a:pt x="99349" y="181575"/>
                  <a:pt x="98825" y="160817"/>
                  <a:pt x="98759" y="132308"/>
                </a:cubicBezTo>
                <a:cubicBezTo>
                  <a:pt x="98693" y="103799"/>
                  <a:pt x="98824" y="45992"/>
                  <a:pt x="97970" y="24314"/>
                </a:cubicBezTo>
                <a:cubicBezTo>
                  <a:pt x="97116" y="2636"/>
                  <a:pt x="97314" y="6118"/>
                  <a:pt x="93635" y="2242"/>
                </a:cubicBezTo>
                <a:cubicBezTo>
                  <a:pt x="89957" y="-1634"/>
                  <a:pt x="86672" y="732"/>
                  <a:pt x="75899" y="1060"/>
                </a:cubicBezTo>
                <a:cubicBezTo>
                  <a:pt x="65126" y="1389"/>
                  <a:pt x="39375" y="2374"/>
                  <a:pt x="28996" y="421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401" name="Google Shape;401;p21"/>
          <p:cNvGrpSpPr/>
          <p:nvPr/>
        </p:nvGrpSpPr>
        <p:grpSpPr>
          <a:xfrm>
            <a:off x="7343316" y="-185119"/>
            <a:ext cx="2075447" cy="5385052"/>
            <a:chOff x="7256866" y="-113656"/>
            <a:chExt cx="2075447" cy="5385052"/>
          </a:xfrm>
        </p:grpSpPr>
        <p:sp>
          <p:nvSpPr>
            <p:cNvPr id="402" name="Google Shape;402;p21"/>
            <p:cNvSpPr/>
            <p:nvPr/>
          </p:nvSpPr>
          <p:spPr>
            <a:xfrm>
              <a:off x="8553558" y="183040"/>
              <a:ext cx="123731" cy="123787"/>
            </a:xfrm>
            <a:custGeom>
              <a:avLst/>
              <a:gdLst/>
              <a:ahLst/>
              <a:cxnLst/>
              <a:rect l="l" t="t" r="r" b="b"/>
              <a:pathLst>
                <a:path w="4417" h="4419" extrusionOk="0">
                  <a:moveTo>
                    <a:pt x="2209" y="0"/>
                  </a:moveTo>
                  <a:cubicBezTo>
                    <a:pt x="990" y="0"/>
                    <a:pt x="1" y="989"/>
                    <a:pt x="1" y="2210"/>
                  </a:cubicBezTo>
                  <a:cubicBezTo>
                    <a:pt x="1" y="3429"/>
                    <a:pt x="990" y="4418"/>
                    <a:pt x="2209" y="4418"/>
                  </a:cubicBezTo>
                  <a:cubicBezTo>
                    <a:pt x="3428" y="4418"/>
                    <a:pt x="4417" y="3429"/>
                    <a:pt x="4417" y="2210"/>
                  </a:cubicBezTo>
                  <a:cubicBezTo>
                    <a:pt x="4417" y="989"/>
                    <a:pt x="3428" y="0"/>
                    <a:pt x="22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8819805" y="1510612"/>
              <a:ext cx="120342" cy="115720"/>
            </a:xfrm>
            <a:custGeom>
              <a:avLst/>
              <a:gdLst/>
              <a:ahLst/>
              <a:cxnLst/>
              <a:rect l="l" t="t" r="r" b="b"/>
              <a:pathLst>
                <a:path w="4296" h="4131" extrusionOk="0">
                  <a:moveTo>
                    <a:pt x="2230" y="1"/>
                  </a:moveTo>
                  <a:cubicBezTo>
                    <a:pt x="1395" y="1"/>
                    <a:pt x="640" y="504"/>
                    <a:pt x="320" y="1275"/>
                  </a:cubicBezTo>
                  <a:cubicBezTo>
                    <a:pt x="1" y="2047"/>
                    <a:pt x="178" y="2936"/>
                    <a:pt x="770" y="3526"/>
                  </a:cubicBezTo>
                  <a:cubicBezTo>
                    <a:pt x="1165" y="3921"/>
                    <a:pt x="1693" y="4131"/>
                    <a:pt x="2231" y="4131"/>
                  </a:cubicBezTo>
                  <a:cubicBezTo>
                    <a:pt x="2497" y="4131"/>
                    <a:pt x="2765" y="4079"/>
                    <a:pt x="3021" y="3973"/>
                  </a:cubicBezTo>
                  <a:cubicBezTo>
                    <a:pt x="3792" y="3656"/>
                    <a:pt x="4295" y="2901"/>
                    <a:pt x="4295" y="2066"/>
                  </a:cubicBezTo>
                  <a:cubicBezTo>
                    <a:pt x="4295" y="926"/>
                    <a:pt x="3370" y="1"/>
                    <a:pt x="2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7989345" y="337065"/>
              <a:ext cx="108044" cy="107960"/>
            </a:xfrm>
            <a:custGeom>
              <a:avLst/>
              <a:gdLst/>
              <a:ahLst/>
              <a:cxnLst/>
              <a:rect l="l" t="t" r="r" b="b"/>
              <a:pathLst>
                <a:path w="3857" h="3854" extrusionOk="0">
                  <a:moveTo>
                    <a:pt x="1927" y="1"/>
                  </a:moveTo>
                  <a:cubicBezTo>
                    <a:pt x="864" y="1"/>
                    <a:pt x="1" y="864"/>
                    <a:pt x="1" y="1927"/>
                  </a:cubicBezTo>
                  <a:cubicBezTo>
                    <a:pt x="1" y="2991"/>
                    <a:pt x="864" y="3854"/>
                    <a:pt x="1927" y="3854"/>
                  </a:cubicBezTo>
                  <a:cubicBezTo>
                    <a:pt x="2993" y="3854"/>
                    <a:pt x="3856" y="2991"/>
                    <a:pt x="3856" y="1927"/>
                  </a:cubicBezTo>
                  <a:cubicBezTo>
                    <a:pt x="3856" y="864"/>
                    <a:pt x="2993" y="1"/>
                    <a:pt x="1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7347370" y="44430"/>
              <a:ext cx="228190" cy="242980"/>
            </a:xfrm>
            <a:custGeom>
              <a:avLst/>
              <a:gdLst/>
              <a:ahLst/>
              <a:cxnLst/>
              <a:rect l="l" t="t" r="r" b="b"/>
              <a:pathLst>
                <a:path w="8146" h="8674" extrusionOk="0">
                  <a:moveTo>
                    <a:pt x="4073" y="0"/>
                  </a:moveTo>
                  <a:cubicBezTo>
                    <a:pt x="4073" y="4060"/>
                    <a:pt x="657" y="4324"/>
                    <a:pt x="0" y="4337"/>
                  </a:cubicBezTo>
                  <a:cubicBezTo>
                    <a:pt x="657" y="4350"/>
                    <a:pt x="4073" y="4614"/>
                    <a:pt x="4073" y="8674"/>
                  </a:cubicBezTo>
                  <a:cubicBezTo>
                    <a:pt x="4073" y="4614"/>
                    <a:pt x="7489" y="4350"/>
                    <a:pt x="8145" y="4337"/>
                  </a:cubicBezTo>
                  <a:cubicBezTo>
                    <a:pt x="7489" y="4324"/>
                    <a:pt x="4073" y="4060"/>
                    <a:pt x="4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8915076" y="1626330"/>
              <a:ext cx="209029" cy="335198"/>
            </a:xfrm>
            <a:custGeom>
              <a:avLst/>
              <a:gdLst/>
              <a:ahLst/>
              <a:cxnLst/>
              <a:rect l="l" t="t" r="r" b="b"/>
              <a:pathLst>
                <a:path w="7462" h="11966" extrusionOk="0">
                  <a:moveTo>
                    <a:pt x="5266" y="1"/>
                  </a:moveTo>
                  <a:cubicBezTo>
                    <a:pt x="5266" y="1"/>
                    <a:pt x="0" y="6053"/>
                    <a:pt x="1550" y="10844"/>
                  </a:cubicBezTo>
                  <a:lnTo>
                    <a:pt x="3478" y="11965"/>
                  </a:lnTo>
                  <a:cubicBezTo>
                    <a:pt x="3478" y="11965"/>
                    <a:pt x="2487" y="6392"/>
                    <a:pt x="7461" y="2976"/>
                  </a:cubicBezTo>
                  <a:lnTo>
                    <a:pt x="526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8761841" y="539501"/>
              <a:ext cx="153228" cy="255782"/>
            </a:xfrm>
            <a:custGeom>
              <a:avLst/>
              <a:gdLst/>
              <a:ahLst/>
              <a:cxnLst/>
              <a:rect l="l" t="t" r="r" b="b"/>
              <a:pathLst>
                <a:path w="5470" h="9131" extrusionOk="0">
                  <a:moveTo>
                    <a:pt x="1870" y="0"/>
                  </a:moveTo>
                  <a:lnTo>
                    <a:pt x="1" y="303"/>
                  </a:lnTo>
                  <a:cubicBezTo>
                    <a:pt x="1" y="303"/>
                    <a:pt x="3654" y="3432"/>
                    <a:pt x="2226" y="8357"/>
                  </a:cubicBezTo>
                  <a:lnTo>
                    <a:pt x="5269" y="9130"/>
                  </a:lnTo>
                  <a:cubicBezTo>
                    <a:pt x="5269" y="9130"/>
                    <a:pt x="5470" y="2317"/>
                    <a:pt x="1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7989361" y="-43919"/>
              <a:ext cx="326402" cy="226957"/>
            </a:xfrm>
            <a:custGeom>
              <a:avLst/>
              <a:gdLst/>
              <a:ahLst/>
              <a:cxnLst/>
              <a:rect l="l" t="t" r="r" b="b"/>
              <a:pathLst>
                <a:path w="11652" h="8102" extrusionOk="0">
                  <a:moveTo>
                    <a:pt x="3600" y="1"/>
                  </a:moveTo>
                  <a:lnTo>
                    <a:pt x="1" y="1433"/>
                  </a:lnTo>
                  <a:cubicBezTo>
                    <a:pt x="1" y="1433"/>
                    <a:pt x="4537" y="8102"/>
                    <a:pt x="9676" y="8102"/>
                  </a:cubicBezTo>
                  <a:cubicBezTo>
                    <a:pt x="9784" y="8102"/>
                    <a:pt x="9892" y="8099"/>
                    <a:pt x="10000" y="8093"/>
                  </a:cubicBezTo>
                  <a:lnTo>
                    <a:pt x="11652" y="6435"/>
                  </a:lnTo>
                  <a:cubicBezTo>
                    <a:pt x="11652" y="6435"/>
                    <a:pt x="5738" y="5953"/>
                    <a:pt x="36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8915082" y="-113656"/>
              <a:ext cx="298529" cy="366432"/>
            </a:xfrm>
            <a:custGeom>
              <a:avLst/>
              <a:gdLst/>
              <a:ahLst/>
              <a:cxnLst/>
              <a:rect l="l" t="t" r="r" b="b"/>
              <a:pathLst>
                <a:path w="10657" h="13081" extrusionOk="0">
                  <a:moveTo>
                    <a:pt x="10627" y="0"/>
                  </a:moveTo>
                  <a:lnTo>
                    <a:pt x="2842" y="1780"/>
                  </a:lnTo>
                  <a:lnTo>
                    <a:pt x="2842" y="3806"/>
                  </a:lnTo>
                  <a:lnTo>
                    <a:pt x="2846" y="3806"/>
                  </a:lnTo>
                  <a:lnTo>
                    <a:pt x="2846" y="10470"/>
                  </a:lnTo>
                  <a:cubicBezTo>
                    <a:pt x="2655" y="10389"/>
                    <a:pt x="2435" y="10346"/>
                    <a:pt x="2202" y="10346"/>
                  </a:cubicBezTo>
                  <a:cubicBezTo>
                    <a:pt x="1924" y="10346"/>
                    <a:pt x="1627" y="10407"/>
                    <a:pt x="1337" y="10534"/>
                  </a:cubicBezTo>
                  <a:cubicBezTo>
                    <a:pt x="470" y="10920"/>
                    <a:pt x="1" y="11760"/>
                    <a:pt x="289" y="12410"/>
                  </a:cubicBezTo>
                  <a:cubicBezTo>
                    <a:pt x="480" y="12842"/>
                    <a:pt x="957" y="13081"/>
                    <a:pt x="1510" y="13081"/>
                  </a:cubicBezTo>
                  <a:cubicBezTo>
                    <a:pt x="1790" y="13081"/>
                    <a:pt x="2089" y="13020"/>
                    <a:pt x="2381" y="12891"/>
                  </a:cubicBezTo>
                  <a:cubicBezTo>
                    <a:pt x="2999" y="12617"/>
                    <a:pt x="3409" y="12111"/>
                    <a:pt x="3492" y="11608"/>
                  </a:cubicBezTo>
                  <a:lnTo>
                    <a:pt x="3498" y="11608"/>
                  </a:lnTo>
                  <a:lnTo>
                    <a:pt x="3498" y="11579"/>
                  </a:lnTo>
                  <a:cubicBezTo>
                    <a:pt x="3513" y="11472"/>
                    <a:pt x="3513" y="11363"/>
                    <a:pt x="3498" y="11257"/>
                  </a:cubicBezTo>
                  <a:lnTo>
                    <a:pt x="3498" y="3651"/>
                  </a:lnTo>
                  <a:lnTo>
                    <a:pt x="9971" y="2103"/>
                  </a:lnTo>
                  <a:lnTo>
                    <a:pt x="9971" y="8823"/>
                  </a:lnTo>
                  <a:cubicBezTo>
                    <a:pt x="9778" y="8739"/>
                    <a:pt x="9555" y="8695"/>
                    <a:pt x="9318" y="8695"/>
                  </a:cubicBezTo>
                  <a:cubicBezTo>
                    <a:pt x="9040" y="8695"/>
                    <a:pt x="8742" y="8756"/>
                    <a:pt x="8453" y="8885"/>
                  </a:cubicBezTo>
                  <a:cubicBezTo>
                    <a:pt x="7586" y="9268"/>
                    <a:pt x="7119" y="10108"/>
                    <a:pt x="7405" y="10756"/>
                  </a:cubicBezTo>
                  <a:cubicBezTo>
                    <a:pt x="7594" y="11188"/>
                    <a:pt x="8073" y="11428"/>
                    <a:pt x="8626" y="11428"/>
                  </a:cubicBezTo>
                  <a:cubicBezTo>
                    <a:pt x="8906" y="11428"/>
                    <a:pt x="9205" y="11366"/>
                    <a:pt x="9495" y="11238"/>
                  </a:cubicBezTo>
                  <a:cubicBezTo>
                    <a:pt x="10218" y="10918"/>
                    <a:pt x="10657" y="10283"/>
                    <a:pt x="10618" y="9705"/>
                  </a:cubicBezTo>
                  <a:lnTo>
                    <a:pt x="10623" y="9705"/>
                  </a:lnTo>
                  <a:lnTo>
                    <a:pt x="10623" y="1950"/>
                  </a:lnTo>
                  <a:lnTo>
                    <a:pt x="10629" y="1950"/>
                  </a:lnTo>
                  <a:lnTo>
                    <a:pt x="106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8919412" y="2277682"/>
              <a:ext cx="200373" cy="246006"/>
            </a:xfrm>
            <a:custGeom>
              <a:avLst/>
              <a:gdLst/>
              <a:ahLst/>
              <a:cxnLst/>
              <a:rect l="l" t="t" r="r" b="b"/>
              <a:pathLst>
                <a:path w="7153" h="8782" extrusionOk="0">
                  <a:moveTo>
                    <a:pt x="7134" y="1"/>
                  </a:moveTo>
                  <a:lnTo>
                    <a:pt x="1906" y="1194"/>
                  </a:lnTo>
                  <a:lnTo>
                    <a:pt x="1906" y="2556"/>
                  </a:lnTo>
                  <a:lnTo>
                    <a:pt x="1910" y="2556"/>
                  </a:lnTo>
                  <a:lnTo>
                    <a:pt x="1910" y="7029"/>
                  </a:lnTo>
                  <a:cubicBezTo>
                    <a:pt x="1782" y="6975"/>
                    <a:pt x="1633" y="6946"/>
                    <a:pt x="1476" y="6946"/>
                  </a:cubicBezTo>
                  <a:cubicBezTo>
                    <a:pt x="1290" y="6946"/>
                    <a:pt x="1091" y="6986"/>
                    <a:pt x="898" y="7072"/>
                  </a:cubicBezTo>
                  <a:cubicBezTo>
                    <a:pt x="316" y="7332"/>
                    <a:pt x="1" y="7895"/>
                    <a:pt x="195" y="8329"/>
                  </a:cubicBezTo>
                  <a:cubicBezTo>
                    <a:pt x="322" y="8620"/>
                    <a:pt x="642" y="8781"/>
                    <a:pt x="1014" y="8781"/>
                  </a:cubicBezTo>
                  <a:cubicBezTo>
                    <a:pt x="1202" y="8781"/>
                    <a:pt x="1403" y="8740"/>
                    <a:pt x="1599" y="8653"/>
                  </a:cubicBezTo>
                  <a:cubicBezTo>
                    <a:pt x="2013" y="8470"/>
                    <a:pt x="2288" y="8131"/>
                    <a:pt x="2345" y="7792"/>
                  </a:cubicBezTo>
                  <a:lnTo>
                    <a:pt x="2349" y="7792"/>
                  </a:lnTo>
                  <a:lnTo>
                    <a:pt x="2349" y="7773"/>
                  </a:lnTo>
                  <a:cubicBezTo>
                    <a:pt x="2360" y="7701"/>
                    <a:pt x="2360" y="7628"/>
                    <a:pt x="2349" y="7558"/>
                  </a:cubicBezTo>
                  <a:lnTo>
                    <a:pt x="2349" y="2452"/>
                  </a:lnTo>
                  <a:lnTo>
                    <a:pt x="6693" y="1412"/>
                  </a:lnTo>
                  <a:lnTo>
                    <a:pt x="6693" y="5921"/>
                  </a:lnTo>
                  <a:cubicBezTo>
                    <a:pt x="6563" y="5864"/>
                    <a:pt x="6413" y="5834"/>
                    <a:pt x="6254" y="5834"/>
                  </a:cubicBezTo>
                  <a:cubicBezTo>
                    <a:pt x="6068" y="5834"/>
                    <a:pt x="5868" y="5875"/>
                    <a:pt x="5674" y="5962"/>
                  </a:cubicBezTo>
                  <a:cubicBezTo>
                    <a:pt x="5092" y="6220"/>
                    <a:pt x="4777" y="6784"/>
                    <a:pt x="4971" y="7219"/>
                  </a:cubicBezTo>
                  <a:cubicBezTo>
                    <a:pt x="5098" y="7509"/>
                    <a:pt x="5418" y="7671"/>
                    <a:pt x="5790" y="7671"/>
                  </a:cubicBezTo>
                  <a:cubicBezTo>
                    <a:pt x="5978" y="7671"/>
                    <a:pt x="6179" y="7630"/>
                    <a:pt x="6375" y="7543"/>
                  </a:cubicBezTo>
                  <a:cubicBezTo>
                    <a:pt x="6859" y="7328"/>
                    <a:pt x="7153" y="6902"/>
                    <a:pt x="7127" y="6514"/>
                  </a:cubicBezTo>
                  <a:lnTo>
                    <a:pt x="7132" y="6514"/>
                  </a:lnTo>
                  <a:lnTo>
                    <a:pt x="7132" y="1309"/>
                  </a:lnTo>
                  <a:lnTo>
                    <a:pt x="7134" y="1309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8949952" y="821938"/>
              <a:ext cx="309258" cy="488230"/>
            </a:xfrm>
            <a:custGeom>
              <a:avLst/>
              <a:gdLst/>
              <a:ahLst/>
              <a:cxnLst/>
              <a:rect l="l" t="t" r="r" b="b"/>
              <a:pathLst>
                <a:path w="11040" h="17429" extrusionOk="0">
                  <a:moveTo>
                    <a:pt x="5236" y="0"/>
                  </a:moveTo>
                  <a:cubicBezTo>
                    <a:pt x="5032" y="0"/>
                    <a:pt x="4866" y="166"/>
                    <a:pt x="4866" y="371"/>
                  </a:cubicBezTo>
                  <a:lnTo>
                    <a:pt x="4866" y="13362"/>
                  </a:lnTo>
                  <a:lnTo>
                    <a:pt x="4870" y="13362"/>
                  </a:lnTo>
                  <a:lnTo>
                    <a:pt x="4870" y="13426"/>
                  </a:lnTo>
                  <a:cubicBezTo>
                    <a:pt x="4501" y="13184"/>
                    <a:pt x="4026" y="13054"/>
                    <a:pt x="3512" y="13054"/>
                  </a:cubicBezTo>
                  <a:cubicBezTo>
                    <a:pt x="3070" y="13054"/>
                    <a:pt x="2598" y="13150"/>
                    <a:pt x="2138" y="13354"/>
                  </a:cubicBezTo>
                  <a:cubicBezTo>
                    <a:pt x="752" y="13970"/>
                    <a:pt x="0" y="15312"/>
                    <a:pt x="458" y="16353"/>
                  </a:cubicBezTo>
                  <a:cubicBezTo>
                    <a:pt x="764" y="17044"/>
                    <a:pt x="1531" y="17429"/>
                    <a:pt x="2419" y="17429"/>
                  </a:cubicBezTo>
                  <a:cubicBezTo>
                    <a:pt x="2866" y="17429"/>
                    <a:pt x="3344" y="17331"/>
                    <a:pt x="3808" y="17126"/>
                  </a:cubicBezTo>
                  <a:cubicBezTo>
                    <a:pt x="4985" y="16602"/>
                    <a:pt x="5699" y="15560"/>
                    <a:pt x="5609" y="14622"/>
                  </a:cubicBezTo>
                  <a:lnTo>
                    <a:pt x="5609" y="7681"/>
                  </a:lnTo>
                  <a:lnTo>
                    <a:pt x="5605" y="7681"/>
                  </a:lnTo>
                  <a:lnTo>
                    <a:pt x="5605" y="1803"/>
                  </a:lnTo>
                  <a:cubicBezTo>
                    <a:pt x="5916" y="2112"/>
                    <a:pt x="6355" y="2451"/>
                    <a:pt x="7001" y="2864"/>
                  </a:cubicBezTo>
                  <a:lnTo>
                    <a:pt x="7284" y="3041"/>
                  </a:lnTo>
                  <a:cubicBezTo>
                    <a:pt x="8723" y="3936"/>
                    <a:pt x="10085" y="4936"/>
                    <a:pt x="9529" y="6415"/>
                  </a:cubicBezTo>
                  <a:cubicBezTo>
                    <a:pt x="9467" y="6602"/>
                    <a:pt x="9563" y="6807"/>
                    <a:pt x="9748" y="6877"/>
                  </a:cubicBezTo>
                  <a:cubicBezTo>
                    <a:pt x="9791" y="6894"/>
                    <a:pt x="9835" y="6901"/>
                    <a:pt x="9879" y="6901"/>
                  </a:cubicBezTo>
                  <a:cubicBezTo>
                    <a:pt x="10023" y="6901"/>
                    <a:pt x="10161" y="6816"/>
                    <a:pt x="10221" y="6677"/>
                  </a:cubicBezTo>
                  <a:cubicBezTo>
                    <a:pt x="11040" y="4503"/>
                    <a:pt x="8851" y="3144"/>
                    <a:pt x="7674" y="2413"/>
                  </a:cubicBezTo>
                  <a:lnTo>
                    <a:pt x="7399" y="2240"/>
                  </a:lnTo>
                  <a:cubicBezTo>
                    <a:pt x="5974" y="1328"/>
                    <a:pt x="5739" y="878"/>
                    <a:pt x="5607" y="399"/>
                  </a:cubicBezTo>
                  <a:lnTo>
                    <a:pt x="5607" y="371"/>
                  </a:lnTo>
                  <a:cubicBezTo>
                    <a:pt x="5605" y="166"/>
                    <a:pt x="5441" y="0"/>
                    <a:pt x="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7575543" y="142527"/>
              <a:ext cx="191493" cy="302507"/>
            </a:xfrm>
            <a:custGeom>
              <a:avLst/>
              <a:gdLst/>
              <a:ahLst/>
              <a:cxnLst/>
              <a:rect l="l" t="t" r="r" b="b"/>
              <a:pathLst>
                <a:path w="6836" h="10799" extrusionOk="0">
                  <a:moveTo>
                    <a:pt x="3241" y="1"/>
                  </a:moveTo>
                  <a:cubicBezTo>
                    <a:pt x="3116" y="1"/>
                    <a:pt x="3016" y="99"/>
                    <a:pt x="3012" y="222"/>
                  </a:cubicBezTo>
                  <a:lnTo>
                    <a:pt x="3012" y="8280"/>
                  </a:lnTo>
                  <a:lnTo>
                    <a:pt x="3014" y="8280"/>
                  </a:lnTo>
                  <a:lnTo>
                    <a:pt x="3014" y="8321"/>
                  </a:lnTo>
                  <a:cubicBezTo>
                    <a:pt x="2786" y="8171"/>
                    <a:pt x="2493" y="8090"/>
                    <a:pt x="2174" y="8090"/>
                  </a:cubicBezTo>
                  <a:cubicBezTo>
                    <a:pt x="1900" y="8090"/>
                    <a:pt x="1608" y="8150"/>
                    <a:pt x="1322" y="8276"/>
                  </a:cubicBezTo>
                  <a:cubicBezTo>
                    <a:pt x="463" y="8658"/>
                    <a:pt x="1" y="9489"/>
                    <a:pt x="284" y="10132"/>
                  </a:cubicBezTo>
                  <a:cubicBezTo>
                    <a:pt x="472" y="10560"/>
                    <a:pt x="947" y="10799"/>
                    <a:pt x="1496" y="10799"/>
                  </a:cubicBezTo>
                  <a:cubicBezTo>
                    <a:pt x="1773" y="10799"/>
                    <a:pt x="2069" y="10738"/>
                    <a:pt x="2358" y="10610"/>
                  </a:cubicBezTo>
                  <a:cubicBezTo>
                    <a:pt x="3086" y="10286"/>
                    <a:pt x="3530" y="9640"/>
                    <a:pt x="3474" y="9060"/>
                  </a:cubicBezTo>
                  <a:lnTo>
                    <a:pt x="3474" y="4762"/>
                  </a:lnTo>
                  <a:lnTo>
                    <a:pt x="3470" y="4762"/>
                  </a:lnTo>
                  <a:lnTo>
                    <a:pt x="3470" y="1122"/>
                  </a:lnTo>
                  <a:cubicBezTo>
                    <a:pt x="3662" y="1316"/>
                    <a:pt x="3935" y="1525"/>
                    <a:pt x="4335" y="1780"/>
                  </a:cubicBezTo>
                  <a:lnTo>
                    <a:pt x="4510" y="1891"/>
                  </a:lnTo>
                  <a:cubicBezTo>
                    <a:pt x="5403" y="2445"/>
                    <a:pt x="6245" y="3063"/>
                    <a:pt x="5900" y="3980"/>
                  </a:cubicBezTo>
                  <a:cubicBezTo>
                    <a:pt x="5855" y="4097"/>
                    <a:pt x="5915" y="4229"/>
                    <a:pt x="6034" y="4274"/>
                  </a:cubicBezTo>
                  <a:cubicBezTo>
                    <a:pt x="6060" y="4284"/>
                    <a:pt x="6088" y="4289"/>
                    <a:pt x="6114" y="4289"/>
                  </a:cubicBezTo>
                  <a:cubicBezTo>
                    <a:pt x="6206" y="4289"/>
                    <a:pt x="6293" y="4232"/>
                    <a:pt x="6328" y="4142"/>
                  </a:cubicBezTo>
                  <a:cubicBezTo>
                    <a:pt x="6835" y="2795"/>
                    <a:pt x="5480" y="1953"/>
                    <a:pt x="4753" y="1501"/>
                  </a:cubicBezTo>
                  <a:lnTo>
                    <a:pt x="4583" y="1395"/>
                  </a:lnTo>
                  <a:cubicBezTo>
                    <a:pt x="3698" y="830"/>
                    <a:pt x="3553" y="551"/>
                    <a:pt x="3470" y="254"/>
                  </a:cubicBezTo>
                  <a:lnTo>
                    <a:pt x="3470" y="235"/>
                  </a:lnTo>
                  <a:cubicBezTo>
                    <a:pt x="3474" y="109"/>
                    <a:pt x="3374" y="3"/>
                    <a:pt x="3248" y="1"/>
                  </a:cubicBezTo>
                  <a:cubicBezTo>
                    <a:pt x="3246" y="1"/>
                    <a:pt x="3243" y="1"/>
                    <a:pt x="3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8480146" y="4951740"/>
              <a:ext cx="123731" cy="123787"/>
            </a:xfrm>
            <a:custGeom>
              <a:avLst/>
              <a:gdLst/>
              <a:ahLst/>
              <a:cxnLst/>
              <a:rect l="l" t="t" r="r" b="b"/>
              <a:pathLst>
                <a:path w="4417" h="4419" extrusionOk="0">
                  <a:moveTo>
                    <a:pt x="2209" y="0"/>
                  </a:moveTo>
                  <a:cubicBezTo>
                    <a:pt x="990" y="0"/>
                    <a:pt x="1" y="989"/>
                    <a:pt x="1" y="2210"/>
                  </a:cubicBezTo>
                  <a:cubicBezTo>
                    <a:pt x="1" y="3429"/>
                    <a:pt x="990" y="4418"/>
                    <a:pt x="2209" y="4418"/>
                  </a:cubicBezTo>
                  <a:cubicBezTo>
                    <a:pt x="3428" y="4418"/>
                    <a:pt x="4417" y="3429"/>
                    <a:pt x="4417" y="2210"/>
                  </a:cubicBezTo>
                  <a:cubicBezTo>
                    <a:pt x="4417" y="989"/>
                    <a:pt x="3428" y="0"/>
                    <a:pt x="22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9089970" y="3136815"/>
              <a:ext cx="108044" cy="107960"/>
            </a:xfrm>
            <a:custGeom>
              <a:avLst/>
              <a:gdLst/>
              <a:ahLst/>
              <a:cxnLst/>
              <a:rect l="l" t="t" r="r" b="b"/>
              <a:pathLst>
                <a:path w="3857" h="3854" extrusionOk="0">
                  <a:moveTo>
                    <a:pt x="1927" y="1"/>
                  </a:moveTo>
                  <a:cubicBezTo>
                    <a:pt x="864" y="1"/>
                    <a:pt x="1" y="864"/>
                    <a:pt x="1" y="1927"/>
                  </a:cubicBezTo>
                  <a:cubicBezTo>
                    <a:pt x="1" y="2991"/>
                    <a:pt x="864" y="3854"/>
                    <a:pt x="1927" y="3854"/>
                  </a:cubicBezTo>
                  <a:cubicBezTo>
                    <a:pt x="2993" y="3854"/>
                    <a:pt x="3856" y="2991"/>
                    <a:pt x="3856" y="1927"/>
                  </a:cubicBezTo>
                  <a:cubicBezTo>
                    <a:pt x="3856" y="864"/>
                    <a:pt x="2993" y="1"/>
                    <a:pt x="1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9005907" y="2722205"/>
              <a:ext cx="228190" cy="242980"/>
            </a:xfrm>
            <a:custGeom>
              <a:avLst/>
              <a:gdLst/>
              <a:ahLst/>
              <a:cxnLst/>
              <a:rect l="l" t="t" r="r" b="b"/>
              <a:pathLst>
                <a:path w="8146" h="8674" extrusionOk="0">
                  <a:moveTo>
                    <a:pt x="4073" y="0"/>
                  </a:moveTo>
                  <a:cubicBezTo>
                    <a:pt x="4073" y="4060"/>
                    <a:pt x="657" y="4324"/>
                    <a:pt x="0" y="4337"/>
                  </a:cubicBezTo>
                  <a:cubicBezTo>
                    <a:pt x="657" y="4350"/>
                    <a:pt x="4073" y="4614"/>
                    <a:pt x="4073" y="8674"/>
                  </a:cubicBezTo>
                  <a:cubicBezTo>
                    <a:pt x="4073" y="4614"/>
                    <a:pt x="7489" y="4350"/>
                    <a:pt x="8145" y="4337"/>
                  </a:cubicBezTo>
                  <a:cubicBezTo>
                    <a:pt x="7489" y="4324"/>
                    <a:pt x="4073" y="4060"/>
                    <a:pt x="4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7256866" y="5015614"/>
              <a:ext cx="153228" cy="255782"/>
            </a:xfrm>
            <a:custGeom>
              <a:avLst/>
              <a:gdLst/>
              <a:ahLst/>
              <a:cxnLst/>
              <a:rect l="l" t="t" r="r" b="b"/>
              <a:pathLst>
                <a:path w="5470" h="9131" extrusionOk="0">
                  <a:moveTo>
                    <a:pt x="1870" y="0"/>
                  </a:moveTo>
                  <a:lnTo>
                    <a:pt x="1" y="303"/>
                  </a:lnTo>
                  <a:cubicBezTo>
                    <a:pt x="1" y="303"/>
                    <a:pt x="3654" y="3432"/>
                    <a:pt x="2226" y="8357"/>
                  </a:cubicBezTo>
                  <a:lnTo>
                    <a:pt x="5269" y="9130"/>
                  </a:lnTo>
                  <a:cubicBezTo>
                    <a:pt x="5269" y="9130"/>
                    <a:pt x="5470" y="2317"/>
                    <a:pt x="1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9005911" y="4712956"/>
              <a:ext cx="326402" cy="226957"/>
            </a:xfrm>
            <a:custGeom>
              <a:avLst/>
              <a:gdLst/>
              <a:ahLst/>
              <a:cxnLst/>
              <a:rect l="l" t="t" r="r" b="b"/>
              <a:pathLst>
                <a:path w="11652" h="8102" extrusionOk="0">
                  <a:moveTo>
                    <a:pt x="3600" y="1"/>
                  </a:moveTo>
                  <a:lnTo>
                    <a:pt x="1" y="1433"/>
                  </a:lnTo>
                  <a:cubicBezTo>
                    <a:pt x="1" y="1433"/>
                    <a:pt x="4537" y="8102"/>
                    <a:pt x="9676" y="8102"/>
                  </a:cubicBezTo>
                  <a:cubicBezTo>
                    <a:pt x="9784" y="8102"/>
                    <a:pt x="9892" y="8099"/>
                    <a:pt x="10000" y="8093"/>
                  </a:cubicBezTo>
                  <a:lnTo>
                    <a:pt x="11652" y="6435"/>
                  </a:lnTo>
                  <a:cubicBezTo>
                    <a:pt x="11652" y="6435"/>
                    <a:pt x="5738" y="5953"/>
                    <a:pt x="36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7965695" y="4830419"/>
              <a:ext cx="298529" cy="366432"/>
            </a:xfrm>
            <a:custGeom>
              <a:avLst/>
              <a:gdLst/>
              <a:ahLst/>
              <a:cxnLst/>
              <a:rect l="l" t="t" r="r" b="b"/>
              <a:pathLst>
                <a:path w="10657" h="13081" extrusionOk="0">
                  <a:moveTo>
                    <a:pt x="10627" y="0"/>
                  </a:moveTo>
                  <a:lnTo>
                    <a:pt x="2842" y="1780"/>
                  </a:lnTo>
                  <a:lnTo>
                    <a:pt x="2842" y="3806"/>
                  </a:lnTo>
                  <a:lnTo>
                    <a:pt x="2846" y="3806"/>
                  </a:lnTo>
                  <a:lnTo>
                    <a:pt x="2846" y="10470"/>
                  </a:lnTo>
                  <a:cubicBezTo>
                    <a:pt x="2655" y="10389"/>
                    <a:pt x="2435" y="10346"/>
                    <a:pt x="2202" y="10346"/>
                  </a:cubicBezTo>
                  <a:cubicBezTo>
                    <a:pt x="1924" y="10346"/>
                    <a:pt x="1627" y="10407"/>
                    <a:pt x="1337" y="10534"/>
                  </a:cubicBezTo>
                  <a:cubicBezTo>
                    <a:pt x="470" y="10920"/>
                    <a:pt x="1" y="11760"/>
                    <a:pt x="289" y="12410"/>
                  </a:cubicBezTo>
                  <a:cubicBezTo>
                    <a:pt x="480" y="12842"/>
                    <a:pt x="957" y="13081"/>
                    <a:pt x="1510" y="13081"/>
                  </a:cubicBezTo>
                  <a:cubicBezTo>
                    <a:pt x="1790" y="13081"/>
                    <a:pt x="2089" y="13020"/>
                    <a:pt x="2381" y="12891"/>
                  </a:cubicBezTo>
                  <a:cubicBezTo>
                    <a:pt x="2999" y="12617"/>
                    <a:pt x="3409" y="12111"/>
                    <a:pt x="3492" y="11608"/>
                  </a:cubicBezTo>
                  <a:lnTo>
                    <a:pt x="3498" y="11608"/>
                  </a:lnTo>
                  <a:lnTo>
                    <a:pt x="3498" y="11579"/>
                  </a:lnTo>
                  <a:cubicBezTo>
                    <a:pt x="3513" y="11472"/>
                    <a:pt x="3513" y="11363"/>
                    <a:pt x="3498" y="11257"/>
                  </a:cubicBezTo>
                  <a:lnTo>
                    <a:pt x="3498" y="3651"/>
                  </a:lnTo>
                  <a:lnTo>
                    <a:pt x="9971" y="2103"/>
                  </a:lnTo>
                  <a:lnTo>
                    <a:pt x="9971" y="8823"/>
                  </a:lnTo>
                  <a:cubicBezTo>
                    <a:pt x="9778" y="8739"/>
                    <a:pt x="9555" y="8695"/>
                    <a:pt x="9318" y="8695"/>
                  </a:cubicBezTo>
                  <a:cubicBezTo>
                    <a:pt x="9040" y="8695"/>
                    <a:pt x="8742" y="8756"/>
                    <a:pt x="8453" y="8885"/>
                  </a:cubicBezTo>
                  <a:cubicBezTo>
                    <a:pt x="7586" y="9268"/>
                    <a:pt x="7119" y="10108"/>
                    <a:pt x="7405" y="10756"/>
                  </a:cubicBezTo>
                  <a:cubicBezTo>
                    <a:pt x="7594" y="11188"/>
                    <a:pt x="8073" y="11428"/>
                    <a:pt x="8626" y="11428"/>
                  </a:cubicBezTo>
                  <a:cubicBezTo>
                    <a:pt x="8906" y="11428"/>
                    <a:pt x="9205" y="11366"/>
                    <a:pt x="9495" y="11238"/>
                  </a:cubicBezTo>
                  <a:cubicBezTo>
                    <a:pt x="10218" y="10918"/>
                    <a:pt x="10657" y="10283"/>
                    <a:pt x="10618" y="9705"/>
                  </a:cubicBezTo>
                  <a:lnTo>
                    <a:pt x="10623" y="9705"/>
                  </a:lnTo>
                  <a:lnTo>
                    <a:pt x="10623" y="1950"/>
                  </a:lnTo>
                  <a:lnTo>
                    <a:pt x="10629" y="1950"/>
                  </a:lnTo>
                  <a:lnTo>
                    <a:pt x="106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8819793" y="4939927"/>
              <a:ext cx="191493" cy="302507"/>
            </a:xfrm>
            <a:custGeom>
              <a:avLst/>
              <a:gdLst/>
              <a:ahLst/>
              <a:cxnLst/>
              <a:rect l="l" t="t" r="r" b="b"/>
              <a:pathLst>
                <a:path w="6836" h="10799" extrusionOk="0">
                  <a:moveTo>
                    <a:pt x="3241" y="1"/>
                  </a:moveTo>
                  <a:cubicBezTo>
                    <a:pt x="3116" y="1"/>
                    <a:pt x="3016" y="99"/>
                    <a:pt x="3012" y="222"/>
                  </a:cubicBezTo>
                  <a:lnTo>
                    <a:pt x="3012" y="8280"/>
                  </a:lnTo>
                  <a:lnTo>
                    <a:pt x="3014" y="8280"/>
                  </a:lnTo>
                  <a:lnTo>
                    <a:pt x="3014" y="8321"/>
                  </a:lnTo>
                  <a:cubicBezTo>
                    <a:pt x="2786" y="8171"/>
                    <a:pt x="2493" y="8090"/>
                    <a:pt x="2174" y="8090"/>
                  </a:cubicBezTo>
                  <a:cubicBezTo>
                    <a:pt x="1900" y="8090"/>
                    <a:pt x="1608" y="8150"/>
                    <a:pt x="1322" y="8276"/>
                  </a:cubicBezTo>
                  <a:cubicBezTo>
                    <a:pt x="463" y="8658"/>
                    <a:pt x="1" y="9489"/>
                    <a:pt x="284" y="10132"/>
                  </a:cubicBezTo>
                  <a:cubicBezTo>
                    <a:pt x="472" y="10560"/>
                    <a:pt x="947" y="10799"/>
                    <a:pt x="1496" y="10799"/>
                  </a:cubicBezTo>
                  <a:cubicBezTo>
                    <a:pt x="1773" y="10799"/>
                    <a:pt x="2069" y="10738"/>
                    <a:pt x="2358" y="10610"/>
                  </a:cubicBezTo>
                  <a:cubicBezTo>
                    <a:pt x="3086" y="10286"/>
                    <a:pt x="3530" y="9640"/>
                    <a:pt x="3474" y="9060"/>
                  </a:cubicBezTo>
                  <a:lnTo>
                    <a:pt x="3474" y="4762"/>
                  </a:lnTo>
                  <a:lnTo>
                    <a:pt x="3470" y="4762"/>
                  </a:lnTo>
                  <a:lnTo>
                    <a:pt x="3470" y="1122"/>
                  </a:lnTo>
                  <a:cubicBezTo>
                    <a:pt x="3662" y="1316"/>
                    <a:pt x="3935" y="1525"/>
                    <a:pt x="4335" y="1780"/>
                  </a:cubicBezTo>
                  <a:lnTo>
                    <a:pt x="4510" y="1891"/>
                  </a:lnTo>
                  <a:cubicBezTo>
                    <a:pt x="5403" y="2445"/>
                    <a:pt x="6245" y="3063"/>
                    <a:pt x="5900" y="3980"/>
                  </a:cubicBezTo>
                  <a:cubicBezTo>
                    <a:pt x="5855" y="4097"/>
                    <a:pt x="5915" y="4229"/>
                    <a:pt x="6034" y="4274"/>
                  </a:cubicBezTo>
                  <a:cubicBezTo>
                    <a:pt x="6060" y="4284"/>
                    <a:pt x="6088" y="4289"/>
                    <a:pt x="6114" y="4289"/>
                  </a:cubicBezTo>
                  <a:cubicBezTo>
                    <a:pt x="6206" y="4289"/>
                    <a:pt x="6293" y="4232"/>
                    <a:pt x="6328" y="4142"/>
                  </a:cubicBezTo>
                  <a:cubicBezTo>
                    <a:pt x="6835" y="2795"/>
                    <a:pt x="5480" y="1953"/>
                    <a:pt x="4753" y="1501"/>
                  </a:cubicBezTo>
                  <a:lnTo>
                    <a:pt x="4583" y="1395"/>
                  </a:lnTo>
                  <a:cubicBezTo>
                    <a:pt x="3698" y="830"/>
                    <a:pt x="3553" y="551"/>
                    <a:pt x="3470" y="254"/>
                  </a:cubicBezTo>
                  <a:lnTo>
                    <a:pt x="3470" y="235"/>
                  </a:lnTo>
                  <a:cubicBezTo>
                    <a:pt x="3474" y="109"/>
                    <a:pt x="3374" y="3"/>
                    <a:pt x="3248" y="1"/>
                  </a:cubicBezTo>
                  <a:cubicBezTo>
                    <a:pt x="3246" y="1"/>
                    <a:pt x="3243" y="1"/>
                    <a:pt x="3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8553544" y="4866456"/>
              <a:ext cx="209023" cy="209063"/>
            </a:xfrm>
            <a:custGeom>
              <a:avLst/>
              <a:gdLst/>
              <a:ahLst/>
              <a:cxnLst/>
              <a:rect l="l" t="t" r="r" b="b"/>
              <a:pathLst>
                <a:path w="4417" h="4419" extrusionOk="0">
                  <a:moveTo>
                    <a:pt x="2209" y="0"/>
                  </a:moveTo>
                  <a:cubicBezTo>
                    <a:pt x="990" y="0"/>
                    <a:pt x="1" y="989"/>
                    <a:pt x="1" y="2210"/>
                  </a:cubicBezTo>
                  <a:cubicBezTo>
                    <a:pt x="1" y="3429"/>
                    <a:pt x="990" y="4418"/>
                    <a:pt x="2209" y="4418"/>
                  </a:cubicBezTo>
                  <a:cubicBezTo>
                    <a:pt x="3428" y="4418"/>
                    <a:pt x="4417" y="3429"/>
                    <a:pt x="4417" y="2210"/>
                  </a:cubicBezTo>
                  <a:cubicBezTo>
                    <a:pt x="4417" y="989"/>
                    <a:pt x="3428" y="0"/>
                    <a:pt x="2209" y="0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7704907" y="4892155"/>
              <a:ext cx="228190" cy="242980"/>
            </a:xfrm>
            <a:custGeom>
              <a:avLst/>
              <a:gdLst/>
              <a:ahLst/>
              <a:cxnLst/>
              <a:rect l="l" t="t" r="r" b="b"/>
              <a:pathLst>
                <a:path w="8146" h="8674" extrusionOk="0">
                  <a:moveTo>
                    <a:pt x="4073" y="0"/>
                  </a:moveTo>
                  <a:cubicBezTo>
                    <a:pt x="4073" y="4060"/>
                    <a:pt x="657" y="4324"/>
                    <a:pt x="0" y="4337"/>
                  </a:cubicBezTo>
                  <a:cubicBezTo>
                    <a:pt x="657" y="4350"/>
                    <a:pt x="4073" y="4614"/>
                    <a:pt x="4073" y="8674"/>
                  </a:cubicBezTo>
                  <a:cubicBezTo>
                    <a:pt x="4073" y="4614"/>
                    <a:pt x="7489" y="4350"/>
                    <a:pt x="8145" y="4337"/>
                  </a:cubicBezTo>
                  <a:cubicBezTo>
                    <a:pt x="7489" y="4324"/>
                    <a:pt x="4073" y="4060"/>
                    <a:pt x="4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2"/>
          <p:cNvSpPr/>
          <p:nvPr/>
        </p:nvSpPr>
        <p:spPr>
          <a:xfrm>
            <a:off x="-307028" y="-149933"/>
            <a:ext cx="1534475" cy="5479575"/>
          </a:xfrm>
          <a:custGeom>
            <a:avLst/>
            <a:gdLst/>
            <a:ahLst/>
            <a:cxnLst/>
            <a:rect l="l" t="t" r="r" b="b"/>
            <a:pathLst>
              <a:path w="61379" h="219183" extrusionOk="0">
                <a:moveTo>
                  <a:pt x="41967" y="637"/>
                </a:moveTo>
                <a:cubicBezTo>
                  <a:pt x="50441" y="1622"/>
                  <a:pt x="53265" y="6024"/>
                  <a:pt x="55367" y="8914"/>
                </a:cubicBezTo>
                <a:cubicBezTo>
                  <a:pt x="57469" y="11804"/>
                  <a:pt x="58520" y="15588"/>
                  <a:pt x="54579" y="17979"/>
                </a:cubicBezTo>
                <a:cubicBezTo>
                  <a:pt x="50638" y="20370"/>
                  <a:pt x="37106" y="20133"/>
                  <a:pt x="31719" y="23260"/>
                </a:cubicBezTo>
                <a:cubicBezTo>
                  <a:pt x="26333" y="26387"/>
                  <a:pt x="23245" y="29212"/>
                  <a:pt x="22260" y="36740"/>
                </a:cubicBezTo>
                <a:cubicBezTo>
                  <a:pt x="21275" y="44268"/>
                  <a:pt x="24822" y="58680"/>
                  <a:pt x="25807" y="68428"/>
                </a:cubicBezTo>
                <a:cubicBezTo>
                  <a:pt x="26792" y="78176"/>
                  <a:pt x="29223" y="86296"/>
                  <a:pt x="28172" y="95230"/>
                </a:cubicBezTo>
                <a:cubicBezTo>
                  <a:pt x="27121" y="104164"/>
                  <a:pt x="19764" y="110798"/>
                  <a:pt x="19501" y="122031"/>
                </a:cubicBezTo>
                <a:cubicBezTo>
                  <a:pt x="19238" y="133264"/>
                  <a:pt x="26004" y="152708"/>
                  <a:pt x="26595" y="162627"/>
                </a:cubicBezTo>
                <a:cubicBezTo>
                  <a:pt x="27186" y="172546"/>
                  <a:pt x="21669" y="176816"/>
                  <a:pt x="23048" y="181546"/>
                </a:cubicBezTo>
                <a:cubicBezTo>
                  <a:pt x="24428" y="186276"/>
                  <a:pt x="30413" y="188956"/>
                  <a:pt x="34872" y="191005"/>
                </a:cubicBezTo>
                <a:cubicBezTo>
                  <a:pt x="39331" y="193055"/>
                  <a:pt x="45410" y="191859"/>
                  <a:pt x="49803" y="193843"/>
                </a:cubicBezTo>
                <a:cubicBezTo>
                  <a:pt x="54197" y="195827"/>
                  <a:pt x="60313" y="199624"/>
                  <a:pt x="61233" y="202908"/>
                </a:cubicBezTo>
                <a:cubicBezTo>
                  <a:pt x="62153" y="206193"/>
                  <a:pt x="58540" y="210857"/>
                  <a:pt x="55321" y="213550"/>
                </a:cubicBezTo>
                <a:cubicBezTo>
                  <a:pt x="52102" y="216243"/>
                  <a:pt x="49927" y="218687"/>
                  <a:pt x="41920" y="219068"/>
                </a:cubicBezTo>
                <a:cubicBezTo>
                  <a:pt x="33914" y="219449"/>
                  <a:pt x="14237" y="219002"/>
                  <a:pt x="7282" y="215836"/>
                </a:cubicBezTo>
                <a:cubicBezTo>
                  <a:pt x="327" y="212670"/>
                  <a:pt x="1042" y="211895"/>
                  <a:pt x="188" y="200071"/>
                </a:cubicBezTo>
                <a:cubicBezTo>
                  <a:pt x="-666" y="188247"/>
                  <a:pt x="1634" y="174517"/>
                  <a:pt x="2159" y="144891"/>
                </a:cubicBezTo>
                <a:cubicBezTo>
                  <a:pt x="2685" y="115265"/>
                  <a:pt x="2947" y="45962"/>
                  <a:pt x="3341" y="22314"/>
                </a:cubicBezTo>
                <a:cubicBezTo>
                  <a:pt x="3735" y="-1334"/>
                  <a:pt x="-1915" y="6615"/>
                  <a:pt x="4523" y="3002"/>
                </a:cubicBezTo>
                <a:cubicBezTo>
                  <a:pt x="10961" y="-611"/>
                  <a:pt x="33493" y="-348"/>
                  <a:pt x="41967" y="637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722" name="Google Shape;722;p32"/>
          <p:cNvGrpSpPr/>
          <p:nvPr/>
        </p:nvGrpSpPr>
        <p:grpSpPr>
          <a:xfrm>
            <a:off x="-276937" y="-78822"/>
            <a:ext cx="1226496" cy="5276414"/>
            <a:chOff x="7349638" y="-78822"/>
            <a:chExt cx="1226496" cy="5276414"/>
          </a:xfrm>
        </p:grpSpPr>
        <p:sp>
          <p:nvSpPr>
            <p:cNvPr id="723" name="Google Shape;723;p32"/>
            <p:cNvSpPr/>
            <p:nvPr/>
          </p:nvSpPr>
          <p:spPr>
            <a:xfrm>
              <a:off x="7519376" y="4275074"/>
              <a:ext cx="223187" cy="223187"/>
            </a:xfrm>
            <a:custGeom>
              <a:avLst/>
              <a:gdLst/>
              <a:ahLst/>
              <a:cxnLst/>
              <a:rect l="l" t="t" r="r" b="b"/>
              <a:pathLst>
                <a:path w="8755" h="8755" extrusionOk="0">
                  <a:moveTo>
                    <a:pt x="4378" y="1"/>
                  </a:moveTo>
                  <a:cubicBezTo>
                    <a:pt x="1960" y="1"/>
                    <a:pt x="0" y="1960"/>
                    <a:pt x="0" y="4377"/>
                  </a:cubicBezTo>
                  <a:cubicBezTo>
                    <a:pt x="0" y="6794"/>
                    <a:pt x="1960" y="8755"/>
                    <a:pt x="4378" y="8755"/>
                  </a:cubicBezTo>
                  <a:cubicBezTo>
                    <a:pt x="6795" y="8755"/>
                    <a:pt x="8755" y="6794"/>
                    <a:pt x="8755" y="4377"/>
                  </a:cubicBezTo>
                  <a:cubicBezTo>
                    <a:pt x="8755" y="1960"/>
                    <a:pt x="6795" y="1"/>
                    <a:pt x="43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2"/>
            <p:cNvSpPr/>
            <p:nvPr/>
          </p:nvSpPr>
          <p:spPr>
            <a:xfrm>
              <a:off x="7420924" y="4401469"/>
              <a:ext cx="337444" cy="337444"/>
            </a:xfrm>
            <a:custGeom>
              <a:avLst/>
              <a:gdLst/>
              <a:ahLst/>
              <a:cxnLst/>
              <a:rect l="l" t="t" r="r" b="b"/>
              <a:pathLst>
                <a:path w="13237" h="13237" extrusionOk="0">
                  <a:moveTo>
                    <a:pt x="6617" y="0"/>
                  </a:moveTo>
                  <a:cubicBezTo>
                    <a:pt x="4862" y="0"/>
                    <a:pt x="3180" y="698"/>
                    <a:pt x="1939" y="1939"/>
                  </a:cubicBezTo>
                  <a:cubicBezTo>
                    <a:pt x="697" y="3180"/>
                    <a:pt x="0" y="4864"/>
                    <a:pt x="0" y="6619"/>
                  </a:cubicBezTo>
                  <a:cubicBezTo>
                    <a:pt x="0" y="8374"/>
                    <a:pt x="697" y="10058"/>
                    <a:pt x="1939" y="11299"/>
                  </a:cubicBezTo>
                  <a:cubicBezTo>
                    <a:pt x="3180" y="12539"/>
                    <a:pt x="4862" y="13237"/>
                    <a:pt x="6617" y="13237"/>
                  </a:cubicBezTo>
                  <a:cubicBezTo>
                    <a:pt x="8373" y="13237"/>
                    <a:pt x="10057" y="12539"/>
                    <a:pt x="11298" y="11299"/>
                  </a:cubicBezTo>
                  <a:cubicBezTo>
                    <a:pt x="12539" y="10058"/>
                    <a:pt x="13236" y="8374"/>
                    <a:pt x="13236" y="6619"/>
                  </a:cubicBezTo>
                  <a:cubicBezTo>
                    <a:pt x="13236" y="4864"/>
                    <a:pt x="12539" y="3180"/>
                    <a:pt x="11298" y="1939"/>
                  </a:cubicBezTo>
                  <a:cubicBezTo>
                    <a:pt x="10057" y="698"/>
                    <a:pt x="8373" y="0"/>
                    <a:pt x="6617" y="0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2"/>
            <p:cNvSpPr/>
            <p:nvPr/>
          </p:nvSpPr>
          <p:spPr>
            <a:xfrm>
              <a:off x="7519692" y="3039164"/>
              <a:ext cx="139900" cy="139932"/>
            </a:xfrm>
            <a:custGeom>
              <a:avLst/>
              <a:gdLst/>
              <a:ahLst/>
              <a:cxnLst/>
              <a:rect l="l" t="t" r="r" b="b"/>
              <a:pathLst>
                <a:path w="4377" h="4378" extrusionOk="0">
                  <a:moveTo>
                    <a:pt x="2189" y="1"/>
                  </a:moveTo>
                  <a:cubicBezTo>
                    <a:pt x="981" y="1"/>
                    <a:pt x="0" y="980"/>
                    <a:pt x="0" y="2188"/>
                  </a:cubicBezTo>
                  <a:cubicBezTo>
                    <a:pt x="0" y="3398"/>
                    <a:pt x="981" y="4377"/>
                    <a:pt x="2189" y="4377"/>
                  </a:cubicBezTo>
                  <a:cubicBezTo>
                    <a:pt x="3398" y="4377"/>
                    <a:pt x="4377" y="3398"/>
                    <a:pt x="4377" y="2188"/>
                  </a:cubicBezTo>
                  <a:cubicBezTo>
                    <a:pt x="4377" y="980"/>
                    <a:pt x="3398" y="1"/>
                    <a:pt x="2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2"/>
            <p:cNvSpPr/>
            <p:nvPr/>
          </p:nvSpPr>
          <p:spPr>
            <a:xfrm>
              <a:off x="7802639" y="2151282"/>
              <a:ext cx="136064" cy="130823"/>
            </a:xfrm>
            <a:custGeom>
              <a:avLst/>
              <a:gdLst/>
              <a:ahLst/>
              <a:cxnLst/>
              <a:rect l="l" t="t" r="r" b="b"/>
              <a:pathLst>
                <a:path w="4257" h="4093" extrusionOk="0">
                  <a:moveTo>
                    <a:pt x="2212" y="0"/>
                  </a:moveTo>
                  <a:cubicBezTo>
                    <a:pt x="2211" y="0"/>
                    <a:pt x="2210" y="0"/>
                    <a:pt x="2209" y="0"/>
                  </a:cubicBezTo>
                  <a:cubicBezTo>
                    <a:pt x="1381" y="0"/>
                    <a:pt x="636" y="498"/>
                    <a:pt x="318" y="1264"/>
                  </a:cubicBezTo>
                  <a:cubicBezTo>
                    <a:pt x="1" y="2028"/>
                    <a:pt x="177" y="2909"/>
                    <a:pt x="762" y="3494"/>
                  </a:cubicBezTo>
                  <a:cubicBezTo>
                    <a:pt x="1154" y="3885"/>
                    <a:pt x="1678" y="4093"/>
                    <a:pt x="2210" y="4093"/>
                  </a:cubicBezTo>
                  <a:cubicBezTo>
                    <a:pt x="2474" y="4093"/>
                    <a:pt x="2740" y="4042"/>
                    <a:pt x="2993" y="3937"/>
                  </a:cubicBezTo>
                  <a:cubicBezTo>
                    <a:pt x="3757" y="3621"/>
                    <a:pt x="4257" y="2874"/>
                    <a:pt x="4257" y="2046"/>
                  </a:cubicBezTo>
                  <a:cubicBezTo>
                    <a:pt x="4257" y="917"/>
                    <a:pt x="3342" y="0"/>
                    <a:pt x="2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2"/>
            <p:cNvSpPr/>
            <p:nvPr/>
          </p:nvSpPr>
          <p:spPr>
            <a:xfrm>
              <a:off x="7473081" y="1821107"/>
              <a:ext cx="122161" cy="122097"/>
            </a:xfrm>
            <a:custGeom>
              <a:avLst/>
              <a:gdLst/>
              <a:ahLst/>
              <a:cxnLst/>
              <a:rect l="l" t="t" r="r" b="b"/>
              <a:pathLst>
                <a:path w="3822" h="3820" extrusionOk="0">
                  <a:moveTo>
                    <a:pt x="1911" y="1"/>
                  </a:moveTo>
                  <a:cubicBezTo>
                    <a:pt x="856" y="1"/>
                    <a:pt x="0" y="854"/>
                    <a:pt x="0" y="1909"/>
                  </a:cubicBezTo>
                  <a:cubicBezTo>
                    <a:pt x="0" y="2964"/>
                    <a:pt x="856" y="3820"/>
                    <a:pt x="1911" y="3820"/>
                  </a:cubicBezTo>
                  <a:cubicBezTo>
                    <a:pt x="2966" y="3820"/>
                    <a:pt x="3821" y="2964"/>
                    <a:pt x="3821" y="1909"/>
                  </a:cubicBezTo>
                  <a:cubicBezTo>
                    <a:pt x="3821" y="854"/>
                    <a:pt x="2966" y="1"/>
                    <a:pt x="19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2"/>
            <p:cNvSpPr/>
            <p:nvPr/>
          </p:nvSpPr>
          <p:spPr>
            <a:xfrm>
              <a:off x="7460631" y="784193"/>
              <a:ext cx="258033" cy="274718"/>
            </a:xfrm>
            <a:custGeom>
              <a:avLst/>
              <a:gdLst/>
              <a:ahLst/>
              <a:cxnLst/>
              <a:rect l="l" t="t" r="r" b="b"/>
              <a:pathLst>
                <a:path w="8073" h="8595" extrusionOk="0">
                  <a:moveTo>
                    <a:pt x="4036" y="1"/>
                  </a:moveTo>
                  <a:cubicBezTo>
                    <a:pt x="4036" y="4024"/>
                    <a:pt x="650" y="4285"/>
                    <a:pt x="1" y="4297"/>
                  </a:cubicBezTo>
                  <a:cubicBezTo>
                    <a:pt x="650" y="4310"/>
                    <a:pt x="4036" y="4572"/>
                    <a:pt x="4036" y="8594"/>
                  </a:cubicBezTo>
                  <a:cubicBezTo>
                    <a:pt x="4036" y="4571"/>
                    <a:pt x="7421" y="4310"/>
                    <a:pt x="8072" y="4297"/>
                  </a:cubicBezTo>
                  <a:cubicBezTo>
                    <a:pt x="7421" y="4285"/>
                    <a:pt x="4036" y="4023"/>
                    <a:pt x="40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>
              <a:off x="8339804" y="4818645"/>
              <a:ext cx="236331" cy="378947"/>
            </a:xfrm>
            <a:custGeom>
              <a:avLst/>
              <a:gdLst/>
              <a:ahLst/>
              <a:cxnLst/>
              <a:rect l="l" t="t" r="r" b="b"/>
              <a:pathLst>
                <a:path w="7394" h="11856" extrusionOk="0">
                  <a:moveTo>
                    <a:pt x="5218" y="1"/>
                  </a:moveTo>
                  <a:cubicBezTo>
                    <a:pt x="5218" y="1"/>
                    <a:pt x="0" y="5998"/>
                    <a:pt x="1535" y="10746"/>
                  </a:cubicBezTo>
                  <a:lnTo>
                    <a:pt x="3447" y="11856"/>
                  </a:lnTo>
                  <a:cubicBezTo>
                    <a:pt x="3447" y="11856"/>
                    <a:pt x="2465" y="6335"/>
                    <a:pt x="7394" y="2947"/>
                  </a:cubicBezTo>
                  <a:lnTo>
                    <a:pt x="52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2"/>
            <p:cNvSpPr/>
            <p:nvPr/>
          </p:nvSpPr>
          <p:spPr>
            <a:xfrm>
              <a:off x="7502993" y="2282110"/>
              <a:ext cx="173301" cy="289165"/>
            </a:xfrm>
            <a:custGeom>
              <a:avLst/>
              <a:gdLst/>
              <a:ahLst/>
              <a:cxnLst/>
              <a:rect l="l" t="t" r="r" b="b"/>
              <a:pathLst>
                <a:path w="5422" h="9047" extrusionOk="0">
                  <a:moveTo>
                    <a:pt x="1856" y="0"/>
                  </a:moveTo>
                  <a:lnTo>
                    <a:pt x="1" y="300"/>
                  </a:lnTo>
                  <a:cubicBezTo>
                    <a:pt x="1" y="300"/>
                    <a:pt x="3620" y="3401"/>
                    <a:pt x="2206" y="8282"/>
                  </a:cubicBezTo>
                  <a:lnTo>
                    <a:pt x="5223" y="9046"/>
                  </a:lnTo>
                  <a:cubicBezTo>
                    <a:pt x="5223" y="9046"/>
                    <a:pt x="5422" y="2293"/>
                    <a:pt x="18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7349638" y="157723"/>
              <a:ext cx="369039" cy="256595"/>
            </a:xfrm>
            <a:custGeom>
              <a:avLst/>
              <a:gdLst/>
              <a:ahLst/>
              <a:cxnLst/>
              <a:rect l="l" t="t" r="r" b="b"/>
              <a:pathLst>
                <a:path w="11546" h="8028" extrusionOk="0">
                  <a:moveTo>
                    <a:pt x="3568" y="0"/>
                  </a:moveTo>
                  <a:lnTo>
                    <a:pt x="0" y="1419"/>
                  </a:lnTo>
                  <a:cubicBezTo>
                    <a:pt x="0" y="1419"/>
                    <a:pt x="4498" y="8027"/>
                    <a:pt x="9588" y="8027"/>
                  </a:cubicBezTo>
                  <a:cubicBezTo>
                    <a:pt x="9695" y="8027"/>
                    <a:pt x="9802" y="8024"/>
                    <a:pt x="9909" y="8018"/>
                  </a:cubicBezTo>
                  <a:lnTo>
                    <a:pt x="11546" y="6376"/>
                  </a:lnTo>
                  <a:cubicBezTo>
                    <a:pt x="11546" y="6376"/>
                    <a:pt x="5687" y="5900"/>
                    <a:pt x="35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7849967" y="-78822"/>
              <a:ext cx="337460" cy="414330"/>
            </a:xfrm>
            <a:custGeom>
              <a:avLst/>
              <a:gdLst/>
              <a:ahLst/>
              <a:cxnLst/>
              <a:rect l="l" t="t" r="r" b="b"/>
              <a:pathLst>
                <a:path w="10558" h="12963" extrusionOk="0">
                  <a:moveTo>
                    <a:pt x="10529" y="1"/>
                  </a:moveTo>
                  <a:lnTo>
                    <a:pt x="2813" y="1765"/>
                  </a:lnTo>
                  <a:lnTo>
                    <a:pt x="2813" y="3775"/>
                  </a:lnTo>
                  <a:lnTo>
                    <a:pt x="2818" y="3774"/>
                  </a:lnTo>
                  <a:lnTo>
                    <a:pt x="2818" y="10376"/>
                  </a:lnTo>
                  <a:cubicBezTo>
                    <a:pt x="2629" y="10296"/>
                    <a:pt x="2411" y="10254"/>
                    <a:pt x="2180" y="10254"/>
                  </a:cubicBezTo>
                  <a:cubicBezTo>
                    <a:pt x="1904" y="10254"/>
                    <a:pt x="1610" y="10314"/>
                    <a:pt x="1322" y="10440"/>
                  </a:cubicBezTo>
                  <a:cubicBezTo>
                    <a:pt x="465" y="10822"/>
                    <a:pt x="0" y="11653"/>
                    <a:pt x="285" y="12297"/>
                  </a:cubicBezTo>
                  <a:cubicBezTo>
                    <a:pt x="474" y="12725"/>
                    <a:pt x="946" y="12962"/>
                    <a:pt x="1494" y="12962"/>
                  </a:cubicBezTo>
                  <a:cubicBezTo>
                    <a:pt x="1772" y="12962"/>
                    <a:pt x="2068" y="12902"/>
                    <a:pt x="2357" y="12774"/>
                  </a:cubicBezTo>
                  <a:cubicBezTo>
                    <a:pt x="2970" y="12503"/>
                    <a:pt x="3377" y="12002"/>
                    <a:pt x="3459" y="11504"/>
                  </a:cubicBezTo>
                  <a:lnTo>
                    <a:pt x="3465" y="11504"/>
                  </a:lnTo>
                  <a:lnTo>
                    <a:pt x="3465" y="11475"/>
                  </a:lnTo>
                  <a:cubicBezTo>
                    <a:pt x="3481" y="11369"/>
                    <a:pt x="3481" y="11261"/>
                    <a:pt x="3465" y="11156"/>
                  </a:cubicBezTo>
                  <a:lnTo>
                    <a:pt x="3465" y="3619"/>
                  </a:lnTo>
                  <a:lnTo>
                    <a:pt x="9879" y="2087"/>
                  </a:lnTo>
                  <a:lnTo>
                    <a:pt x="9879" y="8743"/>
                  </a:lnTo>
                  <a:cubicBezTo>
                    <a:pt x="9689" y="8660"/>
                    <a:pt x="9468" y="8616"/>
                    <a:pt x="9234" y="8616"/>
                  </a:cubicBezTo>
                  <a:cubicBezTo>
                    <a:pt x="8958" y="8616"/>
                    <a:pt x="8662" y="8677"/>
                    <a:pt x="8374" y="8804"/>
                  </a:cubicBezTo>
                  <a:cubicBezTo>
                    <a:pt x="7515" y="9186"/>
                    <a:pt x="7051" y="10017"/>
                    <a:pt x="7334" y="10661"/>
                  </a:cubicBezTo>
                  <a:cubicBezTo>
                    <a:pt x="7522" y="11088"/>
                    <a:pt x="7996" y="11326"/>
                    <a:pt x="8545" y="11326"/>
                  </a:cubicBezTo>
                  <a:cubicBezTo>
                    <a:pt x="8822" y="11326"/>
                    <a:pt x="9119" y="11265"/>
                    <a:pt x="9407" y="11138"/>
                  </a:cubicBezTo>
                  <a:cubicBezTo>
                    <a:pt x="10122" y="10820"/>
                    <a:pt x="10557" y="10192"/>
                    <a:pt x="10520" y="9618"/>
                  </a:cubicBezTo>
                  <a:lnTo>
                    <a:pt x="10525" y="9618"/>
                  </a:lnTo>
                  <a:lnTo>
                    <a:pt x="10525" y="1934"/>
                  </a:lnTo>
                  <a:lnTo>
                    <a:pt x="10529" y="1932"/>
                  </a:lnTo>
                  <a:lnTo>
                    <a:pt x="105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2"/>
            <p:cNvSpPr/>
            <p:nvPr/>
          </p:nvSpPr>
          <p:spPr>
            <a:xfrm>
              <a:off x="7802650" y="4733969"/>
              <a:ext cx="273668" cy="336006"/>
            </a:xfrm>
            <a:custGeom>
              <a:avLst/>
              <a:gdLst/>
              <a:ahLst/>
              <a:cxnLst/>
              <a:rect l="l" t="t" r="r" b="b"/>
              <a:pathLst>
                <a:path w="7088" h="8702" extrusionOk="0">
                  <a:moveTo>
                    <a:pt x="7068" y="1"/>
                  </a:moveTo>
                  <a:lnTo>
                    <a:pt x="1890" y="1184"/>
                  </a:lnTo>
                  <a:lnTo>
                    <a:pt x="1890" y="2534"/>
                  </a:lnTo>
                  <a:lnTo>
                    <a:pt x="1892" y="2532"/>
                  </a:lnTo>
                  <a:lnTo>
                    <a:pt x="1892" y="6965"/>
                  </a:lnTo>
                  <a:cubicBezTo>
                    <a:pt x="1765" y="6911"/>
                    <a:pt x="1620" y="6883"/>
                    <a:pt x="1465" y="6883"/>
                  </a:cubicBezTo>
                  <a:cubicBezTo>
                    <a:pt x="1280" y="6883"/>
                    <a:pt x="1082" y="6923"/>
                    <a:pt x="889" y="7008"/>
                  </a:cubicBezTo>
                  <a:cubicBezTo>
                    <a:pt x="312" y="7265"/>
                    <a:pt x="1" y="7822"/>
                    <a:pt x="191" y="8254"/>
                  </a:cubicBezTo>
                  <a:cubicBezTo>
                    <a:pt x="318" y="8542"/>
                    <a:pt x="636" y="8701"/>
                    <a:pt x="1004" y="8701"/>
                  </a:cubicBezTo>
                  <a:cubicBezTo>
                    <a:pt x="1190" y="8701"/>
                    <a:pt x="1389" y="8660"/>
                    <a:pt x="1583" y="8575"/>
                  </a:cubicBezTo>
                  <a:cubicBezTo>
                    <a:pt x="1994" y="8393"/>
                    <a:pt x="2267" y="8056"/>
                    <a:pt x="2322" y="7722"/>
                  </a:cubicBezTo>
                  <a:lnTo>
                    <a:pt x="2327" y="7722"/>
                  </a:lnTo>
                  <a:lnTo>
                    <a:pt x="2327" y="7703"/>
                  </a:lnTo>
                  <a:cubicBezTo>
                    <a:pt x="2337" y="7631"/>
                    <a:pt x="2337" y="7560"/>
                    <a:pt x="2327" y="7488"/>
                  </a:cubicBezTo>
                  <a:lnTo>
                    <a:pt x="2327" y="2429"/>
                  </a:lnTo>
                  <a:lnTo>
                    <a:pt x="6632" y="1400"/>
                  </a:lnTo>
                  <a:lnTo>
                    <a:pt x="6632" y="5869"/>
                  </a:lnTo>
                  <a:cubicBezTo>
                    <a:pt x="6504" y="5813"/>
                    <a:pt x="6356" y="5783"/>
                    <a:pt x="6199" y="5783"/>
                  </a:cubicBezTo>
                  <a:cubicBezTo>
                    <a:pt x="6013" y="5783"/>
                    <a:pt x="5815" y="5824"/>
                    <a:pt x="5621" y="5910"/>
                  </a:cubicBezTo>
                  <a:cubicBezTo>
                    <a:pt x="5045" y="6165"/>
                    <a:pt x="4733" y="6724"/>
                    <a:pt x="4924" y="7156"/>
                  </a:cubicBezTo>
                  <a:cubicBezTo>
                    <a:pt x="5051" y="7442"/>
                    <a:pt x="5369" y="7602"/>
                    <a:pt x="5738" y="7602"/>
                  </a:cubicBezTo>
                  <a:cubicBezTo>
                    <a:pt x="5924" y="7602"/>
                    <a:pt x="6123" y="7562"/>
                    <a:pt x="6316" y="7476"/>
                  </a:cubicBezTo>
                  <a:cubicBezTo>
                    <a:pt x="6796" y="7262"/>
                    <a:pt x="7088" y="6840"/>
                    <a:pt x="7062" y="6456"/>
                  </a:cubicBezTo>
                  <a:lnTo>
                    <a:pt x="7065" y="6456"/>
                  </a:lnTo>
                  <a:lnTo>
                    <a:pt x="7065" y="1297"/>
                  </a:lnTo>
                  <a:lnTo>
                    <a:pt x="7068" y="1296"/>
                  </a:lnTo>
                  <a:lnTo>
                    <a:pt x="7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2"/>
            <p:cNvSpPr/>
            <p:nvPr/>
          </p:nvSpPr>
          <p:spPr>
            <a:xfrm>
              <a:off x="7494144" y="3459774"/>
              <a:ext cx="273663" cy="431781"/>
            </a:xfrm>
            <a:custGeom>
              <a:avLst/>
              <a:gdLst/>
              <a:ahLst/>
              <a:cxnLst/>
              <a:rect l="l" t="t" r="r" b="b"/>
              <a:pathLst>
                <a:path w="8562" h="13509" extrusionOk="0">
                  <a:moveTo>
                    <a:pt x="4060" y="0"/>
                  </a:moveTo>
                  <a:cubicBezTo>
                    <a:pt x="3905" y="0"/>
                    <a:pt x="3777" y="124"/>
                    <a:pt x="3774" y="280"/>
                  </a:cubicBezTo>
                  <a:lnTo>
                    <a:pt x="3774" y="10355"/>
                  </a:lnTo>
                  <a:lnTo>
                    <a:pt x="3775" y="10355"/>
                  </a:lnTo>
                  <a:lnTo>
                    <a:pt x="3775" y="10405"/>
                  </a:lnTo>
                  <a:cubicBezTo>
                    <a:pt x="3490" y="10217"/>
                    <a:pt x="3123" y="10116"/>
                    <a:pt x="2725" y="10116"/>
                  </a:cubicBezTo>
                  <a:cubicBezTo>
                    <a:pt x="2382" y="10116"/>
                    <a:pt x="2016" y="10191"/>
                    <a:pt x="1658" y="10349"/>
                  </a:cubicBezTo>
                  <a:cubicBezTo>
                    <a:pt x="584" y="10827"/>
                    <a:pt x="1" y="11869"/>
                    <a:pt x="357" y="12675"/>
                  </a:cubicBezTo>
                  <a:cubicBezTo>
                    <a:pt x="594" y="13210"/>
                    <a:pt x="1188" y="13508"/>
                    <a:pt x="1876" y="13508"/>
                  </a:cubicBezTo>
                  <a:cubicBezTo>
                    <a:pt x="2223" y="13508"/>
                    <a:pt x="2594" y="13432"/>
                    <a:pt x="2954" y="13272"/>
                  </a:cubicBezTo>
                  <a:cubicBezTo>
                    <a:pt x="3866" y="12867"/>
                    <a:pt x="4421" y="12059"/>
                    <a:pt x="4351" y="11331"/>
                  </a:cubicBezTo>
                  <a:lnTo>
                    <a:pt x="4351" y="5949"/>
                  </a:lnTo>
                  <a:lnTo>
                    <a:pt x="4348" y="5949"/>
                  </a:lnTo>
                  <a:lnTo>
                    <a:pt x="4348" y="1390"/>
                  </a:lnTo>
                  <a:cubicBezTo>
                    <a:pt x="4587" y="1632"/>
                    <a:pt x="4929" y="1894"/>
                    <a:pt x="5429" y="2214"/>
                  </a:cubicBezTo>
                  <a:lnTo>
                    <a:pt x="5648" y="2352"/>
                  </a:lnTo>
                  <a:cubicBezTo>
                    <a:pt x="6766" y="3046"/>
                    <a:pt x="7819" y="3821"/>
                    <a:pt x="7389" y="4967"/>
                  </a:cubicBezTo>
                  <a:cubicBezTo>
                    <a:pt x="7332" y="5116"/>
                    <a:pt x="7407" y="5281"/>
                    <a:pt x="7556" y="5338"/>
                  </a:cubicBezTo>
                  <a:cubicBezTo>
                    <a:pt x="7589" y="5350"/>
                    <a:pt x="7623" y="5356"/>
                    <a:pt x="7657" y="5356"/>
                  </a:cubicBezTo>
                  <a:cubicBezTo>
                    <a:pt x="7773" y="5356"/>
                    <a:pt x="7882" y="5285"/>
                    <a:pt x="7925" y="5169"/>
                  </a:cubicBezTo>
                  <a:cubicBezTo>
                    <a:pt x="8562" y="3486"/>
                    <a:pt x="6864" y="2432"/>
                    <a:pt x="5952" y="1864"/>
                  </a:cubicBezTo>
                  <a:lnTo>
                    <a:pt x="5738" y="1730"/>
                  </a:lnTo>
                  <a:cubicBezTo>
                    <a:pt x="4632" y="1022"/>
                    <a:pt x="4450" y="674"/>
                    <a:pt x="4348" y="301"/>
                  </a:cubicBezTo>
                  <a:lnTo>
                    <a:pt x="4348" y="280"/>
                  </a:lnTo>
                  <a:cubicBezTo>
                    <a:pt x="4343" y="124"/>
                    <a:pt x="4216" y="0"/>
                    <a:pt x="4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2"/>
            <p:cNvSpPr/>
            <p:nvPr/>
          </p:nvSpPr>
          <p:spPr>
            <a:xfrm>
              <a:off x="7626583" y="1272112"/>
              <a:ext cx="216546" cy="342063"/>
            </a:xfrm>
            <a:custGeom>
              <a:avLst/>
              <a:gdLst/>
              <a:ahLst/>
              <a:cxnLst/>
              <a:rect l="l" t="t" r="r" b="b"/>
              <a:pathLst>
                <a:path w="6775" h="10702" extrusionOk="0">
                  <a:moveTo>
                    <a:pt x="3213" y="0"/>
                  </a:moveTo>
                  <a:cubicBezTo>
                    <a:pt x="3085" y="0"/>
                    <a:pt x="2982" y="106"/>
                    <a:pt x="2987" y="234"/>
                  </a:cubicBezTo>
                  <a:lnTo>
                    <a:pt x="2987" y="8206"/>
                  </a:lnTo>
                  <a:lnTo>
                    <a:pt x="2988" y="8206"/>
                  </a:lnTo>
                  <a:lnTo>
                    <a:pt x="2988" y="8246"/>
                  </a:lnTo>
                  <a:cubicBezTo>
                    <a:pt x="2762" y="8097"/>
                    <a:pt x="2472" y="8018"/>
                    <a:pt x="2157" y="8018"/>
                  </a:cubicBezTo>
                  <a:cubicBezTo>
                    <a:pt x="1885" y="8018"/>
                    <a:pt x="1595" y="8077"/>
                    <a:pt x="1312" y="8201"/>
                  </a:cubicBezTo>
                  <a:cubicBezTo>
                    <a:pt x="461" y="8580"/>
                    <a:pt x="0" y="9404"/>
                    <a:pt x="282" y="10042"/>
                  </a:cubicBezTo>
                  <a:cubicBezTo>
                    <a:pt x="469" y="10466"/>
                    <a:pt x="940" y="10701"/>
                    <a:pt x="1484" y="10701"/>
                  </a:cubicBezTo>
                  <a:cubicBezTo>
                    <a:pt x="1758" y="10701"/>
                    <a:pt x="2052" y="10641"/>
                    <a:pt x="2337" y="10516"/>
                  </a:cubicBezTo>
                  <a:cubicBezTo>
                    <a:pt x="3060" y="10194"/>
                    <a:pt x="3498" y="9554"/>
                    <a:pt x="3442" y="8978"/>
                  </a:cubicBezTo>
                  <a:lnTo>
                    <a:pt x="3442" y="4721"/>
                  </a:lnTo>
                  <a:lnTo>
                    <a:pt x="3441" y="4721"/>
                  </a:lnTo>
                  <a:lnTo>
                    <a:pt x="3441" y="1113"/>
                  </a:lnTo>
                  <a:cubicBezTo>
                    <a:pt x="3630" y="1304"/>
                    <a:pt x="3900" y="1513"/>
                    <a:pt x="4296" y="1764"/>
                  </a:cubicBezTo>
                  <a:lnTo>
                    <a:pt x="4471" y="1875"/>
                  </a:lnTo>
                  <a:cubicBezTo>
                    <a:pt x="5354" y="2423"/>
                    <a:pt x="6189" y="3035"/>
                    <a:pt x="5847" y="3943"/>
                  </a:cubicBezTo>
                  <a:cubicBezTo>
                    <a:pt x="5803" y="4061"/>
                    <a:pt x="5862" y="4192"/>
                    <a:pt x="5979" y="4236"/>
                  </a:cubicBezTo>
                  <a:cubicBezTo>
                    <a:pt x="6005" y="4246"/>
                    <a:pt x="6032" y="4251"/>
                    <a:pt x="6059" y="4251"/>
                  </a:cubicBezTo>
                  <a:cubicBezTo>
                    <a:pt x="6151" y="4251"/>
                    <a:pt x="6238" y="4195"/>
                    <a:pt x="6272" y="4104"/>
                  </a:cubicBezTo>
                  <a:cubicBezTo>
                    <a:pt x="6774" y="2772"/>
                    <a:pt x="5432" y="1937"/>
                    <a:pt x="4711" y="1489"/>
                  </a:cubicBezTo>
                  <a:lnTo>
                    <a:pt x="4542" y="1383"/>
                  </a:lnTo>
                  <a:cubicBezTo>
                    <a:pt x="3666" y="824"/>
                    <a:pt x="3521" y="545"/>
                    <a:pt x="3441" y="252"/>
                  </a:cubicBezTo>
                  <a:lnTo>
                    <a:pt x="3441" y="234"/>
                  </a:lnTo>
                  <a:cubicBezTo>
                    <a:pt x="3444" y="106"/>
                    <a:pt x="3341" y="0"/>
                    <a:pt x="32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33"/>
          <p:cNvGrpSpPr/>
          <p:nvPr/>
        </p:nvGrpSpPr>
        <p:grpSpPr>
          <a:xfrm>
            <a:off x="-193771" y="-117756"/>
            <a:ext cx="9041711" cy="5371490"/>
            <a:chOff x="-193771" y="-117756"/>
            <a:chExt cx="9041711" cy="5371490"/>
          </a:xfrm>
        </p:grpSpPr>
        <p:sp>
          <p:nvSpPr>
            <p:cNvPr id="738" name="Google Shape;738;p33"/>
            <p:cNvSpPr/>
            <p:nvPr/>
          </p:nvSpPr>
          <p:spPr>
            <a:xfrm>
              <a:off x="-193771" y="4239283"/>
              <a:ext cx="3791025" cy="1014450"/>
            </a:xfrm>
            <a:custGeom>
              <a:avLst/>
              <a:gdLst/>
              <a:ahLst/>
              <a:cxnLst/>
              <a:rect l="l" t="t" r="r" b="b"/>
              <a:pathLst>
                <a:path w="151641" h="40578" extrusionOk="0">
                  <a:moveTo>
                    <a:pt x="4283" y="8343"/>
                  </a:moveTo>
                  <a:cubicBezTo>
                    <a:pt x="5466" y="5847"/>
                    <a:pt x="6253" y="3811"/>
                    <a:pt x="8224" y="2431"/>
                  </a:cubicBezTo>
                  <a:cubicBezTo>
                    <a:pt x="10195" y="1052"/>
                    <a:pt x="12888" y="-65"/>
                    <a:pt x="16107" y="66"/>
                  </a:cubicBezTo>
                  <a:cubicBezTo>
                    <a:pt x="19326" y="197"/>
                    <a:pt x="24844" y="789"/>
                    <a:pt x="27537" y="3219"/>
                  </a:cubicBezTo>
                  <a:cubicBezTo>
                    <a:pt x="30230" y="5650"/>
                    <a:pt x="29376" y="11693"/>
                    <a:pt x="32266" y="14649"/>
                  </a:cubicBezTo>
                  <a:cubicBezTo>
                    <a:pt x="35156" y="17605"/>
                    <a:pt x="37785" y="20364"/>
                    <a:pt x="44879" y="20955"/>
                  </a:cubicBezTo>
                  <a:cubicBezTo>
                    <a:pt x="51974" y="21546"/>
                    <a:pt x="65571" y="17933"/>
                    <a:pt x="74833" y="18196"/>
                  </a:cubicBezTo>
                  <a:cubicBezTo>
                    <a:pt x="84095" y="18459"/>
                    <a:pt x="93817" y="21875"/>
                    <a:pt x="100452" y="22532"/>
                  </a:cubicBezTo>
                  <a:cubicBezTo>
                    <a:pt x="107087" y="23189"/>
                    <a:pt x="108532" y="23123"/>
                    <a:pt x="114641" y="22138"/>
                  </a:cubicBezTo>
                  <a:cubicBezTo>
                    <a:pt x="120750" y="21153"/>
                    <a:pt x="131589" y="17146"/>
                    <a:pt x="137107" y="16620"/>
                  </a:cubicBezTo>
                  <a:cubicBezTo>
                    <a:pt x="142625" y="16095"/>
                    <a:pt x="145384" y="17737"/>
                    <a:pt x="147749" y="18985"/>
                  </a:cubicBezTo>
                  <a:cubicBezTo>
                    <a:pt x="150114" y="20233"/>
                    <a:pt x="150771" y="22006"/>
                    <a:pt x="151296" y="24108"/>
                  </a:cubicBezTo>
                  <a:cubicBezTo>
                    <a:pt x="151822" y="26210"/>
                    <a:pt x="151625" y="29364"/>
                    <a:pt x="150902" y="31597"/>
                  </a:cubicBezTo>
                  <a:cubicBezTo>
                    <a:pt x="150180" y="33831"/>
                    <a:pt x="150968" y="36392"/>
                    <a:pt x="146961" y="37509"/>
                  </a:cubicBezTo>
                  <a:cubicBezTo>
                    <a:pt x="142954" y="38626"/>
                    <a:pt x="149062" y="38034"/>
                    <a:pt x="126859" y="38297"/>
                  </a:cubicBezTo>
                  <a:cubicBezTo>
                    <a:pt x="104656" y="38560"/>
                    <a:pt x="34697" y="42568"/>
                    <a:pt x="13742" y="39086"/>
                  </a:cubicBezTo>
                  <a:cubicBezTo>
                    <a:pt x="-7213" y="35605"/>
                    <a:pt x="2706" y="22532"/>
                    <a:pt x="1129" y="17408"/>
                  </a:cubicBezTo>
                  <a:cubicBezTo>
                    <a:pt x="-447" y="12284"/>
                    <a:pt x="3101" y="10839"/>
                    <a:pt x="4283" y="83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739" name="Google Shape;739;p33"/>
            <p:cNvSpPr/>
            <p:nvPr/>
          </p:nvSpPr>
          <p:spPr>
            <a:xfrm rot="10800000" flipH="1">
              <a:off x="4143814" y="-117756"/>
              <a:ext cx="4704125" cy="506625"/>
            </a:xfrm>
            <a:custGeom>
              <a:avLst/>
              <a:gdLst/>
              <a:ahLst/>
              <a:cxnLst/>
              <a:rect l="l" t="t" r="r" b="b"/>
              <a:pathLst>
                <a:path w="188165" h="20265" extrusionOk="0">
                  <a:moveTo>
                    <a:pt x="182631" y="8244"/>
                  </a:moveTo>
                  <a:cubicBezTo>
                    <a:pt x="179215" y="5485"/>
                    <a:pt x="175668" y="2201"/>
                    <a:pt x="166865" y="1150"/>
                  </a:cubicBezTo>
                  <a:cubicBezTo>
                    <a:pt x="158063" y="99"/>
                    <a:pt x="143085" y="756"/>
                    <a:pt x="129816" y="1938"/>
                  </a:cubicBezTo>
                  <a:cubicBezTo>
                    <a:pt x="116547" y="3120"/>
                    <a:pt x="99336" y="8244"/>
                    <a:pt x="87249" y="8244"/>
                  </a:cubicBezTo>
                  <a:cubicBezTo>
                    <a:pt x="75162" y="8244"/>
                    <a:pt x="68200" y="3252"/>
                    <a:pt x="57295" y="1938"/>
                  </a:cubicBezTo>
                  <a:cubicBezTo>
                    <a:pt x="46391" y="624"/>
                    <a:pt x="30690" y="-361"/>
                    <a:pt x="21822" y="361"/>
                  </a:cubicBezTo>
                  <a:cubicBezTo>
                    <a:pt x="12954" y="1084"/>
                    <a:pt x="7173" y="3514"/>
                    <a:pt x="4086" y="6273"/>
                  </a:cubicBezTo>
                  <a:cubicBezTo>
                    <a:pt x="999" y="9032"/>
                    <a:pt x="-2877" y="14616"/>
                    <a:pt x="3298" y="16915"/>
                  </a:cubicBezTo>
                  <a:cubicBezTo>
                    <a:pt x="9473" y="19214"/>
                    <a:pt x="13611" y="19674"/>
                    <a:pt x="41135" y="20068"/>
                  </a:cubicBezTo>
                  <a:cubicBezTo>
                    <a:pt x="68659" y="20462"/>
                    <a:pt x="144071" y="19674"/>
                    <a:pt x="168442" y="19280"/>
                  </a:cubicBezTo>
                  <a:cubicBezTo>
                    <a:pt x="192813" y="18886"/>
                    <a:pt x="184995" y="19542"/>
                    <a:pt x="187360" y="17703"/>
                  </a:cubicBezTo>
                  <a:cubicBezTo>
                    <a:pt x="189725" y="15864"/>
                    <a:pt x="186047" y="11003"/>
                    <a:pt x="182631" y="82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</p:grpSp>
      <p:grpSp>
        <p:nvGrpSpPr>
          <p:cNvPr id="740" name="Google Shape;740;p33"/>
          <p:cNvGrpSpPr/>
          <p:nvPr/>
        </p:nvGrpSpPr>
        <p:grpSpPr>
          <a:xfrm>
            <a:off x="106202" y="-243327"/>
            <a:ext cx="8382075" cy="5494824"/>
            <a:chOff x="106202" y="-243327"/>
            <a:chExt cx="8382075" cy="5494824"/>
          </a:xfrm>
        </p:grpSpPr>
        <p:grpSp>
          <p:nvGrpSpPr>
            <p:cNvPr id="741" name="Google Shape;741;p33"/>
            <p:cNvGrpSpPr/>
            <p:nvPr/>
          </p:nvGrpSpPr>
          <p:grpSpPr>
            <a:xfrm>
              <a:off x="106202" y="4359875"/>
              <a:ext cx="3272792" cy="891622"/>
              <a:chOff x="5939452" y="4359875"/>
              <a:chExt cx="3272792" cy="891622"/>
            </a:xfrm>
          </p:grpSpPr>
          <p:sp>
            <p:nvSpPr>
              <p:cNvPr id="742" name="Google Shape;742;p33"/>
              <p:cNvSpPr/>
              <p:nvPr/>
            </p:nvSpPr>
            <p:spPr>
              <a:xfrm>
                <a:off x="6455284" y="4850367"/>
                <a:ext cx="153229" cy="153081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3854" extrusionOk="0">
                    <a:moveTo>
                      <a:pt x="1927" y="1"/>
                    </a:moveTo>
                    <a:cubicBezTo>
                      <a:pt x="864" y="1"/>
                      <a:pt x="1" y="864"/>
                      <a:pt x="1" y="1927"/>
                    </a:cubicBezTo>
                    <a:cubicBezTo>
                      <a:pt x="1" y="2991"/>
                      <a:pt x="864" y="3854"/>
                      <a:pt x="1927" y="3854"/>
                    </a:cubicBezTo>
                    <a:cubicBezTo>
                      <a:pt x="2993" y="3854"/>
                      <a:pt x="3856" y="2991"/>
                      <a:pt x="3856" y="1927"/>
                    </a:cubicBezTo>
                    <a:cubicBezTo>
                      <a:pt x="3856" y="864"/>
                      <a:pt x="2993" y="1"/>
                      <a:pt x="19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3"/>
              <p:cNvSpPr/>
              <p:nvPr/>
            </p:nvSpPr>
            <p:spPr>
              <a:xfrm rot="9969433">
                <a:off x="6143408" y="4988778"/>
                <a:ext cx="326415" cy="226966"/>
              </a:xfrm>
              <a:custGeom>
                <a:avLst/>
                <a:gdLst/>
                <a:ahLst/>
                <a:cxnLst/>
                <a:rect l="l" t="t" r="r" b="b"/>
                <a:pathLst>
                  <a:path w="11652" h="8102" extrusionOk="0">
                    <a:moveTo>
                      <a:pt x="3600" y="1"/>
                    </a:moveTo>
                    <a:lnTo>
                      <a:pt x="1" y="1433"/>
                    </a:lnTo>
                    <a:cubicBezTo>
                      <a:pt x="1" y="1433"/>
                      <a:pt x="4537" y="8102"/>
                      <a:pt x="9676" y="8102"/>
                    </a:cubicBezTo>
                    <a:cubicBezTo>
                      <a:pt x="9784" y="8102"/>
                      <a:pt x="9892" y="8099"/>
                      <a:pt x="10000" y="8093"/>
                    </a:cubicBezTo>
                    <a:lnTo>
                      <a:pt x="11652" y="6435"/>
                    </a:lnTo>
                    <a:cubicBezTo>
                      <a:pt x="11652" y="6435"/>
                      <a:pt x="5738" y="5953"/>
                      <a:pt x="36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3"/>
              <p:cNvSpPr/>
              <p:nvPr/>
            </p:nvSpPr>
            <p:spPr>
              <a:xfrm>
                <a:off x="6942100" y="4893245"/>
                <a:ext cx="200373" cy="246006"/>
              </a:xfrm>
              <a:custGeom>
                <a:avLst/>
                <a:gdLst/>
                <a:ahLst/>
                <a:cxnLst/>
                <a:rect l="l" t="t" r="r" b="b"/>
                <a:pathLst>
                  <a:path w="7153" h="8782" extrusionOk="0">
                    <a:moveTo>
                      <a:pt x="7134" y="1"/>
                    </a:moveTo>
                    <a:lnTo>
                      <a:pt x="1906" y="1194"/>
                    </a:lnTo>
                    <a:lnTo>
                      <a:pt x="1906" y="2556"/>
                    </a:lnTo>
                    <a:lnTo>
                      <a:pt x="1910" y="2556"/>
                    </a:lnTo>
                    <a:lnTo>
                      <a:pt x="1910" y="7029"/>
                    </a:lnTo>
                    <a:cubicBezTo>
                      <a:pt x="1782" y="6975"/>
                      <a:pt x="1633" y="6946"/>
                      <a:pt x="1476" y="6946"/>
                    </a:cubicBezTo>
                    <a:cubicBezTo>
                      <a:pt x="1290" y="6946"/>
                      <a:pt x="1091" y="6986"/>
                      <a:pt x="898" y="7072"/>
                    </a:cubicBezTo>
                    <a:cubicBezTo>
                      <a:pt x="316" y="7332"/>
                      <a:pt x="1" y="7895"/>
                      <a:pt x="195" y="8329"/>
                    </a:cubicBezTo>
                    <a:cubicBezTo>
                      <a:pt x="322" y="8620"/>
                      <a:pt x="642" y="8781"/>
                      <a:pt x="1014" y="8781"/>
                    </a:cubicBezTo>
                    <a:cubicBezTo>
                      <a:pt x="1202" y="8781"/>
                      <a:pt x="1403" y="8740"/>
                      <a:pt x="1599" y="8653"/>
                    </a:cubicBezTo>
                    <a:cubicBezTo>
                      <a:pt x="2013" y="8470"/>
                      <a:pt x="2288" y="8131"/>
                      <a:pt x="2345" y="7792"/>
                    </a:cubicBezTo>
                    <a:lnTo>
                      <a:pt x="2349" y="7792"/>
                    </a:lnTo>
                    <a:lnTo>
                      <a:pt x="2349" y="7773"/>
                    </a:lnTo>
                    <a:cubicBezTo>
                      <a:pt x="2360" y="7701"/>
                      <a:pt x="2360" y="7628"/>
                      <a:pt x="2349" y="7558"/>
                    </a:cubicBezTo>
                    <a:lnTo>
                      <a:pt x="2349" y="2452"/>
                    </a:lnTo>
                    <a:lnTo>
                      <a:pt x="6693" y="1412"/>
                    </a:lnTo>
                    <a:lnTo>
                      <a:pt x="6693" y="5921"/>
                    </a:lnTo>
                    <a:cubicBezTo>
                      <a:pt x="6563" y="5864"/>
                      <a:pt x="6413" y="5834"/>
                      <a:pt x="6254" y="5834"/>
                    </a:cubicBezTo>
                    <a:cubicBezTo>
                      <a:pt x="6068" y="5834"/>
                      <a:pt x="5868" y="5875"/>
                      <a:pt x="5674" y="5962"/>
                    </a:cubicBezTo>
                    <a:cubicBezTo>
                      <a:pt x="5092" y="6220"/>
                      <a:pt x="4777" y="6784"/>
                      <a:pt x="4971" y="7219"/>
                    </a:cubicBezTo>
                    <a:cubicBezTo>
                      <a:pt x="5098" y="7509"/>
                      <a:pt x="5418" y="7671"/>
                      <a:pt x="5790" y="7671"/>
                    </a:cubicBezTo>
                    <a:cubicBezTo>
                      <a:pt x="5978" y="7671"/>
                      <a:pt x="6179" y="7630"/>
                      <a:pt x="6375" y="7543"/>
                    </a:cubicBezTo>
                    <a:cubicBezTo>
                      <a:pt x="6859" y="7328"/>
                      <a:pt x="7153" y="6902"/>
                      <a:pt x="7127" y="6514"/>
                    </a:cubicBezTo>
                    <a:lnTo>
                      <a:pt x="7132" y="6514"/>
                    </a:lnTo>
                    <a:lnTo>
                      <a:pt x="7132" y="1309"/>
                    </a:lnTo>
                    <a:lnTo>
                      <a:pt x="7134" y="1309"/>
                    </a:lnTo>
                    <a:lnTo>
                      <a:pt x="71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3"/>
              <p:cNvSpPr/>
              <p:nvPr/>
            </p:nvSpPr>
            <p:spPr>
              <a:xfrm>
                <a:off x="5939452" y="4359875"/>
                <a:ext cx="309258" cy="488230"/>
              </a:xfrm>
              <a:custGeom>
                <a:avLst/>
                <a:gdLst/>
                <a:ahLst/>
                <a:cxnLst/>
                <a:rect l="l" t="t" r="r" b="b"/>
                <a:pathLst>
                  <a:path w="11040" h="17429" extrusionOk="0">
                    <a:moveTo>
                      <a:pt x="5236" y="0"/>
                    </a:moveTo>
                    <a:cubicBezTo>
                      <a:pt x="5032" y="0"/>
                      <a:pt x="4866" y="166"/>
                      <a:pt x="4866" y="371"/>
                    </a:cubicBezTo>
                    <a:lnTo>
                      <a:pt x="4866" y="13362"/>
                    </a:lnTo>
                    <a:lnTo>
                      <a:pt x="4870" y="13362"/>
                    </a:lnTo>
                    <a:lnTo>
                      <a:pt x="4870" y="13426"/>
                    </a:lnTo>
                    <a:cubicBezTo>
                      <a:pt x="4501" y="13184"/>
                      <a:pt x="4026" y="13054"/>
                      <a:pt x="3512" y="13054"/>
                    </a:cubicBezTo>
                    <a:cubicBezTo>
                      <a:pt x="3070" y="13054"/>
                      <a:pt x="2598" y="13150"/>
                      <a:pt x="2138" y="13354"/>
                    </a:cubicBezTo>
                    <a:cubicBezTo>
                      <a:pt x="752" y="13970"/>
                      <a:pt x="0" y="15312"/>
                      <a:pt x="458" y="16353"/>
                    </a:cubicBezTo>
                    <a:cubicBezTo>
                      <a:pt x="764" y="17044"/>
                      <a:pt x="1531" y="17429"/>
                      <a:pt x="2419" y="17429"/>
                    </a:cubicBezTo>
                    <a:cubicBezTo>
                      <a:pt x="2866" y="17429"/>
                      <a:pt x="3344" y="17331"/>
                      <a:pt x="3808" y="17126"/>
                    </a:cubicBezTo>
                    <a:cubicBezTo>
                      <a:pt x="4985" y="16602"/>
                      <a:pt x="5699" y="15560"/>
                      <a:pt x="5609" y="14622"/>
                    </a:cubicBezTo>
                    <a:lnTo>
                      <a:pt x="5609" y="7681"/>
                    </a:lnTo>
                    <a:lnTo>
                      <a:pt x="5605" y="7681"/>
                    </a:lnTo>
                    <a:lnTo>
                      <a:pt x="5605" y="1803"/>
                    </a:lnTo>
                    <a:cubicBezTo>
                      <a:pt x="5916" y="2112"/>
                      <a:pt x="6355" y="2451"/>
                      <a:pt x="7001" y="2864"/>
                    </a:cubicBezTo>
                    <a:lnTo>
                      <a:pt x="7284" y="3041"/>
                    </a:lnTo>
                    <a:cubicBezTo>
                      <a:pt x="8723" y="3936"/>
                      <a:pt x="10085" y="4936"/>
                      <a:pt x="9529" y="6415"/>
                    </a:cubicBezTo>
                    <a:cubicBezTo>
                      <a:pt x="9467" y="6602"/>
                      <a:pt x="9563" y="6807"/>
                      <a:pt x="9748" y="6877"/>
                    </a:cubicBezTo>
                    <a:cubicBezTo>
                      <a:pt x="9791" y="6894"/>
                      <a:pt x="9835" y="6901"/>
                      <a:pt x="9879" y="6901"/>
                    </a:cubicBezTo>
                    <a:cubicBezTo>
                      <a:pt x="10023" y="6901"/>
                      <a:pt x="10161" y="6816"/>
                      <a:pt x="10221" y="6677"/>
                    </a:cubicBezTo>
                    <a:cubicBezTo>
                      <a:pt x="11040" y="4503"/>
                      <a:pt x="8851" y="3144"/>
                      <a:pt x="7674" y="2413"/>
                    </a:cubicBezTo>
                    <a:lnTo>
                      <a:pt x="7399" y="2240"/>
                    </a:lnTo>
                    <a:cubicBezTo>
                      <a:pt x="5974" y="1328"/>
                      <a:pt x="5739" y="878"/>
                      <a:pt x="5607" y="399"/>
                    </a:cubicBezTo>
                    <a:lnTo>
                      <a:pt x="5607" y="371"/>
                    </a:lnTo>
                    <a:cubicBezTo>
                      <a:pt x="5605" y="166"/>
                      <a:pt x="5441" y="0"/>
                      <a:pt x="52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3"/>
              <p:cNvSpPr/>
              <p:nvPr/>
            </p:nvSpPr>
            <p:spPr>
              <a:xfrm>
                <a:off x="7402621" y="4865003"/>
                <a:ext cx="123731" cy="123787"/>
              </a:xfrm>
              <a:custGeom>
                <a:avLst/>
                <a:gdLst/>
                <a:ahLst/>
                <a:cxnLst/>
                <a:rect l="l" t="t" r="r" b="b"/>
                <a:pathLst>
                  <a:path w="4417" h="4419" extrusionOk="0">
                    <a:moveTo>
                      <a:pt x="2209" y="0"/>
                    </a:moveTo>
                    <a:cubicBezTo>
                      <a:pt x="990" y="0"/>
                      <a:pt x="1" y="989"/>
                      <a:pt x="1" y="2210"/>
                    </a:cubicBezTo>
                    <a:cubicBezTo>
                      <a:pt x="1" y="3429"/>
                      <a:pt x="990" y="4418"/>
                      <a:pt x="2209" y="4418"/>
                    </a:cubicBezTo>
                    <a:cubicBezTo>
                      <a:pt x="3428" y="4418"/>
                      <a:pt x="4417" y="3429"/>
                      <a:pt x="4417" y="2210"/>
                    </a:cubicBezTo>
                    <a:cubicBezTo>
                      <a:pt x="4417" y="989"/>
                      <a:pt x="3428" y="0"/>
                      <a:pt x="22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3"/>
              <p:cNvSpPr/>
              <p:nvPr/>
            </p:nvSpPr>
            <p:spPr>
              <a:xfrm>
                <a:off x="8870258" y="4976690"/>
                <a:ext cx="108044" cy="107960"/>
              </a:xfrm>
              <a:custGeom>
                <a:avLst/>
                <a:gdLst/>
                <a:ahLst/>
                <a:cxnLst/>
                <a:rect l="l" t="t" r="r" b="b"/>
                <a:pathLst>
                  <a:path w="3857" h="3854" extrusionOk="0">
                    <a:moveTo>
                      <a:pt x="1927" y="1"/>
                    </a:moveTo>
                    <a:cubicBezTo>
                      <a:pt x="864" y="1"/>
                      <a:pt x="1" y="864"/>
                      <a:pt x="1" y="1927"/>
                    </a:cubicBezTo>
                    <a:cubicBezTo>
                      <a:pt x="1" y="2991"/>
                      <a:pt x="864" y="3854"/>
                      <a:pt x="1927" y="3854"/>
                    </a:cubicBezTo>
                    <a:cubicBezTo>
                      <a:pt x="2993" y="3854"/>
                      <a:pt x="3856" y="2991"/>
                      <a:pt x="3856" y="1927"/>
                    </a:cubicBezTo>
                    <a:cubicBezTo>
                      <a:pt x="3856" y="864"/>
                      <a:pt x="2993" y="1"/>
                      <a:pt x="19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3"/>
              <p:cNvSpPr/>
              <p:nvPr/>
            </p:nvSpPr>
            <p:spPr>
              <a:xfrm>
                <a:off x="9059016" y="4756364"/>
                <a:ext cx="153228" cy="255782"/>
              </a:xfrm>
              <a:custGeom>
                <a:avLst/>
                <a:gdLst/>
                <a:ahLst/>
                <a:cxnLst/>
                <a:rect l="l" t="t" r="r" b="b"/>
                <a:pathLst>
                  <a:path w="5470" h="9131" extrusionOk="0">
                    <a:moveTo>
                      <a:pt x="1870" y="0"/>
                    </a:moveTo>
                    <a:lnTo>
                      <a:pt x="1" y="303"/>
                    </a:lnTo>
                    <a:cubicBezTo>
                      <a:pt x="1" y="303"/>
                      <a:pt x="3654" y="3432"/>
                      <a:pt x="2226" y="8357"/>
                    </a:cubicBezTo>
                    <a:lnTo>
                      <a:pt x="5269" y="9130"/>
                    </a:lnTo>
                    <a:cubicBezTo>
                      <a:pt x="5269" y="9130"/>
                      <a:pt x="5470" y="2317"/>
                      <a:pt x="1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3"/>
              <p:cNvSpPr/>
              <p:nvPr/>
            </p:nvSpPr>
            <p:spPr>
              <a:xfrm>
                <a:off x="8208836" y="4988781"/>
                <a:ext cx="326402" cy="226957"/>
              </a:xfrm>
              <a:custGeom>
                <a:avLst/>
                <a:gdLst/>
                <a:ahLst/>
                <a:cxnLst/>
                <a:rect l="l" t="t" r="r" b="b"/>
                <a:pathLst>
                  <a:path w="11652" h="8102" extrusionOk="0">
                    <a:moveTo>
                      <a:pt x="3600" y="1"/>
                    </a:moveTo>
                    <a:lnTo>
                      <a:pt x="1" y="1433"/>
                    </a:lnTo>
                    <a:cubicBezTo>
                      <a:pt x="1" y="1433"/>
                      <a:pt x="4537" y="8102"/>
                      <a:pt x="9676" y="8102"/>
                    </a:cubicBezTo>
                    <a:cubicBezTo>
                      <a:pt x="9784" y="8102"/>
                      <a:pt x="9892" y="8099"/>
                      <a:pt x="10000" y="8093"/>
                    </a:cubicBezTo>
                    <a:lnTo>
                      <a:pt x="11652" y="6435"/>
                    </a:lnTo>
                    <a:cubicBezTo>
                      <a:pt x="11652" y="6435"/>
                      <a:pt x="5738" y="5953"/>
                      <a:pt x="36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3"/>
              <p:cNvSpPr/>
              <p:nvPr/>
            </p:nvSpPr>
            <p:spPr>
              <a:xfrm>
                <a:off x="7771843" y="4865002"/>
                <a:ext cx="191493" cy="302507"/>
              </a:xfrm>
              <a:custGeom>
                <a:avLst/>
                <a:gdLst/>
                <a:ahLst/>
                <a:cxnLst/>
                <a:rect l="l" t="t" r="r" b="b"/>
                <a:pathLst>
                  <a:path w="6836" h="10799" extrusionOk="0">
                    <a:moveTo>
                      <a:pt x="3241" y="1"/>
                    </a:moveTo>
                    <a:cubicBezTo>
                      <a:pt x="3116" y="1"/>
                      <a:pt x="3016" y="99"/>
                      <a:pt x="3012" y="222"/>
                    </a:cubicBezTo>
                    <a:lnTo>
                      <a:pt x="3012" y="8280"/>
                    </a:lnTo>
                    <a:lnTo>
                      <a:pt x="3014" y="8280"/>
                    </a:lnTo>
                    <a:lnTo>
                      <a:pt x="3014" y="8321"/>
                    </a:lnTo>
                    <a:cubicBezTo>
                      <a:pt x="2786" y="8171"/>
                      <a:pt x="2493" y="8090"/>
                      <a:pt x="2174" y="8090"/>
                    </a:cubicBezTo>
                    <a:cubicBezTo>
                      <a:pt x="1900" y="8090"/>
                      <a:pt x="1608" y="8150"/>
                      <a:pt x="1322" y="8276"/>
                    </a:cubicBezTo>
                    <a:cubicBezTo>
                      <a:pt x="463" y="8658"/>
                      <a:pt x="1" y="9489"/>
                      <a:pt x="284" y="10132"/>
                    </a:cubicBezTo>
                    <a:cubicBezTo>
                      <a:pt x="472" y="10560"/>
                      <a:pt x="947" y="10799"/>
                      <a:pt x="1496" y="10799"/>
                    </a:cubicBezTo>
                    <a:cubicBezTo>
                      <a:pt x="1773" y="10799"/>
                      <a:pt x="2069" y="10738"/>
                      <a:pt x="2358" y="10610"/>
                    </a:cubicBezTo>
                    <a:cubicBezTo>
                      <a:pt x="3086" y="10286"/>
                      <a:pt x="3530" y="9640"/>
                      <a:pt x="3474" y="9060"/>
                    </a:cubicBezTo>
                    <a:lnTo>
                      <a:pt x="3474" y="4762"/>
                    </a:lnTo>
                    <a:lnTo>
                      <a:pt x="3470" y="4762"/>
                    </a:lnTo>
                    <a:lnTo>
                      <a:pt x="3470" y="1122"/>
                    </a:lnTo>
                    <a:cubicBezTo>
                      <a:pt x="3662" y="1316"/>
                      <a:pt x="3935" y="1525"/>
                      <a:pt x="4335" y="1780"/>
                    </a:cubicBezTo>
                    <a:lnTo>
                      <a:pt x="4510" y="1891"/>
                    </a:lnTo>
                    <a:cubicBezTo>
                      <a:pt x="5403" y="2445"/>
                      <a:pt x="6245" y="3063"/>
                      <a:pt x="5900" y="3980"/>
                    </a:cubicBezTo>
                    <a:cubicBezTo>
                      <a:pt x="5855" y="4097"/>
                      <a:pt x="5915" y="4229"/>
                      <a:pt x="6034" y="4274"/>
                    </a:cubicBezTo>
                    <a:cubicBezTo>
                      <a:pt x="6060" y="4284"/>
                      <a:pt x="6088" y="4289"/>
                      <a:pt x="6114" y="4289"/>
                    </a:cubicBezTo>
                    <a:cubicBezTo>
                      <a:pt x="6206" y="4289"/>
                      <a:pt x="6293" y="4232"/>
                      <a:pt x="6328" y="4142"/>
                    </a:cubicBezTo>
                    <a:cubicBezTo>
                      <a:pt x="6835" y="2795"/>
                      <a:pt x="5480" y="1953"/>
                      <a:pt x="4753" y="1501"/>
                    </a:cubicBezTo>
                    <a:lnTo>
                      <a:pt x="4583" y="1395"/>
                    </a:lnTo>
                    <a:cubicBezTo>
                      <a:pt x="3698" y="830"/>
                      <a:pt x="3553" y="551"/>
                      <a:pt x="3470" y="254"/>
                    </a:cubicBezTo>
                    <a:lnTo>
                      <a:pt x="3470" y="235"/>
                    </a:lnTo>
                    <a:cubicBezTo>
                      <a:pt x="3474" y="109"/>
                      <a:pt x="3374" y="3"/>
                      <a:pt x="3248" y="1"/>
                    </a:cubicBezTo>
                    <a:cubicBezTo>
                      <a:pt x="3246" y="1"/>
                      <a:pt x="3243" y="1"/>
                      <a:pt x="32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3"/>
              <p:cNvSpPr/>
              <p:nvPr/>
            </p:nvSpPr>
            <p:spPr>
              <a:xfrm>
                <a:off x="7476019" y="4779718"/>
                <a:ext cx="209023" cy="209063"/>
              </a:xfrm>
              <a:custGeom>
                <a:avLst/>
                <a:gdLst/>
                <a:ahLst/>
                <a:cxnLst/>
                <a:rect l="l" t="t" r="r" b="b"/>
                <a:pathLst>
                  <a:path w="4417" h="4419" extrusionOk="0">
                    <a:moveTo>
                      <a:pt x="2209" y="0"/>
                    </a:moveTo>
                    <a:cubicBezTo>
                      <a:pt x="990" y="0"/>
                      <a:pt x="1" y="989"/>
                      <a:pt x="1" y="2210"/>
                    </a:cubicBezTo>
                    <a:cubicBezTo>
                      <a:pt x="1" y="3429"/>
                      <a:pt x="990" y="4418"/>
                      <a:pt x="2209" y="4418"/>
                    </a:cubicBezTo>
                    <a:cubicBezTo>
                      <a:pt x="3428" y="4418"/>
                      <a:pt x="4417" y="3429"/>
                      <a:pt x="4417" y="2210"/>
                    </a:cubicBezTo>
                    <a:cubicBezTo>
                      <a:pt x="4417" y="989"/>
                      <a:pt x="3428" y="0"/>
                      <a:pt x="2209" y="0"/>
                    </a:cubicBezTo>
                    <a:close/>
                  </a:path>
                </a:pathLst>
              </a:custGeom>
              <a:solidFill>
                <a:srgbClr val="FFFBF7">
                  <a:alpha val="50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3"/>
              <p:cNvSpPr/>
              <p:nvPr/>
            </p:nvSpPr>
            <p:spPr>
              <a:xfrm>
                <a:off x="8446557" y="4710055"/>
                <a:ext cx="228190" cy="242980"/>
              </a:xfrm>
              <a:custGeom>
                <a:avLst/>
                <a:gdLst/>
                <a:ahLst/>
                <a:cxnLst/>
                <a:rect l="l" t="t" r="r" b="b"/>
                <a:pathLst>
                  <a:path w="8146" h="8674" extrusionOk="0">
                    <a:moveTo>
                      <a:pt x="4073" y="0"/>
                    </a:moveTo>
                    <a:cubicBezTo>
                      <a:pt x="4073" y="4060"/>
                      <a:pt x="657" y="4324"/>
                      <a:pt x="0" y="4337"/>
                    </a:cubicBezTo>
                    <a:cubicBezTo>
                      <a:pt x="657" y="4350"/>
                      <a:pt x="4073" y="4614"/>
                      <a:pt x="4073" y="8674"/>
                    </a:cubicBezTo>
                    <a:cubicBezTo>
                      <a:pt x="4073" y="4614"/>
                      <a:pt x="7489" y="4350"/>
                      <a:pt x="8145" y="4337"/>
                    </a:cubicBezTo>
                    <a:cubicBezTo>
                      <a:pt x="7489" y="4324"/>
                      <a:pt x="4073" y="4060"/>
                      <a:pt x="40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3" name="Google Shape;753;p33"/>
            <p:cNvGrpSpPr/>
            <p:nvPr/>
          </p:nvGrpSpPr>
          <p:grpSpPr>
            <a:xfrm>
              <a:off x="4565246" y="-243327"/>
              <a:ext cx="3923031" cy="632201"/>
              <a:chOff x="210021" y="-243327"/>
              <a:chExt cx="3923031" cy="632201"/>
            </a:xfrm>
          </p:grpSpPr>
          <p:grpSp>
            <p:nvGrpSpPr>
              <p:cNvPr id="754" name="Google Shape;754;p33"/>
              <p:cNvGrpSpPr/>
              <p:nvPr/>
            </p:nvGrpSpPr>
            <p:grpSpPr>
              <a:xfrm>
                <a:off x="210021" y="-243327"/>
                <a:ext cx="3923031" cy="544501"/>
                <a:chOff x="60983" y="4781585"/>
                <a:chExt cx="3923031" cy="544501"/>
              </a:xfrm>
            </p:grpSpPr>
            <p:sp>
              <p:nvSpPr>
                <p:cNvPr id="755" name="Google Shape;755;p33"/>
                <p:cNvSpPr/>
                <p:nvPr/>
              </p:nvSpPr>
              <p:spPr>
                <a:xfrm>
                  <a:off x="60983" y="4893637"/>
                  <a:ext cx="216546" cy="3420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5" h="10702" extrusionOk="0">
                      <a:moveTo>
                        <a:pt x="3213" y="0"/>
                      </a:moveTo>
                      <a:cubicBezTo>
                        <a:pt x="3085" y="0"/>
                        <a:pt x="2982" y="106"/>
                        <a:pt x="2987" y="234"/>
                      </a:cubicBezTo>
                      <a:lnTo>
                        <a:pt x="2987" y="8206"/>
                      </a:lnTo>
                      <a:lnTo>
                        <a:pt x="2988" y="8206"/>
                      </a:lnTo>
                      <a:lnTo>
                        <a:pt x="2988" y="8246"/>
                      </a:lnTo>
                      <a:cubicBezTo>
                        <a:pt x="2762" y="8097"/>
                        <a:pt x="2472" y="8018"/>
                        <a:pt x="2157" y="8018"/>
                      </a:cubicBezTo>
                      <a:cubicBezTo>
                        <a:pt x="1885" y="8018"/>
                        <a:pt x="1595" y="8077"/>
                        <a:pt x="1312" y="8201"/>
                      </a:cubicBezTo>
                      <a:cubicBezTo>
                        <a:pt x="461" y="8580"/>
                        <a:pt x="0" y="9404"/>
                        <a:pt x="282" y="10042"/>
                      </a:cubicBezTo>
                      <a:cubicBezTo>
                        <a:pt x="469" y="10466"/>
                        <a:pt x="940" y="10701"/>
                        <a:pt x="1484" y="10701"/>
                      </a:cubicBezTo>
                      <a:cubicBezTo>
                        <a:pt x="1758" y="10701"/>
                        <a:pt x="2052" y="10641"/>
                        <a:pt x="2337" y="10516"/>
                      </a:cubicBezTo>
                      <a:cubicBezTo>
                        <a:pt x="3060" y="10194"/>
                        <a:pt x="3498" y="9554"/>
                        <a:pt x="3442" y="8978"/>
                      </a:cubicBezTo>
                      <a:lnTo>
                        <a:pt x="3442" y="4721"/>
                      </a:lnTo>
                      <a:lnTo>
                        <a:pt x="3441" y="4721"/>
                      </a:lnTo>
                      <a:lnTo>
                        <a:pt x="3441" y="1113"/>
                      </a:lnTo>
                      <a:cubicBezTo>
                        <a:pt x="3630" y="1304"/>
                        <a:pt x="3900" y="1513"/>
                        <a:pt x="4296" y="1764"/>
                      </a:cubicBezTo>
                      <a:lnTo>
                        <a:pt x="4471" y="1875"/>
                      </a:lnTo>
                      <a:cubicBezTo>
                        <a:pt x="5354" y="2423"/>
                        <a:pt x="6189" y="3035"/>
                        <a:pt x="5847" y="3943"/>
                      </a:cubicBezTo>
                      <a:cubicBezTo>
                        <a:pt x="5803" y="4061"/>
                        <a:pt x="5862" y="4192"/>
                        <a:pt x="5979" y="4236"/>
                      </a:cubicBezTo>
                      <a:cubicBezTo>
                        <a:pt x="6005" y="4246"/>
                        <a:pt x="6032" y="4251"/>
                        <a:pt x="6059" y="4251"/>
                      </a:cubicBezTo>
                      <a:cubicBezTo>
                        <a:pt x="6151" y="4251"/>
                        <a:pt x="6238" y="4195"/>
                        <a:pt x="6272" y="4104"/>
                      </a:cubicBezTo>
                      <a:cubicBezTo>
                        <a:pt x="6774" y="2772"/>
                        <a:pt x="5432" y="1937"/>
                        <a:pt x="4711" y="1489"/>
                      </a:cubicBezTo>
                      <a:lnTo>
                        <a:pt x="4542" y="1383"/>
                      </a:lnTo>
                      <a:cubicBezTo>
                        <a:pt x="3666" y="824"/>
                        <a:pt x="3521" y="545"/>
                        <a:pt x="3441" y="252"/>
                      </a:cubicBezTo>
                      <a:lnTo>
                        <a:pt x="3441" y="234"/>
                      </a:lnTo>
                      <a:cubicBezTo>
                        <a:pt x="3444" y="106"/>
                        <a:pt x="3341" y="0"/>
                        <a:pt x="321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33"/>
                <p:cNvSpPr/>
                <p:nvPr/>
              </p:nvSpPr>
              <p:spPr>
                <a:xfrm>
                  <a:off x="3339901" y="4913658"/>
                  <a:ext cx="216555" cy="216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5" h="8755" extrusionOk="0">
                      <a:moveTo>
                        <a:pt x="4378" y="1"/>
                      </a:moveTo>
                      <a:cubicBezTo>
                        <a:pt x="1960" y="1"/>
                        <a:pt x="0" y="1960"/>
                        <a:pt x="0" y="4377"/>
                      </a:cubicBezTo>
                      <a:cubicBezTo>
                        <a:pt x="0" y="6794"/>
                        <a:pt x="1960" y="8755"/>
                        <a:pt x="4378" y="8755"/>
                      </a:cubicBezTo>
                      <a:cubicBezTo>
                        <a:pt x="6795" y="8755"/>
                        <a:pt x="8755" y="6794"/>
                        <a:pt x="8755" y="4377"/>
                      </a:cubicBezTo>
                      <a:cubicBezTo>
                        <a:pt x="8755" y="1960"/>
                        <a:pt x="6795" y="1"/>
                        <a:pt x="4378" y="1"/>
                      </a:cubicBezTo>
                      <a:close/>
                    </a:path>
                  </a:pathLst>
                </a:custGeom>
                <a:solidFill>
                  <a:srgbClr val="FFFBF7">
                    <a:alpha val="50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7" name="Google Shape;757;p33"/>
                <p:cNvSpPr/>
                <p:nvPr/>
              </p:nvSpPr>
              <p:spPr>
                <a:xfrm>
                  <a:off x="1416080" y="5091387"/>
                  <a:ext cx="139900" cy="139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7" h="4378" extrusionOk="0">
                      <a:moveTo>
                        <a:pt x="2189" y="1"/>
                      </a:moveTo>
                      <a:cubicBezTo>
                        <a:pt x="981" y="1"/>
                        <a:pt x="0" y="980"/>
                        <a:pt x="0" y="2188"/>
                      </a:cubicBezTo>
                      <a:cubicBezTo>
                        <a:pt x="0" y="3398"/>
                        <a:pt x="981" y="4377"/>
                        <a:pt x="2189" y="4377"/>
                      </a:cubicBezTo>
                      <a:cubicBezTo>
                        <a:pt x="3398" y="4377"/>
                        <a:pt x="4377" y="3398"/>
                        <a:pt x="4377" y="2188"/>
                      </a:cubicBezTo>
                      <a:cubicBezTo>
                        <a:pt x="4377" y="980"/>
                        <a:pt x="3398" y="1"/>
                        <a:pt x="2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758;p33"/>
                <p:cNvSpPr/>
                <p:nvPr/>
              </p:nvSpPr>
              <p:spPr>
                <a:xfrm>
                  <a:off x="3263264" y="4999245"/>
                  <a:ext cx="136064" cy="130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7" h="4093" extrusionOk="0">
                      <a:moveTo>
                        <a:pt x="2212" y="0"/>
                      </a:moveTo>
                      <a:cubicBezTo>
                        <a:pt x="2211" y="0"/>
                        <a:pt x="2210" y="0"/>
                        <a:pt x="2209" y="0"/>
                      </a:cubicBezTo>
                      <a:cubicBezTo>
                        <a:pt x="1381" y="0"/>
                        <a:pt x="636" y="498"/>
                        <a:pt x="318" y="1264"/>
                      </a:cubicBezTo>
                      <a:cubicBezTo>
                        <a:pt x="1" y="2028"/>
                        <a:pt x="177" y="2909"/>
                        <a:pt x="762" y="3494"/>
                      </a:cubicBezTo>
                      <a:cubicBezTo>
                        <a:pt x="1154" y="3885"/>
                        <a:pt x="1678" y="4093"/>
                        <a:pt x="2210" y="4093"/>
                      </a:cubicBezTo>
                      <a:cubicBezTo>
                        <a:pt x="2474" y="4093"/>
                        <a:pt x="2740" y="4042"/>
                        <a:pt x="2993" y="3937"/>
                      </a:cubicBezTo>
                      <a:cubicBezTo>
                        <a:pt x="3757" y="3621"/>
                        <a:pt x="4257" y="2874"/>
                        <a:pt x="4257" y="2046"/>
                      </a:cubicBezTo>
                      <a:cubicBezTo>
                        <a:pt x="4257" y="917"/>
                        <a:pt x="3342" y="0"/>
                        <a:pt x="221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33"/>
                <p:cNvSpPr/>
                <p:nvPr/>
              </p:nvSpPr>
              <p:spPr>
                <a:xfrm>
                  <a:off x="1149618" y="5070757"/>
                  <a:ext cx="122161" cy="122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2" h="3820" extrusionOk="0">
                      <a:moveTo>
                        <a:pt x="1911" y="1"/>
                      </a:moveTo>
                      <a:cubicBezTo>
                        <a:pt x="856" y="1"/>
                        <a:pt x="0" y="854"/>
                        <a:pt x="0" y="1909"/>
                      </a:cubicBezTo>
                      <a:cubicBezTo>
                        <a:pt x="0" y="2964"/>
                        <a:pt x="856" y="3820"/>
                        <a:pt x="1911" y="3820"/>
                      </a:cubicBezTo>
                      <a:cubicBezTo>
                        <a:pt x="2966" y="3820"/>
                        <a:pt x="3821" y="2964"/>
                        <a:pt x="3821" y="1909"/>
                      </a:cubicBezTo>
                      <a:cubicBezTo>
                        <a:pt x="3821" y="854"/>
                        <a:pt x="2966" y="1"/>
                        <a:pt x="191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760;p33"/>
                <p:cNvSpPr/>
                <p:nvPr/>
              </p:nvSpPr>
              <p:spPr>
                <a:xfrm>
                  <a:off x="3725981" y="5051368"/>
                  <a:ext cx="258033" cy="274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3" h="8595" extrusionOk="0">
                      <a:moveTo>
                        <a:pt x="4036" y="1"/>
                      </a:moveTo>
                      <a:cubicBezTo>
                        <a:pt x="4036" y="4024"/>
                        <a:pt x="650" y="4285"/>
                        <a:pt x="1" y="4297"/>
                      </a:cubicBezTo>
                      <a:cubicBezTo>
                        <a:pt x="650" y="4310"/>
                        <a:pt x="4036" y="4572"/>
                        <a:pt x="4036" y="8594"/>
                      </a:cubicBezTo>
                      <a:cubicBezTo>
                        <a:pt x="4036" y="4571"/>
                        <a:pt x="7421" y="4310"/>
                        <a:pt x="8072" y="4297"/>
                      </a:cubicBezTo>
                      <a:cubicBezTo>
                        <a:pt x="7421" y="4285"/>
                        <a:pt x="4036" y="4023"/>
                        <a:pt x="403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1" name="Google Shape;761;p33"/>
                <p:cNvSpPr/>
                <p:nvPr/>
              </p:nvSpPr>
              <p:spPr>
                <a:xfrm>
                  <a:off x="2329791" y="4875170"/>
                  <a:ext cx="236331" cy="378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94" h="11856" extrusionOk="0">
                      <a:moveTo>
                        <a:pt x="5218" y="1"/>
                      </a:moveTo>
                      <a:cubicBezTo>
                        <a:pt x="5218" y="1"/>
                        <a:pt x="0" y="5998"/>
                        <a:pt x="1535" y="10746"/>
                      </a:cubicBezTo>
                      <a:lnTo>
                        <a:pt x="3447" y="11856"/>
                      </a:lnTo>
                      <a:cubicBezTo>
                        <a:pt x="3447" y="11856"/>
                        <a:pt x="2465" y="6335"/>
                        <a:pt x="7394" y="2947"/>
                      </a:cubicBezTo>
                      <a:lnTo>
                        <a:pt x="521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2" name="Google Shape;762;p33"/>
                <p:cNvSpPr/>
                <p:nvPr/>
              </p:nvSpPr>
              <p:spPr>
                <a:xfrm>
                  <a:off x="1904968" y="4781585"/>
                  <a:ext cx="173301" cy="28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2" h="9047" extrusionOk="0">
                      <a:moveTo>
                        <a:pt x="1856" y="0"/>
                      </a:moveTo>
                      <a:lnTo>
                        <a:pt x="1" y="300"/>
                      </a:lnTo>
                      <a:cubicBezTo>
                        <a:pt x="1" y="300"/>
                        <a:pt x="3620" y="3401"/>
                        <a:pt x="2206" y="8282"/>
                      </a:cubicBezTo>
                      <a:lnTo>
                        <a:pt x="5223" y="9046"/>
                      </a:lnTo>
                      <a:cubicBezTo>
                        <a:pt x="5223" y="9046"/>
                        <a:pt x="5422" y="2293"/>
                        <a:pt x="185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3" name="Google Shape;763;p33"/>
                <p:cNvSpPr/>
                <p:nvPr/>
              </p:nvSpPr>
              <p:spPr>
                <a:xfrm>
                  <a:off x="528701" y="4893623"/>
                  <a:ext cx="369039" cy="2565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46" h="8028" extrusionOk="0">
                      <a:moveTo>
                        <a:pt x="3568" y="0"/>
                      </a:moveTo>
                      <a:lnTo>
                        <a:pt x="0" y="1419"/>
                      </a:lnTo>
                      <a:cubicBezTo>
                        <a:pt x="0" y="1419"/>
                        <a:pt x="4498" y="8027"/>
                        <a:pt x="9588" y="8027"/>
                      </a:cubicBezTo>
                      <a:cubicBezTo>
                        <a:pt x="9695" y="8027"/>
                        <a:pt x="9802" y="8024"/>
                        <a:pt x="9909" y="8018"/>
                      </a:cubicBezTo>
                      <a:lnTo>
                        <a:pt x="11546" y="6376"/>
                      </a:lnTo>
                      <a:cubicBezTo>
                        <a:pt x="11546" y="6376"/>
                        <a:pt x="5687" y="5900"/>
                        <a:pt x="356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4" name="Google Shape;764;p33"/>
                <p:cNvSpPr/>
                <p:nvPr/>
              </p:nvSpPr>
              <p:spPr>
                <a:xfrm>
                  <a:off x="2745975" y="4897304"/>
                  <a:ext cx="337442" cy="414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8" h="8702" extrusionOk="0">
                      <a:moveTo>
                        <a:pt x="7068" y="1"/>
                      </a:moveTo>
                      <a:lnTo>
                        <a:pt x="1890" y="1184"/>
                      </a:lnTo>
                      <a:lnTo>
                        <a:pt x="1890" y="2534"/>
                      </a:lnTo>
                      <a:lnTo>
                        <a:pt x="1892" y="2532"/>
                      </a:lnTo>
                      <a:lnTo>
                        <a:pt x="1892" y="6965"/>
                      </a:lnTo>
                      <a:cubicBezTo>
                        <a:pt x="1765" y="6911"/>
                        <a:pt x="1620" y="6883"/>
                        <a:pt x="1465" y="6883"/>
                      </a:cubicBezTo>
                      <a:cubicBezTo>
                        <a:pt x="1280" y="6883"/>
                        <a:pt x="1082" y="6923"/>
                        <a:pt x="889" y="7008"/>
                      </a:cubicBezTo>
                      <a:cubicBezTo>
                        <a:pt x="312" y="7265"/>
                        <a:pt x="1" y="7822"/>
                        <a:pt x="191" y="8254"/>
                      </a:cubicBezTo>
                      <a:cubicBezTo>
                        <a:pt x="318" y="8542"/>
                        <a:pt x="636" y="8701"/>
                        <a:pt x="1004" y="8701"/>
                      </a:cubicBezTo>
                      <a:cubicBezTo>
                        <a:pt x="1190" y="8701"/>
                        <a:pt x="1389" y="8660"/>
                        <a:pt x="1583" y="8575"/>
                      </a:cubicBezTo>
                      <a:cubicBezTo>
                        <a:pt x="1994" y="8393"/>
                        <a:pt x="2267" y="8056"/>
                        <a:pt x="2322" y="7722"/>
                      </a:cubicBezTo>
                      <a:lnTo>
                        <a:pt x="2327" y="7722"/>
                      </a:lnTo>
                      <a:lnTo>
                        <a:pt x="2327" y="7703"/>
                      </a:lnTo>
                      <a:cubicBezTo>
                        <a:pt x="2337" y="7631"/>
                        <a:pt x="2337" y="7560"/>
                        <a:pt x="2327" y="7488"/>
                      </a:cubicBezTo>
                      <a:lnTo>
                        <a:pt x="2327" y="2429"/>
                      </a:lnTo>
                      <a:lnTo>
                        <a:pt x="6632" y="1400"/>
                      </a:lnTo>
                      <a:lnTo>
                        <a:pt x="6632" y="5869"/>
                      </a:lnTo>
                      <a:cubicBezTo>
                        <a:pt x="6504" y="5813"/>
                        <a:pt x="6356" y="5783"/>
                        <a:pt x="6199" y="5783"/>
                      </a:cubicBezTo>
                      <a:cubicBezTo>
                        <a:pt x="6013" y="5783"/>
                        <a:pt x="5815" y="5824"/>
                        <a:pt x="5621" y="5910"/>
                      </a:cubicBezTo>
                      <a:cubicBezTo>
                        <a:pt x="5045" y="6165"/>
                        <a:pt x="4733" y="6724"/>
                        <a:pt x="4924" y="7156"/>
                      </a:cubicBezTo>
                      <a:cubicBezTo>
                        <a:pt x="5051" y="7442"/>
                        <a:pt x="5369" y="7602"/>
                        <a:pt x="5738" y="7602"/>
                      </a:cubicBezTo>
                      <a:cubicBezTo>
                        <a:pt x="5924" y="7602"/>
                        <a:pt x="6123" y="7562"/>
                        <a:pt x="6316" y="7476"/>
                      </a:cubicBezTo>
                      <a:cubicBezTo>
                        <a:pt x="6796" y="7262"/>
                        <a:pt x="7088" y="6840"/>
                        <a:pt x="7062" y="6456"/>
                      </a:cubicBezTo>
                      <a:lnTo>
                        <a:pt x="7065" y="6456"/>
                      </a:lnTo>
                      <a:lnTo>
                        <a:pt x="7065" y="1297"/>
                      </a:lnTo>
                      <a:lnTo>
                        <a:pt x="7068" y="1296"/>
                      </a:lnTo>
                      <a:lnTo>
                        <a:pt x="706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65" name="Google Shape;765;p33"/>
              <p:cNvSpPr/>
              <p:nvPr/>
            </p:nvSpPr>
            <p:spPr>
              <a:xfrm>
                <a:off x="504518" y="114156"/>
                <a:ext cx="258033" cy="274718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8595" extrusionOk="0">
                    <a:moveTo>
                      <a:pt x="4036" y="1"/>
                    </a:moveTo>
                    <a:cubicBezTo>
                      <a:pt x="4036" y="4024"/>
                      <a:pt x="650" y="4285"/>
                      <a:pt x="1" y="4297"/>
                    </a:cubicBezTo>
                    <a:cubicBezTo>
                      <a:pt x="650" y="4310"/>
                      <a:pt x="4036" y="4572"/>
                      <a:pt x="4036" y="8594"/>
                    </a:cubicBezTo>
                    <a:cubicBezTo>
                      <a:pt x="4036" y="4571"/>
                      <a:pt x="7421" y="4310"/>
                      <a:pt x="8072" y="4297"/>
                    </a:cubicBezTo>
                    <a:cubicBezTo>
                      <a:pt x="7421" y="4285"/>
                      <a:pt x="4036" y="4023"/>
                      <a:pt x="40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  <a:defRPr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♪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♫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♬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8" r:id="rId4"/>
    <p:sldLayoutId id="2147483662" r:id="rId5"/>
    <p:sldLayoutId id="2147483667" r:id="rId6"/>
    <p:sldLayoutId id="2147483678" r:id="rId7"/>
    <p:sldLayoutId id="214748367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" name="Google Shape;776;p37"/>
          <p:cNvGrpSpPr/>
          <p:nvPr/>
        </p:nvGrpSpPr>
        <p:grpSpPr>
          <a:xfrm>
            <a:off x="4348763" y="452682"/>
            <a:ext cx="4481594" cy="4502573"/>
            <a:chOff x="2017950" y="199750"/>
            <a:chExt cx="4605481" cy="4627040"/>
          </a:xfrm>
        </p:grpSpPr>
        <p:sp>
          <p:nvSpPr>
            <p:cNvPr id="777" name="Google Shape;777;p37"/>
            <p:cNvSpPr/>
            <p:nvPr/>
          </p:nvSpPr>
          <p:spPr>
            <a:xfrm>
              <a:off x="2017950" y="199750"/>
              <a:ext cx="4605481" cy="3767007"/>
            </a:xfrm>
            <a:custGeom>
              <a:avLst/>
              <a:gdLst/>
              <a:ahLst/>
              <a:cxnLst/>
              <a:rect l="l" t="t" r="r" b="b"/>
              <a:pathLst>
                <a:path w="144282" h="118014" extrusionOk="0">
                  <a:moveTo>
                    <a:pt x="69229" y="0"/>
                  </a:moveTo>
                  <a:cubicBezTo>
                    <a:pt x="47589" y="0"/>
                    <a:pt x="26076" y="7053"/>
                    <a:pt x="14425" y="23724"/>
                  </a:cubicBezTo>
                  <a:cubicBezTo>
                    <a:pt x="8943" y="31565"/>
                    <a:pt x="6465" y="40077"/>
                    <a:pt x="6075" y="48872"/>
                  </a:cubicBezTo>
                  <a:cubicBezTo>
                    <a:pt x="5793" y="55236"/>
                    <a:pt x="6605" y="61751"/>
                    <a:pt x="8163" y="68266"/>
                  </a:cubicBezTo>
                  <a:cubicBezTo>
                    <a:pt x="9363" y="73276"/>
                    <a:pt x="10209" y="77282"/>
                    <a:pt x="8172" y="81901"/>
                  </a:cubicBezTo>
                  <a:cubicBezTo>
                    <a:pt x="5631" y="87661"/>
                    <a:pt x="2594" y="93121"/>
                    <a:pt x="1301" y="99227"/>
                  </a:cubicBezTo>
                  <a:cubicBezTo>
                    <a:pt x="1" y="105365"/>
                    <a:pt x="242" y="111925"/>
                    <a:pt x="3004" y="118013"/>
                  </a:cubicBezTo>
                  <a:lnTo>
                    <a:pt x="136535" y="118013"/>
                  </a:lnTo>
                  <a:cubicBezTo>
                    <a:pt x="139761" y="113152"/>
                    <a:pt x="142076" y="107711"/>
                    <a:pt x="143090" y="101831"/>
                  </a:cubicBezTo>
                  <a:cubicBezTo>
                    <a:pt x="144281" y="94926"/>
                    <a:pt x="143691" y="87252"/>
                    <a:pt x="140808" y="80803"/>
                  </a:cubicBezTo>
                  <a:cubicBezTo>
                    <a:pt x="137206" y="72745"/>
                    <a:pt x="135333" y="66081"/>
                    <a:pt x="135405" y="57092"/>
                  </a:cubicBezTo>
                  <a:cubicBezTo>
                    <a:pt x="135469" y="49119"/>
                    <a:pt x="136104" y="40955"/>
                    <a:pt x="133743" y="33338"/>
                  </a:cubicBezTo>
                  <a:cubicBezTo>
                    <a:pt x="130821" y="23908"/>
                    <a:pt x="123483" y="16297"/>
                    <a:pt x="114944" y="11342"/>
                  </a:cubicBezTo>
                  <a:cubicBezTo>
                    <a:pt x="102582" y="4170"/>
                    <a:pt x="85868" y="0"/>
                    <a:pt x="69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7"/>
            <p:cNvSpPr/>
            <p:nvPr/>
          </p:nvSpPr>
          <p:spPr>
            <a:xfrm>
              <a:off x="2113743" y="3966769"/>
              <a:ext cx="4262405" cy="860021"/>
            </a:xfrm>
            <a:custGeom>
              <a:avLst/>
              <a:gdLst/>
              <a:ahLst/>
              <a:cxnLst/>
              <a:rect l="l" t="t" r="r" b="b"/>
              <a:pathLst>
                <a:path w="133534" h="26943" extrusionOk="0">
                  <a:moveTo>
                    <a:pt x="1" y="0"/>
                  </a:moveTo>
                  <a:cubicBezTo>
                    <a:pt x="674" y="1481"/>
                    <a:pt x="1475" y="2899"/>
                    <a:pt x="2398" y="4237"/>
                  </a:cubicBezTo>
                  <a:cubicBezTo>
                    <a:pt x="8634" y="13277"/>
                    <a:pt x="20920" y="19684"/>
                    <a:pt x="33797" y="22829"/>
                  </a:cubicBezTo>
                  <a:cubicBezTo>
                    <a:pt x="44572" y="25463"/>
                    <a:pt x="56723" y="26942"/>
                    <a:pt x="68740" y="26942"/>
                  </a:cubicBezTo>
                  <a:cubicBezTo>
                    <a:pt x="85133" y="26942"/>
                    <a:pt x="101278" y="24189"/>
                    <a:pt x="113351" y="17855"/>
                  </a:cubicBezTo>
                  <a:cubicBezTo>
                    <a:pt x="121347" y="13659"/>
                    <a:pt x="128538" y="7525"/>
                    <a:pt x="133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>
              <a:off x="2225655" y="220498"/>
              <a:ext cx="3679195" cy="4245424"/>
            </a:xfrm>
            <a:custGeom>
              <a:avLst/>
              <a:gdLst/>
              <a:ahLst/>
              <a:cxnLst/>
              <a:rect l="l" t="t" r="r" b="b"/>
              <a:pathLst>
                <a:path w="115263" h="133002" extrusionOk="0">
                  <a:moveTo>
                    <a:pt x="74133" y="0"/>
                  </a:moveTo>
                  <a:lnTo>
                    <a:pt x="0" y="123094"/>
                  </a:lnTo>
                  <a:cubicBezTo>
                    <a:pt x="3022" y="126926"/>
                    <a:pt x="7148" y="130246"/>
                    <a:pt x="11922" y="133002"/>
                  </a:cubicBezTo>
                  <a:lnTo>
                    <a:pt x="98865" y="133002"/>
                  </a:lnTo>
                  <a:lnTo>
                    <a:pt x="115263" y="15466"/>
                  </a:lnTo>
                  <a:cubicBezTo>
                    <a:pt x="113129" y="13682"/>
                    <a:pt x="110845" y="12086"/>
                    <a:pt x="108437" y="10692"/>
                  </a:cubicBezTo>
                  <a:cubicBezTo>
                    <a:pt x="98912" y="5166"/>
                    <a:pt x="86801" y="1426"/>
                    <a:pt x="74133" y="0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7"/>
            <p:cNvSpPr/>
            <p:nvPr/>
          </p:nvSpPr>
          <p:spPr>
            <a:xfrm>
              <a:off x="2523663" y="1190495"/>
              <a:ext cx="144406" cy="144374"/>
            </a:xfrm>
            <a:custGeom>
              <a:avLst/>
              <a:gdLst/>
              <a:ahLst/>
              <a:cxnLst/>
              <a:rect l="l" t="t" r="r" b="b"/>
              <a:pathLst>
                <a:path w="4524" h="4523" extrusionOk="0">
                  <a:moveTo>
                    <a:pt x="2262" y="0"/>
                  </a:moveTo>
                  <a:cubicBezTo>
                    <a:pt x="1013" y="0"/>
                    <a:pt x="1" y="1013"/>
                    <a:pt x="1" y="2262"/>
                  </a:cubicBezTo>
                  <a:cubicBezTo>
                    <a:pt x="1" y="3510"/>
                    <a:pt x="1013" y="4523"/>
                    <a:pt x="2262" y="4523"/>
                  </a:cubicBezTo>
                  <a:cubicBezTo>
                    <a:pt x="3509" y="4523"/>
                    <a:pt x="4523" y="3510"/>
                    <a:pt x="4523" y="2262"/>
                  </a:cubicBezTo>
                  <a:cubicBezTo>
                    <a:pt x="4523" y="1013"/>
                    <a:pt x="3509" y="0"/>
                    <a:pt x="2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7"/>
            <p:cNvSpPr/>
            <p:nvPr/>
          </p:nvSpPr>
          <p:spPr>
            <a:xfrm>
              <a:off x="5793356" y="2504976"/>
              <a:ext cx="140384" cy="135054"/>
            </a:xfrm>
            <a:custGeom>
              <a:avLst/>
              <a:gdLst/>
              <a:ahLst/>
              <a:cxnLst/>
              <a:rect l="l" t="t" r="r" b="b"/>
              <a:pathLst>
                <a:path w="4398" h="4231" extrusionOk="0">
                  <a:moveTo>
                    <a:pt x="2283" y="1"/>
                  </a:moveTo>
                  <a:cubicBezTo>
                    <a:pt x="1426" y="1"/>
                    <a:pt x="657" y="517"/>
                    <a:pt x="329" y="1305"/>
                  </a:cubicBezTo>
                  <a:cubicBezTo>
                    <a:pt x="1" y="2096"/>
                    <a:pt x="182" y="3006"/>
                    <a:pt x="787" y="3611"/>
                  </a:cubicBezTo>
                  <a:cubicBezTo>
                    <a:pt x="1192" y="4016"/>
                    <a:pt x="1733" y="4231"/>
                    <a:pt x="2283" y="4231"/>
                  </a:cubicBezTo>
                  <a:cubicBezTo>
                    <a:pt x="2556" y="4231"/>
                    <a:pt x="2831" y="4178"/>
                    <a:pt x="3093" y="4069"/>
                  </a:cubicBezTo>
                  <a:cubicBezTo>
                    <a:pt x="3882" y="3741"/>
                    <a:pt x="4397" y="2972"/>
                    <a:pt x="4397" y="2115"/>
                  </a:cubicBezTo>
                  <a:cubicBezTo>
                    <a:pt x="4397" y="947"/>
                    <a:pt x="3451" y="1"/>
                    <a:pt x="22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7"/>
            <p:cNvSpPr/>
            <p:nvPr/>
          </p:nvSpPr>
          <p:spPr>
            <a:xfrm>
              <a:off x="2771493" y="1428110"/>
              <a:ext cx="221142" cy="235346"/>
            </a:xfrm>
            <a:custGeom>
              <a:avLst/>
              <a:gdLst/>
              <a:ahLst/>
              <a:cxnLst/>
              <a:rect l="l" t="t" r="r" b="b"/>
              <a:pathLst>
                <a:path w="6928" h="7373" extrusionOk="0">
                  <a:moveTo>
                    <a:pt x="3464" y="1"/>
                  </a:moveTo>
                  <a:cubicBezTo>
                    <a:pt x="3464" y="3451"/>
                    <a:pt x="561" y="3677"/>
                    <a:pt x="1" y="3685"/>
                  </a:cubicBezTo>
                  <a:cubicBezTo>
                    <a:pt x="561" y="3698"/>
                    <a:pt x="3464" y="3922"/>
                    <a:pt x="3464" y="7372"/>
                  </a:cubicBezTo>
                  <a:cubicBezTo>
                    <a:pt x="3464" y="3922"/>
                    <a:pt x="6369" y="3696"/>
                    <a:pt x="6927" y="3685"/>
                  </a:cubicBezTo>
                  <a:cubicBezTo>
                    <a:pt x="6369" y="3675"/>
                    <a:pt x="3464" y="3451"/>
                    <a:pt x="3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7"/>
            <p:cNvSpPr/>
            <p:nvPr/>
          </p:nvSpPr>
          <p:spPr>
            <a:xfrm>
              <a:off x="2768588" y="1545736"/>
              <a:ext cx="3000" cy="32"/>
            </a:xfrm>
            <a:custGeom>
              <a:avLst/>
              <a:gdLst/>
              <a:ahLst/>
              <a:cxnLst/>
              <a:rect l="l" t="t" r="r" b="b"/>
              <a:pathLst>
                <a:path w="94" h="1" extrusionOk="0">
                  <a:moveTo>
                    <a:pt x="0" y="0"/>
                  </a:moveTo>
                  <a:lnTo>
                    <a:pt x="94" y="0"/>
                  </a:ln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7"/>
            <p:cNvSpPr/>
            <p:nvPr/>
          </p:nvSpPr>
          <p:spPr>
            <a:xfrm>
              <a:off x="2992604" y="1545736"/>
              <a:ext cx="2937" cy="32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0" y="0"/>
                  </a:moveTo>
                  <a:lnTo>
                    <a:pt x="92" y="0"/>
                  </a:lnTo>
                  <a:cubicBezTo>
                    <a:pt x="92" y="0"/>
                    <a:pt x="6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7"/>
            <p:cNvSpPr/>
            <p:nvPr/>
          </p:nvSpPr>
          <p:spPr>
            <a:xfrm>
              <a:off x="5853015" y="3015191"/>
              <a:ext cx="221142" cy="235346"/>
            </a:xfrm>
            <a:custGeom>
              <a:avLst/>
              <a:gdLst/>
              <a:ahLst/>
              <a:cxnLst/>
              <a:rect l="l" t="t" r="r" b="b"/>
              <a:pathLst>
                <a:path w="6928" h="7373" extrusionOk="0">
                  <a:moveTo>
                    <a:pt x="3464" y="1"/>
                  </a:moveTo>
                  <a:cubicBezTo>
                    <a:pt x="3464" y="3451"/>
                    <a:pt x="561" y="3677"/>
                    <a:pt x="1" y="3685"/>
                  </a:cubicBezTo>
                  <a:cubicBezTo>
                    <a:pt x="559" y="3698"/>
                    <a:pt x="3464" y="3922"/>
                    <a:pt x="3464" y="7372"/>
                  </a:cubicBezTo>
                  <a:cubicBezTo>
                    <a:pt x="3464" y="3922"/>
                    <a:pt x="6369" y="3696"/>
                    <a:pt x="6927" y="3685"/>
                  </a:cubicBezTo>
                  <a:cubicBezTo>
                    <a:pt x="6369" y="3675"/>
                    <a:pt x="3464" y="3451"/>
                    <a:pt x="3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5850110" y="3132818"/>
              <a:ext cx="2937" cy="32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0" y="0"/>
                  </a:moveTo>
                  <a:lnTo>
                    <a:pt x="92" y="0"/>
                  </a:ln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7"/>
            <p:cNvSpPr/>
            <p:nvPr/>
          </p:nvSpPr>
          <p:spPr>
            <a:xfrm>
              <a:off x="6074127" y="3132818"/>
              <a:ext cx="2937" cy="32"/>
            </a:xfrm>
            <a:custGeom>
              <a:avLst/>
              <a:gdLst/>
              <a:ahLst/>
              <a:cxnLst/>
              <a:rect l="l" t="t" r="r" b="b"/>
              <a:pathLst>
                <a:path w="92" h="1" extrusionOk="0">
                  <a:moveTo>
                    <a:pt x="0" y="0"/>
                  </a:moveTo>
                  <a:lnTo>
                    <a:pt x="92" y="0"/>
                  </a:lnTo>
                  <a:cubicBezTo>
                    <a:pt x="92" y="0"/>
                    <a:pt x="6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2412038" y="3460991"/>
              <a:ext cx="137192" cy="146130"/>
            </a:xfrm>
            <a:custGeom>
              <a:avLst/>
              <a:gdLst/>
              <a:ahLst/>
              <a:cxnLst/>
              <a:rect l="l" t="t" r="r" b="b"/>
              <a:pathLst>
                <a:path w="4298" h="4578" extrusionOk="0">
                  <a:moveTo>
                    <a:pt x="2149" y="0"/>
                  </a:moveTo>
                  <a:cubicBezTo>
                    <a:pt x="962" y="0"/>
                    <a:pt x="1" y="1025"/>
                    <a:pt x="1" y="2289"/>
                  </a:cubicBezTo>
                  <a:cubicBezTo>
                    <a:pt x="1" y="3553"/>
                    <a:pt x="962" y="4578"/>
                    <a:pt x="2149" y="4578"/>
                  </a:cubicBezTo>
                  <a:cubicBezTo>
                    <a:pt x="3336" y="4578"/>
                    <a:pt x="4297" y="3553"/>
                    <a:pt x="4297" y="2289"/>
                  </a:cubicBezTo>
                  <a:cubicBezTo>
                    <a:pt x="4297" y="1025"/>
                    <a:pt x="3336" y="0"/>
                    <a:pt x="21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2410155" y="3534025"/>
              <a:ext cx="1851" cy="32"/>
            </a:xfrm>
            <a:custGeom>
              <a:avLst/>
              <a:gdLst/>
              <a:ahLst/>
              <a:cxnLst/>
              <a:rect l="l" t="t" r="r" b="b"/>
              <a:pathLst>
                <a:path w="58" h="1" extrusionOk="0">
                  <a:moveTo>
                    <a:pt x="0" y="1"/>
                  </a:moveTo>
                  <a:lnTo>
                    <a:pt x="58" y="1"/>
                  </a:lnTo>
                  <a:cubicBezTo>
                    <a:pt x="21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7"/>
            <p:cNvSpPr/>
            <p:nvPr/>
          </p:nvSpPr>
          <p:spPr>
            <a:xfrm>
              <a:off x="2549200" y="3534025"/>
              <a:ext cx="1851" cy="32"/>
            </a:xfrm>
            <a:custGeom>
              <a:avLst/>
              <a:gdLst/>
              <a:ahLst/>
              <a:cxnLst/>
              <a:rect l="l" t="t" r="r" b="b"/>
              <a:pathLst>
                <a:path w="58" h="1" extrusionOk="0">
                  <a:moveTo>
                    <a:pt x="0" y="1"/>
                  </a:moveTo>
                  <a:lnTo>
                    <a:pt x="58" y="1"/>
                  </a:lnTo>
                  <a:cubicBezTo>
                    <a:pt x="58" y="1"/>
                    <a:pt x="39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7"/>
            <p:cNvSpPr/>
            <p:nvPr/>
          </p:nvSpPr>
          <p:spPr>
            <a:xfrm>
              <a:off x="2615594" y="1829317"/>
              <a:ext cx="317987" cy="165090"/>
            </a:xfrm>
            <a:custGeom>
              <a:avLst/>
              <a:gdLst/>
              <a:ahLst/>
              <a:cxnLst/>
              <a:rect l="l" t="t" r="r" b="b"/>
              <a:pathLst>
                <a:path w="9962" h="5172" extrusionOk="0">
                  <a:moveTo>
                    <a:pt x="6541" y="1"/>
                  </a:moveTo>
                  <a:cubicBezTo>
                    <a:pt x="3424" y="1"/>
                    <a:pt x="989" y="2427"/>
                    <a:pt x="0" y="5171"/>
                  </a:cubicBezTo>
                  <a:cubicBezTo>
                    <a:pt x="1839" y="3159"/>
                    <a:pt x="3845" y="2599"/>
                    <a:pt x="5507" y="2599"/>
                  </a:cubicBezTo>
                  <a:cubicBezTo>
                    <a:pt x="7590" y="2599"/>
                    <a:pt x="9134" y="3479"/>
                    <a:pt x="9134" y="3479"/>
                  </a:cubicBezTo>
                  <a:lnTo>
                    <a:pt x="9961" y="943"/>
                  </a:lnTo>
                  <a:cubicBezTo>
                    <a:pt x="8762" y="286"/>
                    <a:pt x="7611" y="1"/>
                    <a:pt x="65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7"/>
            <p:cNvSpPr/>
            <p:nvPr/>
          </p:nvSpPr>
          <p:spPr>
            <a:xfrm>
              <a:off x="2576045" y="1959680"/>
              <a:ext cx="182902" cy="327786"/>
            </a:xfrm>
            <a:custGeom>
              <a:avLst/>
              <a:gdLst/>
              <a:ahLst/>
              <a:cxnLst/>
              <a:rect l="l" t="t" r="r" b="b"/>
              <a:pathLst>
                <a:path w="5730" h="10269" extrusionOk="0">
                  <a:moveTo>
                    <a:pt x="2420" y="0"/>
                  </a:moveTo>
                  <a:lnTo>
                    <a:pt x="2420" y="0"/>
                  </a:lnTo>
                  <a:cubicBezTo>
                    <a:pt x="2420" y="0"/>
                    <a:pt x="1695" y="39"/>
                    <a:pt x="1239" y="1087"/>
                  </a:cubicBezTo>
                  <a:cubicBezTo>
                    <a:pt x="1" y="4906"/>
                    <a:pt x="3172" y="9510"/>
                    <a:pt x="3172" y="9510"/>
                  </a:cubicBezTo>
                  <a:lnTo>
                    <a:pt x="5512" y="10268"/>
                  </a:lnTo>
                  <a:cubicBezTo>
                    <a:pt x="5730" y="9655"/>
                    <a:pt x="5444" y="8949"/>
                    <a:pt x="4856" y="8086"/>
                  </a:cubicBezTo>
                  <a:cubicBezTo>
                    <a:pt x="4265" y="7225"/>
                    <a:pt x="3100" y="5013"/>
                    <a:pt x="2343" y="3106"/>
                  </a:cubicBezTo>
                  <a:cubicBezTo>
                    <a:pt x="1584" y="1198"/>
                    <a:pt x="2420" y="0"/>
                    <a:pt x="24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7"/>
            <p:cNvSpPr/>
            <p:nvPr/>
          </p:nvSpPr>
          <p:spPr>
            <a:xfrm>
              <a:off x="2551019" y="2249964"/>
              <a:ext cx="201000" cy="103772"/>
            </a:xfrm>
            <a:custGeom>
              <a:avLst/>
              <a:gdLst/>
              <a:ahLst/>
              <a:cxnLst/>
              <a:rect l="l" t="t" r="r" b="b"/>
              <a:pathLst>
                <a:path w="6297" h="3251" extrusionOk="0">
                  <a:moveTo>
                    <a:pt x="1430" y="0"/>
                  </a:moveTo>
                  <a:cubicBezTo>
                    <a:pt x="1326" y="0"/>
                    <a:pt x="1269" y="2"/>
                    <a:pt x="1269" y="2"/>
                  </a:cubicBezTo>
                  <a:lnTo>
                    <a:pt x="1" y="2276"/>
                  </a:lnTo>
                  <a:cubicBezTo>
                    <a:pt x="1" y="2276"/>
                    <a:pt x="282" y="2193"/>
                    <a:pt x="1373" y="2168"/>
                  </a:cubicBezTo>
                  <a:cubicBezTo>
                    <a:pt x="1382" y="2167"/>
                    <a:pt x="1391" y="2167"/>
                    <a:pt x="1400" y="2167"/>
                  </a:cubicBezTo>
                  <a:cubicBezTo>
                    <a:pt x="2364" y="2167"/>
                    <a:pt x="3972" y="3250"/>
                    <a:pt x="4803" y="3250"/>
                  </a:cubicBezTo>
                  <a:cubicBezTo>
                    <a:pt x="4917" y="3250"/>
                    <a:pt x="5016" y="3230"/>
                    <a:pt x="5096" y="3184"/>
                  </a:cubicBezTo>
                  <a:cubicBezTo>
                    <a:pt x="5772" y="2796"/>
                    <a:pt x="6296" y="1174"/>
                    <a:pt x="6296" y="1174"/>
                  </a:cubicBezTo>
                  <a:cubicBezTo>
                    <a:pt x="4374" y="78"/>
                    <a:pt x="2053" y="0"/>
                    <a:pt x="14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7"/>
            <p:cNvSpPr/>
            <p:nvPr/>
          </p:nvSpPr>
          <p:spPr>
            <a:xfrm>
              <a:off x="2526472" y="2312081"/>
              <a:ext cx="300623" cy="974166"/>
            </a:xfrm>
            <a:custGeom>
              <a:avLst/>
              <a:gdLst/>
              <a:ahLst/>
              <a:cxnLst/>
              <a:rect l="l" t="t" r="r" b="b"/>
              <a:pathLst>
                <a:path w="9418" h="30519" extrusionOk="0">
                  <a:moveTo>
                    <a:pt x="1648" y="1"/>
                  </a:moveTo>
                  <a:cubicBezTo>
                    <a:pt x="1437" y="1"/>
                    <a:pt x="1149" y="79"/>
                    <a:pt x="770" y="330"/>
                  </a:cubicBezTo>
                  <a:cubicBezTo>
                    <a:pt x="770" y="330"/>
                    <a:pt x="0" y="2027"/>
                    <a:pt x="1935" y="6632"/>
                  </a:cubicBezTo>
                  <a:cubicBezTo>
                    <a:pt x="3871" y="11237"/>
                    <a:pt x="9418" y="21955"/>
                    <a:pt x="5712" y="30518"/>
                  </a:cubicBezTo>
                  <a:cubicBezTo>
                    <a:pt x="7221" y="29453"/>
                    <a:pt x="8808" y="22594"/>
                    <a:pt x="5674" y="10327"/>
                  </a:cubicBezTo>
                  <a:cubicBezTo>
                    <a:pt x="4284" y="4703"/>
                    <a:pt x="2142" y="224"/>
                    <a:pt x="2142" y="224"/>
                  </a:cubicBezTo>
                  <a:cubicBezTo>
                    <a:pt x="2142" y="224"/>
                    <a:pt x="2003" y="1"/>
                    <a:pt x="16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7"/>
            <p:cNvSpPr/>
            <p:nvPr/>
          </p:nvSpPr>
          <p:spPr>
            <a:xfrm>
              <a:off x="4177646" y="646667"/>
              <a:ext cx="195861" cy="118104"/>
            </a:xfrm>
            <a:custGeom>
              <a:avLst/>
              <a:gdLst/>
              <a:ahLst/>
              <a:cxnLst/>
              <a:rect l="l" t="t" r="r" b="b"/>
              <a:pathLst>
                <a:path w="6136" h="3700" extrusionOk="0">
                  <a:moveTo>
                    <a:pt x="0" y="1"/>
                  </a:moveTo>
                  <a:cubicBezTo>
                    <a:pt x="530" y="2201"/>
                    <a:pt x="1647" y="3700"/>
                    <a:pt x="3330" y="3700"/>
                  </a:cubicBezTo>
                  <a:cubicBezTo>
                    <a:pt x="4136" y="3700"/>
                    <a:pt x="5072" y="3356"/>
                    <a:pt x="6136" y="2580"/>
                  </a:cubicBezTo>
                  <a:lnTo>
                    <a:pt x="5654" y="964"/>
                  </a:lnTo>
                  <a:cubicBezTo>
                    <a:pt x="5654" y="964"/>
                    <a:pt x="4435" y="1958"/>
                    <a:pt x="2976" y="1958"/>
                  </a:cubicBezTo>
                  <a:cubicBezTo>
                    <a:pt x="1994" y="1958"/>
                    <a:pt x="902" y="150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7"/>
            <p:cNvSpPr/>
            <p:nvPr/>
          </p:nvSpPr>
          <p:spPr>
            <a:xfrm>
              <a:off x="4156961" y="404296"/>
              <a:ext cx="134990" cy="242400"/>
            </a:xfrm>
            <a:custGeom>
              <a:avLst/>
              <a:gdLst/>
              <a:ahLst/>
              <a:cxnLst/>
              <a:rect l="l" t="t" r="r" b="b"/>
              <a:pathLst>
                <a:path w="4229" h="7594" extrusionOk="0">
                  <a:moveTo>
                    <a:pt x="4229" y="1"/>
                  </a:moveTo>
                  <a:lnTo>
                    <a:pt x="2357" y="866"/>
                  </a:lnTo>
                  <a:lnTo>
                    <a:pt x="1443" y="2950"/>
                  </a:lnTo>
                  <a:cubicBezTo>
                    <a:pt x="0" y="5838"/>
                    <a:pt x="648" y="7594"/>
                    <a:pt x="648" y="7594"/>
                  </a:cubicBezTo>
                  <a:cubicBezTo>
                    <a:pt x="1066" y="4446"/>
                    <a:pt x="4228" y="1"/>
                    <a:pt x="4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7"/>
            <p:cNvSpPr/>
            <p:nvPr/>
          </p:nvSpPr>
          <p:spPr>
            <a:xfrm>
              <a:off x="4144512" y="357277"/>
              <a:ext cx="147438" cy="92345"/>
            </a:xfrm>
            <a:custGeom>
              <a:avLst/>
              <a:gdLst/>
              <a:ahLst/>
              <a:cxnLst/>
              <a:rect l="l" t="t" r="r" b="b"/>
              <a:pathLst>
                <a:path w="4619" h="2893" extrusionOk="0">
                  <a:moveTo>
                    <a:pt x="3581" y="0"/>
                  </a:moveTo>
                  <a:cubicBezTo>
                    <a:pt x="3214" y="0"/>
                    <a:pt x="2705" y="211"/>
                    <a:pt x="2012" y="596"/>
                  </a:cubicBezTo>
                  <a:cubicBezTo>
                    <a:pt x="1372" y="950"/>
                    <a:pt x="798" y="1025"/>
                    <a:pt x="428" y="1025"/>
                  </a:cubicBezTo>
                  <a:cubicBezTo>
                    <a:pt x="161" y="1025"/>
                    <a:pt x="0" y="986"/>
                    <a:pt x="0" y="986"/>
                  </a:cubicBezTo>
                  <a:lnTo>
                    <a:pt x="0" y="986"/>
                  </a:lnTo>
                  <a:lnTo>
                    <a:pt x="942" y="2884"/>
                  </a:lnTo>
                  <a:cubicBezTo>
                    <a:pt x="1005" y="2890"/>
                    <a:pt x="1070" y="2892"/>
                    <a:pt x="1134" y="2892"/>
                  </a:cubicBezTo>
                  <a:cubicBezTo>
                    <a:pt x="2651" y="2892"/>
                    <a:pt x="4619" y="1474"/>
                    <a:pt x="4619" y="1474"/>
                  </a:cubicBezTo>
                  <a:cubicBezTo>
                    <a:pt x="4619" y="1474"/>
                    <a:pt x="4431" y="640"/>
                    <a:pt x="4090" y="227"/>
                  </a:cubicBezTo>
                  <a:cubicBezTo>
                    <a:pt x="3964" y="73"/>
                    <a:pt x="3797" y="0"/>
                    <a:pt x="35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7"/>
            <p:cNvSpPr/>
            <p:nvPr/>
          </p:nvSpPr>
          <p:spPr>
            <a:xfrm>
              <a:off x="5445680" y="2280863"/>
              <a:ext cx="284726" cy="188073"/>
            </a:xfrm>
            <a:custGeom>
              <a:avLst/>
              <a:gdLst/>
              <a:ahLst/>
              <a:cxnLst/>
              <a:rect l="l" t="t" r="r" b="b"/>
              <a:pathLst>
                <a:path w="8920" h="5892" extrusionOk="0">
                  <a:moveTo>
                    <a:pt x="6570" y="0"/>
                  </a:moveTo>
                  <a:cubicBezTo>
                    <a:pt x="4037" y="0"/>
                    <a:pt x="1213" y="2847"/>
                    <a:pt x="1213" y="2847"/>
                  </a:cubicBezTo>
                  <a:cubicBezTo>
                    <a:pt x="1213" y="2847"/>
                    <a:pt x="439" y="3290"/>
                    <a:pt x="220" y="4002"/>
                  </a:cubicBezTo>
                  <a:cubicBezTo>
                    <a:pt x="0" y="4716"/>
                    <a:pt x="601" y="5769"/>
                    <a:pt x="998" y="5867"/>
                  </a:cubicBezTo>
                  <a:cubicBezTo>
                    <a:pt x="1053" y="5881"/>
                    <a:pt x="1107" y="5891"/>
                    <a:pt x="1166" y="5891"/>
                  </a:cubicBezTo>
                  <a:cubicBezTo>
                    <a:pt x="1534" y="5891"/>
                    <a:pt x="2101" y="5484"/>
                    <a:pt x="4250" y="2928"/>
                  </a:cubicBezTo>
                  <a:cubicBezTo>
                    <a:pt x="5612" y="1310"/>
                    <a:pt x="6878" y="942"/>
                    <a:pt x="7747" y="942"/>
                  </a:cubicBezTo>
                  <a:cubicBezTo>
                    <a:pt x="8471" y="942"/>
                    <a:pt x="8919" y="1197"/>
                    <a:pt x="8919" y="1197"/>
                  </a:cubicBezTo>
                  <a:cubicBezTo>
                    <a:pt x="8250" y="326"/>
                    <a:pt x="7426" y="0"/>
                    <a:pt x="65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7"/>
            <p:cNvSpPr/>
            <p:nvPr/>
          </p:nvSpPr>
          <p:spPr>
            <a:xfrm>
              <a:off x="5394192" y="2258327"/>
              <a:ext cx="99878" cy="209810"/>
            </a:xfrm>
            <a:custGeom>
              <a:avLst/>
              <a:gdLst/>
              <a:ahLst/>
              <a:cxnLst/>
              <a:rect l="l" t="t" r="r" b="b"/>
              <a:pathLst>
                <a:path w="3129" h="6573" extrusionOk="0">
                  <a:moveTo>
                    <a:pt x="921" y="0"/>
                  </a:moveTo>
                  <a:lnTo>
                    <a:pt x="921" y="0"/>
                  </a:lnTo>
                  <a:cubicBezTo>
                    <a:pt x="1234" y="770"/>
                    <a:pt x="1027" y="2466"/>
                    <a:pt x="514" y="4288"/>
                  </a:cubicBezTo>
                  <a:cubicBezTo>
                    <a:pt x="0" y="6110"/>
                    <a:pt x="2609" y="6573"/>
                    <a:pt x="2609" y="6573"/>
                  </a:cubicBezTo>
                  <a:cubicBezTo>
                    <a:pt x="2609" y="6573"/>
                    <a:pt x="2067" y="6345"/>
                    <a:pt x="2598" y="4785"/>
                  </a:cubicBezTo>
                  <a:cubicBezTo>
                    <a:pt x="3129" y="3225"/>
                    <a:pt x="2651" y="729"/>
                    <a:pt x="2651" y="729"/>
                  </a:cubicBezTo>
                  <a:lnTo>
                    <a:pt x="9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7"/>
            <p:cNvSpPr/>
            <p:nvPr/>
          </p:nvSpPr>
          <p:spPr>
            <a:xfrm>
              <a:off x="5536301" y="1029680"/>
              <a:ext cx="261010" cy="305538"/>
            </a:xfrm>
            <a:custGeom>
              <a:avLst/>
              <a:gdLst/>
              <a:ahLst/>
              <a:cxnLst/>
              <a:rect l="l" t="t" r="r" b="b"/>
              <a:pathLst>
                <a:path w="8177" h="9572" extrusionOk="0">
                  <a:moveTo>
                    <a:pt x="5390" y="0"/>
                  </a:moveTo>
                  <a:lnTo>
                    <a:pt x="5390" y="0"/>
                  </a:lnTo>
                  <a:cubicBezTo>
                    <a:pt x="5396" y="11"/>
                    <a:pt x="5402" y="21"/>
                    <a:pt x="5408" y="31"/>
                  </a:cubicBezTo>
                  <a:lnTo>
                    <a:pt x="5408" y="31"/>
                  </a:lnTo>
                  <a:cubicBezTo>
                    <a:pt x="5397" y="11"/>
                    <a:pt x="5390" y="0"/>
                    <a:pt x="5390" y="0"/>
                  </a:cubicBezTo>
                  <a:close/>
                  <a:moveTo>
                    <a:pt x="5408" y="31"/>
                  </a:moveTo>
                  <a:lnTo>
                    <a:pt x="5408" y="31"/>
                  </a:lnTo>
                  <a:cubicBezTo>
                    <a:pt x="5536" y="262"/>
                    <a:pt x="6205" y="1775"/>
                    <a:pt x="3602" y="4450"/>
                  </a:cubicBezTo>
                  <a:cubicBezTo>
                    <a:pt x="767" y="7363"/>
                    <a:pt x="0" y="8523"/>
                    <a:pt x="1647" y="9571"/>
                  </a:cubicBezTo>
                  <a:cubicBezTo>
                    <a:pt x="3291" y="8074"/>
                    <a:pt x="8177" y="4695"/>
                    <a:pt x="5408" y="3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7"/>
            <p:cNvSpPr/>
            <p:nvPr/>
          </p:nvSpPr>
          <p:spPr>
            <a:xfrm>
              <a:off x="5514245" y="1461562"/>
              <a:ext cx="222961" cy="123435"/>
            </a:xfrm>
            <a:custGeom>
              <a:avLst/>
              <a:gdLst/>
              <a:ahLst/>
              <a:cxnLst/>
              <a:rect l="l" t="t" r="r" b="b"/>
              <a:pathLst>
                <a:path w="6985" h="3867" extrusionOk="0">
                  <a:moveTo>
                    <a:pt x="5251" y="1"/>
                  </a:moveTo>
                  <a:cubicBezTo>
                    <a:pt x="5192" y="1"/>
                    <a:pt x="5158" y="5"/>
                    <a:pt x="5158" y="5"/>
                  </a:cubicBezTo>
                  <a:cubicBezTo>
                    <a:pt x="5158" y="5"/>
                    <a:pt x="3116" y="732"/>
                    <a:pt x="2396" y="909"/>
                  </a:cubicBezTo>
                  <a:cubicBezTo>
                    <a:pt x="1676" y="1088"/>
                    <a:pt x="1" y="1585"/>
                    <a:pt x="2771" y="3867"/>
                  </a:cubicBezTo>
                  <a:cubicBezTo>
                    <a:pt x="2771" y="3867"/>
                    <a:pt x="1965" y="2951"/>
                    <a:pt x="3259" y="2874"/>
                  </a:cubicBezTo>
                  <a:cubicBezTo>
                    <a:pt x="4551" y="2799"/>
                    <a:pt x="6908" y="2273"/>
                    <a:pt x="6984" y="1337"/>
                  </a:cubicBezTo>
                  <a:cubicBezTo>
                    <a:pt x="6403" y="107"/>
                    <a:pt x="5534" y="1"/>
                    <a:pt x="52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7"/>
            <p:cNvSpPr/>
            <p:nvPr/>
          </p:nvSpPr>
          <p:spPr>
            <a:xfrm>
              <a:off x="5549293" y="1726629"/>
              <a:ext cx="203362" cy="135724"/>
            </a:xfrm>
            <a:custGeom>
              <a:avLst/>
              <a:gdLst/>
              <a:ahLst/>
              <a:cxnLst/>
              <a:rect l="l" t="t" r="r" b="b"/>
              <a:pathLst>
                <a:path w="6371" h="4252" extrusionOk="0">
                  <a:moveTo>
                    <a:pt x="5102" y="0"/>
                  </a:moveTo>
                  <a:cubicBezTo>
                    <a:pt x="5102" y="0"/>
                    <a:pt x="3868" y="105"/>
                    <a:pt x="2496" y="610"/>
                  </a:cubicBezTo>
                  <a:cubicBezTo>
                    <a:pt x="1123" y="1115"/>
                    <a:pt x="0" y="2108"/>
                    <a:pt x="0" y="2108"/>
                  </a:cubicBezTo>
                  <a:lnTo>
                    <a:pt x="778" y="4252"/>
                  </a:lnTo>
                  <a:cubicBezTo>
                    <a:pt x="778" y="4252"/>
                    <a:pt x="2297" y="3212"/>
                    <a:pt x="3872" y="2903"/>
                  </a:cubicBezTo>
                  <a:cubicBezTo>
                    <a:pt x="5449" y="2592"/>
                    <a:pt x="5950" y="2359"/>
                    <a:pt x="6161" y="1974"/>
                  </a:cubicBezTo>
                  <a:cubicBezTo>
                    <a:pt x="6370" y="1588"/>
                    <a:pt x="5974" y="177"/>
                    <a:pt x="5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7"/>
            <p:cNvSpPr/>
            <p:nvPr/>
          </p:nvSpPr>
          <p:spPr>
            <a:xfrm>
              <a:off x="5539877" y="1510018"/>
              <a:ext cx="227526" cy="279619"/>
            </a:xfrm>
            <a:custGeom>
              <a:avLst/>
              <a:gdLst/>
              <a:ahLst/>
              <a:cxnLst/>
              <a:rect l="l" t="t" r="r" b="b"/>
              <a:pathLst>
                <a:path w="7128" h="8760" extrusionOk="0">
                  <a:moveTo>
                    <a:pt x="506" y="0"/>
                  </a:moveTo>
                  <a:cubicBezTo>
                    <a:pt x="506" y="0"/>
                    <a:pt x="1" y="663"/>
                    <a:pt x="199" y="2583"/>
                  </a:cubicBezTo>
                  <a:cubicBezTo>
                    <a:pt x="397" y="4504"/>
                    <a:pt x="2503" y="5465"/>
                    <a:pt x="4525" y="6607"/>
                  </a:cubicBezTo>
                  <a:cubicBezTo>
                    <a:pt x="6550" y="7749"/>
                    <a:pt x="6456" y="8760"/>
                    <a:pt x="6456" y="8760"/>
                  </a:cubicBezTo>
                  <a:cubicBezTo>
                    <a:pt x="6456" y="8760"/>
                    <a:pt x="6848" y="8461"/>
                    <a:pt x="6829" y="6944"/>
                  </a:cubicBezTo>
                  <a:cubicBezTo>
                    <a:pt x="7128" y="4789"/>
                    <a:pt x="3618" y="3398"/>
                    <a:pt x="2512" y="2724"/>
                  </a:cubicBezTo>
                  <a:cubicBezTo>
                    <a:pt x="1408" y="2049"/>
                    <a:pt x="506" y="0"/>
                    <a:pt x="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5540579" y="1290278"/>
              <a:ext cx="212396" cy="213992"/>
            </a:xfrm>
            <a:custGeom>
              <a:avLst/>
              <a:gdLst/>
              <a:ahLst/>
              <a:cxnLst/>
              <a:rect l="l" t="t" r="r" b="b"/>
              <a:pathLst>
                <a:path w="6654" h="6704" extrusionOk="0">
                  <a:moveTo>
                    <a:pt x="672" y="1"/>
                  </a:moveTo>
                  <a:lnTo>
                    <a:pt x="672" y="1"/>
                  </a:lnTo>
                  <a:cubicBezTo>
                    <a:pt x="0" y="3336"/>
                    <a:pt x="1513" y="4587"/>
                    <a:pt x="3395" y="5052"/>
                  </a:cubicBezTo>
                  <a:cubicBezTo>
                    <a:pt x="5275" y="5514"/>
                    <a:pt x="6159" y="6703"/>
                    <a:pt x="6159" y="6703"/>
                  </a:cubicBezTo>
                  <a:cubicBezTo>
                    <a:pt x="6654" y="3922"/>
                    <a:pt x="4687" y="2874"/>
                    <a:pt x="3713" y="2631"/>
                  </a:cubicBezTo>
                  <a:cubicBezTo>
                    <a:pt x="2741" y="2388"/>
                    <a:pt x="1513" y="1405"/>
                    <a:pt x="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5550155" y="824432"/>
              <a:ext cx="188966" cy="283290"/>
            </a:xfrm>
            <a:custGeom>
              <a:avLst/>
              <a:gdLst/>
              <a:ahLst/>
              <a:cxnLst/>
              <a:rect l="l" t="t" r="r" b="b"/>
              <a:pathLst>
                <a:path w="5920" h="8875" extrusionOk="0">
                  <a:moveTo>
                    <a:pt x="73" y="1"/>
                  </a:moveTo>
                  <a:lnTo>
                    <a:pt x="1" y="2848"/>
                  </a:lnTo>
                  <a:cubicBezTo>
                    <a:pt x="1" y="2848"/>
                    <a:pt x="4645" y="4642"/>
                    <a:pt x="5657" y="8875"/>
                  </a:cubicBezTo>
                  <a:cubicBezTo>
                    <a:pt x="5919" y="5277"/>
                    <a:pt x="3406" y="674"/>
                    <a:pt x="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7"/>
            <p:cNvSpPr/>
            <p:nvPr/>
          </p:nvSpPr>
          <p:spPr>
            <a:xfrm>
              <a:off x="2228369" y="4465940"/>
              <a:ext cx="4201119" cy="170325"/>
            </a:xfrm>
            <a:custGeom>
              <a:avLst/>
              <a:gdLst/>
              <a:ahLst/>
              <a:cxnLst/>
              <a:rect l="l" t="t" r="r" b="b"/>
              <a:pathLst>
                <a:path w="131614" h="5336" extrusionOk="0">
                  <a:moveTo>
                    <a:pt x="65807" y="1"/>
                  </a:moveTo>
                  <a:cubicBezTo>
                    <a:pt x="48355" y="1"/>
                    <a:pt x="31617" y="282"/>
                    <a:pt x="19275" y="781"/>
                  </a:cubicBezTo>
                  <a:cubicBezTo>
                    <a:pt x="6935" y="1282"/>
                    <a:pt x="1" y="1959"/>
                    <a:pt x="1" y="2667"/>
                  </a:cubicBezTo>
                  <a:cubicBezTo>
                    <a:pt x="1" y="3374"/>
                    <a:pt x="6935" y="4054"/>
                    <a:pt x="19275" y="4553"/>
                  </a:cubicBezTo>
                  <a:cubicBezTo>
                    <a:pt x="31617" y="5054"/>
                    <a:pt x="48355" y="5335"/>
                    <a:pt x="65807" y="5335"/>
                  </a:cubicBezTo>
                  <a:cubicBezTo>
                    <a:pt x="83259" y="5335"/>
                    <a:pt x="99997" y="5054"/>
                    <a:pt x="112339" y="4553"/>
                  </a:cubicBezTo>
                  <a:cubicBezTo>
                    <a:pt x="124679" y="4054"/>
                    <a:pt x="131613" y="3374"/>
                    <a:pt x="131613" y="2667"/>
                  </a:cubicBezTo>
                  <a:cubicBezTo>
                    <a:pt x="131613" y="1959"/>
                    <a:pt x="124679" y="1282"/>
                    <a:pt x="112339" y="781"/>
                  </a:cubicBezTo>
                  <a:cubicBezTo>
                    <a:pt x="99997" y="282"/>
                    <a:pt x="83259" y="1"/>
                    <a:pt x="65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4970418" y="3023905"/>
              <a:ext cx="1296112" cy="1538448"/>
            </a:xfrm>
            <a:custGeom>
              <a:avLst/>
              <a:gdLst/>
              <a:ahLst/>
              <a:cxnLst/>
              <a:rect l="l" t="t" r="r" b="b"/>
              <a:pathLst>
                <a:path w="40605" h="48197" extrusionOk="0">
                  <a:moveTo>
                    <a:pt x="11249" y="0"/>
                  </a:moveTo>
                  <a:lnTo>
                    <a:pt x="1" y="6564"/>
                  </a:lnTo>
                  <a:lnTo>
                    <a:pt x="10427" y="13275"/>
                  </a:lnTo>
                  <a:cubicBezTo>
                    <a:pt x="10427" y="13275"/>
                    <a:pt x="15090" y="20027"/>
                    <a:pt x="19480" y="23456"/>
                  </a:cubicBezTo>
                  <a:cubicBezTo>
                    <a:pt x="23868" y="26885"/>
                    <a:pt x="29081" y="31697"/>
                    <a:pt x="30453" y="34022"/>
                  </a:cubicBezTo>
                  <a:cubicBezTo>
                    <a:pt x="31824" y="36349"/>
                    <a:pt x="31687" y="42796"/>
                    <a:pt x="31687" y="42796"/>
                  </a:cubicBezTo>
                  <a:cubicBezTo>
                    <a:pt x="31687" y="42796"/>
                    <a:pt x="28120" y="45778"/>
                    <a:pt x="28533" y="48197"/>
                  </a:cubicBezTo>
                  <a:lnTo>
                    <a:pt x="37723" y="48197"/>
                  </a:lnTo>
                  <a:lnTo>
                    <a:pt x="38820" y="42385"/>
                  </a:lnTo>
                  <a:lnTo>
                    <a:pt x="38820" y="48197"/>
                  </a:lnTo>
                  <a:lnTo>
                    <a:pt x="40604" y="48197"/>
                  </a:lnTo>
                  <a:cubicBezTo>
                    <a:pt x="40604" y="48197"/>
                    <a:pt x="39781" y="37172"/>
                    <a:pt x="35939" y="32646"/>
                  </a:cubicBezTo>
                  <a:cubicBezTo>
                    <a:pt x="31551" y="25924"/>
                    <a:pt x="27161" y="17282"/>
                    <a:pt x="25104" y="14264"/>
                  </a:cubicBezTo>
                  <a:cubicBezTo>
                    <a:pt x="23045" y="11247"/>
                    <a:pt x="16324" y="7545"/>
                    <a:pt x="16324" y="7545"/>
                  </a:cubicBezTo>
                  <a:lnTo>
                    <a:pt x="11249" y="0"/>
                  </a:ln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5147768" y="3281247"/>
              <a:ext cx="351407" cy="343076"/>
            </a:xfrm>
            <a:custGeom>
              <a:avLst/>
              <a:gdLst/>
              <a:ahLst/>
              <a:cxnLst/>
              <a:rect l="l" t="t" r="r" b="b"/>
              <a:pathLst>
                <a:path w="11009" h="10748" extrusionOk="0">
                  <a:moveTo>
                    <a:pt x="4681" y="1"/>
                  </a:moveTo>
                  <a:cubicBezTo>
                    <a:pt x="2825" y="1"/>
                    <a:pt x="1158" y="806"/>
                    <a:pt x="1" y="2081"/>
                  </a:cubicBezTo>
                  <a:lnTo>
                    <a:pt x="4871" y="5213"/>
                  </a:lnTo>
                  <a:cubicBezTo>
                    <a:pt x="4871" y="5213"/>
                    <a:pt x="6727" y="7903"/>
                    <a:pt x="9201" y="10748"/>
                  </a:cubicBezTo>
                  <a:cubicBezTo>
                    <a:pt x="10358" y="9567"/>
                    <a:pt x="11008" y="7980"/>
                    <a:pt x="11006" y="6328"/>
                  </a:cubicBezTo>
                  <a:cubicBezTo>
                    <a:pt x="11006" y="2833"/>
                    <a:pt x="8174" y="1"/>
                    <a:pt x="4681" y="1"/>
                  </a:cubicBezTo>
                  <a:close/>
                </a:path>
              </a:pathLst>
            </a:custGeom>
            <a:solidFill>
              <a:srgbClr val="3D1107">
                <a:alpha val="51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7"/>
            <p:cNvSpPr/>
            <p:nvPr/>
          </p:nvSpPr>
          <p:spPr>
            <a:xfrm>
              <a:off x="4973004" y="3038652"/>
              <a:ext cx="476629" cy="354791"/>
            </a:xfrm>
            <a:custGeom>
              <a:avLst/>
              <a:gdLst/>
              <a:ahLst/>
              <a:cxnLst/>
              <a:rect l="l" t="t" r="r" b="b"/>
              <a:pathLst>
                <a:path w="14932" h="11115" extrusionOk="0">
                  <a:moveTo>
                    <a:pt x="11479" y="1"/>
                  </a:moveTo>
                  <a:lnTo>
                    <a:pt x="8575" y="1049"/>
                  </a:lnTo>
                  <a:lnTo>
                    <a:pt x="16" y="6047"/>
                  </a:lnTo>
                  <a:cubicBezTo>
                    <a:pt x="12" y="6083"/>
                    <a:pt x="5" y="6119"/>
                    <a:pt x="1" y="6153"/>
                  </a:cubicBezTo>
                  <a:lnTo>
                    <a:pt x="7707" y="11115"/>
                  </a:lnTo>
                  <a:cubicBezTo>
                    <a:pt x="11970" y="10194"/>
                    <a:pt x="14077" y="6931"/>
                    <a:pt x="14932" y="5133"/>
                  </a:cubicBezTo>
                  <a:lnTo>
                    <a:pt x="11479" y="1"/>
                  </a:lnTo>
                  <a:close/>
                </a:path>
              </a:pathLst>
            </a:custGeom>
            <a:solidFill>
              <a:srgbClr val="3D1107">
                <a:alpha val="51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7"/>
            <p:cNvSpPr/>
            <p:nvPr/>
          </p:nvSpPr>
          <p:spPr>
            <a:xfrm>
              <a:off x="4848674" y="1501016"/>
              <a:ext cx="118742" cy="172847"/>
            </a:xfrm>
            <a:custGeom>
              <a:avLst/>
              <a:gdLst/>
              <a:ahLst/>
              <a:cxnLst/>
              <a:rect l="l" t="t" r="r" b="b"/>
              <a:pathLst>
                <a:path w="3720" h="5415" extrusionOk="0">
                  <a:moveTo>
                    <a:pt x="1689" y="1"/>
                  </a:moveTo>
                  <a:cubicBezTo>
                    <a:pt x="525" y="1"/>
                    <a:pt x="0" y="4200"/>
                    <a:pt x="0" y="4200"/>
                  </a:cubicBezTo>
                  <a:lnTo>
                    <a:pt x="2683" y="5414"/>
                  </a:lnTo>
                  <a:cubicBezTo>
                    <a:pt x="2683" y="5414"/>
                    <a:pt x="3719" y="1730"/>
                    <a:pt x="2199" y="255"/>
                  </a:cubicBezTo>
                  <a:cubicBezTo>
                    <a:pt x="2017" y="79"/>
                    <a:pt x="1847" y="1"/>
                    <a:pt x="1689" y="1"/>
                  </a:cubicBezTo>
                  <a:close/>
                </a:path>
              </a:pathLst>
            </a:custGeom>
            <a:solidFill>
              <a:srgbClr val="BF3D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7"/>
            <p:cNvSpPr/>
            <p:nvPr/>
          </p:nvSpPr>
          <p:spPr>
            <a:xfrm>
              <a:off x="3548848" y="315749"/>
              <a:ext cx="261521" cy="179614"/>
            </a:xfrm>
            <a:custGeom>
              <a:avLst/>
              <a:gdLst/>
              <a:ahLst/>
              <a:cxnLst/>
              <a:rect l="l" t="t" r="r" b="b"/>
              <a:pathLst>
                <a:path w="8193" h="5627" extrusionOk="0">
                  <a:moveTo>
                    <a:pt x="4438" y="1"/>
                  </a:moveTo>
                  <a:cubicBezTo>
                    <a:pt x="2563" y="1"/>
                    <a:pt x="1" y="782"/>
                    <a:pt x="1" y="782"/>
                  </a:cubicBezTo>
                  <a:lnTo>
                    <a:pt x="1" y="2619"/>
                  </a:lnTo>
                  <a:lnTo>
                    <a:pt x="3325" y="1905"/>
                  </a:lnTo>
                  <a:cubicBezTo>
                    <a:pt x="3325" y="1905"/>
                    <a:pt x="5073" y="3401"/>
                    <a:pt x="4939" y="4793"/>
                  </a:cubicBezTo>
                  <a:cubicBezTo>
                    <a:pt x="4874" y="5453"/>
                    <a:pt x="5231" y="5626"/>
                    <a:pt x="5624" y="5626"/>
                  </a:cubicBezTo>
                  <a:cubicBezTo>
                    <a:pt x="6058" y="5626"/>
                    <a:pt x="6535" y="5415"/>
                    <a:pt x="6535" y="5415"/>
                  </a:cubicBezTo>
                  <a:cubicBezTo>
                    <a:pt x="6535" y="5415"/>
                    <a:pt x="8193" y="4205"/>
                    <a:pt x="7871" y="3188"/>
                  </a:cubicBezTo>
                  <a:cubicBezTo>
                    <a:pt x="7552" y="2171"/>
                    <a:pt x="7283" y="675"/>
                    <a:pt x="5572" y="140"/>
                  </a:cubicBezTo>
                  <a:cubicBezTo>
                    <a:pt x="5255" y="41"/>
                    <a:pt x="4864" y="1"/>
                    <a:pt x="4438" y="1"/>
                  </a:cubicBezTo>
                  <a:close/>
                </a:path>
              </a:pathLst>
            </a:custGeom>
            <a:solidFill>
              <a:srgbClr val="BF3D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7"/>
            <p:cNvSpPr/>
            <p:nvPr/>
          </p:nvSpPr>
          <p:spPr>
            <a:xfrm>
              <a:off x="3575310" y="488597"/>
              <a:ext cx="182136" cy="200426"/>
            </a:xfrm>
            <a:custGeom>
              <a:avLst/>
              <a:gdLst/>
              <a:ahLst/>
              <a:cxnLst/>
              <a:rect l="l" t="t" r="r" b="b"/>
              <a:pathLst>
                <a:path w="5706" h="6279" extrusionOk="0">
                  <a:moveTo>
                    <a:pt x="278" y="0"/>
                  </a:moveTo>
                  <a:lnTo>
                    <a:pt x="1" y="1498"/>
                  </a:lnTo>
                  <a:lnTo>
                    <a:pt x="1844" y="6278"/>
                  </a:lnTo>
                  <a:lnTo>
                    <a:pt x="5706" y="4710"/>
                  </a:lnTo>
                  <a:lnTo>
                    <a:pt x="5359" y="1000"/>
                  </a:lnTo>
                  <a:lnTo>
                    <a:pt x="278" y="0"/>
                  </a:lnTo>
                  <a:close/>
                </a:path>
              </a:pathLst>
            </a:custGeom>
            <a:solidFill>
              <a:srgbClr val="5D21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7"/>
            <p:cNvSpPr/>
            <p:nvPr/>
          </p:nvSpPr>
          <p:spPr>
            <a:xfrm>
              <a:off x="3648120" y="638911"/>
              <a:ext cx="1009598" cy="947864"/>
            </a:xfrm>
            <a:custGeom>
              <a:avLst/>
              <a:gdLst/>
              <a:ahLst/>
              <a:cxnLst/>
              <a:rect l="l" t="t" r="r" b="b"/>
              <a:pathLst>
                <a:path w="31629" h="29695" extrusionOk="0">
                  <a:moveTo>
                    <a:pt x="3425" y="1"/>
                  </a:moveTo>
                  <a:lnTo>
                    <a:pt x="0" y="1186"/>
                  </a:lnTo>
                  <a:lnTo>
                    <a:pt x="4635" y="21443"/>
                  </a:lnTo>
                  <a:lnTo>
                    <a:pt x="25721" y="29694"/>
                  </a:lnTo>
                  <a:lnTo>
                    <a:pt x="31629" y="20603"/>
                  </a:lnTo>
                  <a:lnTo>
                    <a:pt x="31629" y="20603"/>
                  </a:lnTo>
                  <a:cubicBezTo>
                    <a:pt x="31629" y="20603"/>
                    <a:pt x="27185" y="21021"/>
                    <a:pt x="24466" y="21941"/>
                  </a:cubicBezTo>
                  <a:cubicBezTo>
                    <a:pt x="11641" y="18681"/>
                    <a:pt x="9546" y="17216"/>
                    <a:pt x="9546" y="17216"/>
                  </a:cubicBezTo>
                  <a:lnTo>
                    <a:pt x="3425" y="1"/>
                  </a:lnTo>
                  <a:close/>
                </a:path>
              </a:pathLst>
            </a:custGeom>
            <a:solidFill>
              <a:srgbClr val="5D21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7"/>
            <p:cNvSpPr/>
            <p:nvPr/>
          </p:nvSpPr>
          <p:spPr>
            <a:xfrm>
              <a:off x="3805647" y="1188452"/>
              <a:ext cx="852072" cy="398330"/>
            </a:xfrm>
            <a:custGeom>
              <a:avLst/>
              <a:gdLst/>
              <a:ahLst/>
              <a:cxnLst/>
              <a:rect l="l" t="t" r="r" b="b"/>
              <a:pathLst>
                <a:path w="26694" h="12479" extrusionOk="0">
                  <a:moveTo>
                    <a:pt x="4611" y="0"/>
                  </a:moveTo>
                  <a:cubicBezTo>
                    <a:pt x="4611" y="0"/>
                    <a:pt x="4135" y="3155"/>
                    <a:pt x="1" y="4344"/>
                  </a:cubicBezTo>
                  <a:lnTo>
                    <a:pt x="20786" y="12478"/>
                  </a:lnTo>
                  <a:lnTo>
                    <a:pt x="26694" y="3387"/>
                  </a:lnTo>
                  <a:lnTo>
                    <a:pt x="26694" y="3387"/>
                  </a:lnTo>
                  <a:cubicBezTo>
                    <a:pt x="26694" y="3387"/>
                    <a:pt x="25309" y="3517"/>
                    <a:pt x="23610" y="3794"/>
                  </a:cubicBezTo>
                  <a:cubicBezTo>
                    <a:pt x="22414" y="3987"/>
                    <a:pt x="21207" y="4085"/>
                    <a:pt x="20001" y="4085"/>
                  </a:cubicBezTo>
                  <a:cubicBezTo>
                    <a:pt x="18007" y="4085"/>
                    <a:pt x="16018" y="3818"/>
                    <a:pt x="14088" y="3276"/>
                  </a:cubicBezTo>
                  <a:cubicBezTo>
                    <a:pt x="6081" y="1028"/>
                    <a:pt x="4611" y="0"/>
                    <a:pt x="46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7"/>
            <p:cNvSpPr/>
            <p:nvPr/>
          </p:nvSpPr>
          <p:spPr>
            <a:xfrm>
              <a:off x="3732996" y="1262730"/>
              <a:ext cx="1727862" cy="2166187"/>
            </a:xfrm>
            <a:custGeom>
              <a:avLst/>
              <a:gdLst/>
              <a:ahLst/>
              <a:cxnLst/>
              <a:rect l="l" t="t" r="r" b="b"/>
              <a:pathLst>
                <a:path w="54131" h="67863" extrusionOk="0">
                  <a:moveTo>
                    <a:pt x="31191" y="1"/>
                  </a:moveTo>
                  <a:cubicBezTo>
                    <a:pt x="27634" y="1384"/>
                    <a:pt x="24644" y="4016"/>
                    <a:pt x="22289" y="7149"/>
                  </a:cubicBezTo>
                  <a:cubicBezTo>
                    <a:pt x="19936" y="10284"/>
                    <a:pt x="15782" y="16021"/>
                    <a:pt x="18414" y="18414"/>
                  </a:cubicBezTo>
                  <a:cubicBezTo>
                    <a:pt x="17858" y="22256"/>
                    <a:pt x="20351" y="35580"/>
                    <a:pt x="20351" y="35580"/>
                  </a:cubicBezTo>
                  <a:lnTo>
                    <a:pt x="1" y="51500"/>
                  </a:lnTo>
                  <a:cubicBezTo>
                    <a:pt x="3277" y="61618"/>
                    <a:pt x="15016" y="67862"/>
                    <a:pt x="23050" y="67862"/>
                  </a:cubicBezTo>
                  <a:cubicBezTo>
                    <a:pt x="24746" y="67862"/>
                    <a:pt x="26278" y="67584"/>
                    <a:pt x="27529" y="67004"/>
                  </a:cubicBezTo>
                  <a:cubicBezTo>
                    <a:pt x="31385" y="65220"/>
                    <a:pt x="32183" y="64753"/>
                    <a:pt x="33813" y="64753"/>
                  </a:cubicBezTo>
                  <a:cubicBezTo>
                    <a:pt x="35217" y="64753"/>
                    <a:pt x="37239" y="65099"/>
                    <a:pt x="42364" y="65246"/>
                  </a:cubicBezTo>
                  <a:cubicBezTo>
                    <a:pt x="42571" y="65252"/>
                    <a:pt x="42775" y="65255"/>
                    <a:pt x="42975" y="65255"/>
                  </a:cubicBezTo>
                  <a:cubicBezTo>
                    <a:pt x="53464" y="65255"/>
                    <a:pt x="54131" y="57229"/>
                    <a:pt x="54131" y="57229"/>
                  </a:cubicBezTo>
                  <a:cubicBezTo>
                    <a:pt x="54131" y="57229"/>
                    <a:pt x="35994" y="37241"/>
                    <a:pt x="33793" y="29210"/>
                  </a:cubicBezTo>
                  <a:cubicBezTo>
                    <a:pt x="31591" y="21180"/>
                    <a:pt x="37475" y="7720"/>
                    <a:pt x="37475" y="7720"/>
                  </a:cubicBezTo>
                  <a:lnTo>
                    <a:pt x="37475" y="1250"/>
                  </a:lnTo>
                  <a:cubicBezTo>
                    <a:pt x="37475" y="1250"/>
                    <a:pt x="33552" y="124"/>
                    <a:pt x="31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7"/>
            <p:cNvSpPr/>
            <p:nvPr/>
          </p:nvSpPr>
          <p:spPr>
            <a:xfrm>
              <a:off x="4796070" y="697484"/>
              <a:ext cx="442890" cy="641815"/>
            </a:xfrm>
            <a:custGeom>
              <a:avLst/>
              <a:gdLst/>
              <a:ahLst/>
              <a:cxnLst/>
              <a:rect l="l" t="t" r="r" b="b"/>
              <a:pathLst>
                <a:path w="13875" h="20107" extrusionOk="0">
                  <a:moveTo>
                    <a:pt x="4677" y="1"/>
                  </a:moveTo>
                  <a:cubicBezTo>
                    <a:pt x="2430" y="1"/>
                    <a:pt x="1735" y="2247"/>
                    <a:pt x="1735" y="2247"/>
                  </a:cubicBezTo>
                  <a:cubicBezTo>
                    <a:pt x="1735" y="2247"/>
                    <a:pt x="0" y="4714"/>
                    <a:pt x="2065" y="4714"/>
                  </a:cubicBezTo>
                  <a:cubicBezTo>
                    <a:pt x="2234" y="4714"/>
                    <a:pt x="2429" y="4698"/>
                    <a:pt x="2652" y="4662"/>
                  </a:cubicBezTo>
                  <a:cubicBezTo>
                    <a:pt x="2765" y="4643"/>
                    <a:pt x="2877" y="4635"/>
                    <a:pt x="2987" y="4635"/>
                  </a:cubicBezTo>
                  <a:cubicBezTo>
                    <a:pt x="5730" y="4635"/>
                    <a:pt x="7316" y="10187"/>
                    <a:pt x="6441" y="13529"/>
                  </a:cubicBezTo>
                  <a:cubicBezTo>
                    <a:pt x="5533" y="17005"/>
                    <a:pt x="7351" y="20106"/>
                    <a:pt x="7351" y="20106"/>
                  </a:cubicBezTo>
                  <a:lnTo>
                    <a:pt x="10827" y="18717"/>
                  </a:lnTo>
                  <a:cubicBezTo>
                    <a:pt x="10827" y="18717"/>
                    <a:pt x="9491" y="16739"/>
                    <a:pt x="9704" y="14812"/>
                  </a:cubicBezTo>
                  <a:lnTo>
                    <a:pt x="9704" y="14812"/>
                  </a:lnTo>
                  <a:cubicBezTo>
                    <a:pt x="10130" y="16364"/>
                    <a:pt x="11735" y="18182"/>
                    <a:pt x="11735" y="18182"/>
                  </a:cubicBezTo>
                  <a:lnTo>
                    <a:pt x="13875" y="16524"/>
                  </a:lnTo>
                  <a:cubicBezTo>
                    <a:pt x="13875" y="16524"/>
                    <a:pt x="10130" y="12781"/>
                    <a:pt x="10505" y="8274"/>
                  </a:cubicBezTo>
                  <a:cubicBezTo>
                    <a:pt x="10878" y="3769"/>
                    <a:pt x="6923" y="1"/>
                    <a:pt x="4677" y="1"/>
                  </a:cubicBezTo>
                  <a:close/>
                </a:path>
              </a:pathLst>
            </a:custGeom>
            <a:solidFill>
              <a:srgbClr val="3D11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7"/>
            <p:cNvSpPr/>
            <p:nvPr/>
          </p:nvSpPr>
          <p:spPr>
            <a:xfrm>
              <a:off x="2680807" y="3927252"/>
              <a:ext cx="851211" cy="615801"/>
            </a:xfrm>
            <a:custGeom>
              <a:avLst/>
              <a:gdLst/>
              <a:ahLst/>
              <a:cxnLst/>
              <a:rect l="l" t="t" r="r" b="b"/>
              <a:pathLst>
                <a:path w="26667" h="19292" extrusionOk="0">
                  <a:moveTo>
                    <a:pt x="16402" y="0"/>
                  </a:moveTo>
                  <a:lnTo>
                    <a:pt x="16402" y="0"/>
                  </a:lnTo>
                  <a:cubicBezTo>
                    <a:pt x="11622" y="862"/>
                    <a:pt x="7073" y="976"/>
                    <a:pt x="5010" y="976"/>
                  </a:cubicBezTo>
                  <a:cubicBezTo>
                    <a:pt x="4274" y="976"/>
                    <a:pt x="3854" y="961"/>
                    <a:pt x="3854" y="961"/>
                  </a:cubicBezTo>
                  <a:lnTo>
                    <a:pt x="1" y="18330"/>
                  </a:lnTo>
                  <a:lnTo>
                    <a:pt x="5781" y="18554"/>
                  </a:lnTo>
                  <a:lnTo>
                    <a:pt x="7435" y="14697"/>
                  </a:lnTo>
                  <a:cubicBezTo>
                    <a:pt x="7435" y="14697"/>
                    <a:pt x="10994" y="18705"/>
                    <a:pt x="14708" y="18854"/>
                  </a:cubicBezTo>
                  <a:lnTo>
                    <a:pt x="25569" y="19291"/>
                  </a:lnTo>
                  <a:cubicBezTo>
                    <a:pt x="25569" y="19291"/>
                    <a:pt x="26666" y="13324"/>
                    <a:pt x="19665" y="13043"/>
                  </a:cubicBezTo>
                  <a:cubicBezTo>
                    <a:pt x="12664" y="12761"/>
                    <a:pt x="15900" y="5417"/>
                    <a:pt x="16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7"/>
            <p:cNvSpPr/>
            <p:nvPr/>
          </p:nvSpPr>
          <p:spPr>
            <a:xfrm>
              <a:off x="3805647" y="1188516"/>
              <a:ext cx="211278" cy="199149"/>
            </a:xfrm>
            <a:custGeom>
              <a:avLst/>
              <a:gdLst/>
              <a:ahLst/>
              <a:cxnLst/>
              <a:rect l="l" t="t" r="r" b="b"/>
              <a:pathLst>
                <a:path w="6619" h="6239" extrusionOk="0">
                  <a:moveTo>
                    <a:pt x="4611" y="1"/>
                  </a:moveTo>
                  <a:cubicBezTo>
                    <a:pt x="4611" y="1"/>
                    <a:pt x="4135" y="3153"/>
                    <a:pt x="1" y="4342"/>
                  </a:cubicBezTo>
                  <a:lnTo>
                    <a:pt x="4847" y="6238"/>
                  </a:lnTo>
                  <a:cubicBezTo>
                    <a:pt x="6019" y="4813"/>
                    <a:pt x="6465" y="2170"/>
                    <a:pt x="6618" y="898"/>
                  </a:cubicBezTo>
                  <a:cubicBezTo>
                    <a:pt x="5026" y="290"/>
                    <a:pt x="4611" y="1"/>
                    <a:pt x="46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7"/>
            <p:cNvSpPr/>
            <p:nvPr/>
          </p:nvSpPr>
          <p:spPr>
            <a:xfrm>
              <a:off x="3732932" y="1560164"/>
              <a:ext cx="1109763" cy="1856212"/>
            </a:xfrm>
            <a:custGeom>
              <a:avLst/>
              <a:gdLst/>
              <a:ahLst/>
              <a:cxnLst/>
              <a:rect l="l" t="t" r="r" b="b"/>
              <a:pathLst>
                <a:path w="34767" h="58152" extrusionOk="0">
                  <a:moveTo>
                    <a:pt x="33158" y="0"/>
                  </a:moveTo>
                  <a:lnTo>
                    <a:pt x="19309" y="2189"/>
                  </a:lnTo>
                  <a:cubicBezTo>
                    <a:pt x="17764" y="4831"/>
                    <a:pt x="16777" y="7608"/>
                    <a:pt x="18414" y="9094"/>
                  </a:cubicBezTo>
                  <a:cubicBezTo>
                    <a:pt x="17858" y="12936"/>
                    <a:pt x="20351" y="26260"/>
                    <a:pt x="20351" y="26260"/>
                  </a:cubicBezTo>
                  <a:lnTo>
                    <a:pt x="1" y="42182"/>
                  </a:lnTo>
                  <a:cubicBezTo>
                    <a:pt x="2803" y="50833"/>
                    <a:pt x="11788" y="56646"/>
                    <a:pt x="19358" y="58151"/>
                  </a:cubicBezTo>
                  <a:cubicBezTo>
                    <a:pt x="21579" y="57030"/>
                    <a:pt x="24433" y="55773"/>
                    <a:pt x="27572" y="54839"/>
                  </a:cubicBezTo>
                  <a:cubicBezTo>
                    <a:pt x="34767" y="52700"/>
                    <a:pt x="30097" y="26580"/>
                    <a:pt x="30097" y="26580"/>
                  </a:cubicBezTo>
                  <a:cubicBezTo>
                    <a:pt x="30097" y="26580"/>
                    <a:pt x="28028" y="10982"/>
                    <a:pt x="29228" y="5814"/>
                  </a:cubicBezTo>
                  <a:cubicBezTo>
                    <a:pt x="32279" y="4069"/>
                    <a:pt x="33158" y="0"/>
                    <a:pt x="331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7"/>
            <p:cNvSpPr/>
            <p:nvPr/>
          </p:nvSpPr>
          <p:spPr>
            <a:xfrm>
              <a:off x="4353144" y="2152192"/>
              <a:ext cx="482215" cy="193850"/>
            </a:xfrm>
            <a:custGeom>
              <a:avLst/>
              <a:gdLst/>
              <a:ahLst/>
              <a:cxnLst/>
              <a:rect l="l" t="t" r="r" b="b"/>
              <a:pathLst>
                <a:path w="15107" h="6073" extrusionOk="0">
                  <a:moveTo>
                    <a:pt x="14077" y="1"/>
                  </a:moveTo>
                  <a:cubicBezTo>
                    <a:pt x="12016" y="1061"/>
                    <a:pt x="8220" y="2296"/>
                    <a:pt x="1728" y="2296"/>
                  </a:cubicBezTo>
                  <a:cubicBezTo>
                    <a:pt x="1172" y="2296"/>
                    <a:pt x="596" y="2287"/>
                    <a:pt x="1" y="2268"/>
                  </a:cubicBezTo>
                  <a:lnTo>
                    <a:pt x="1" y="2268"/>
                  </a:lnTo>
                  <a:cubicBezTo>
                    <a:pt x="233" y="3762"/>
                    <a:pt x="457" y="5098"/>
                    <a:pt x="627" y="6072"/>
                  </a:cubicBezTo>
                  <a:cubicBezTo>
                    <a:pt x="3579" y="6032"/>
                    <a:pt x="10360" y="5670"/>
                    <a:pt x="15106" y="3319"/>
                  </a:cubicBezTo>
                  <a:cubicBezTo>
                    <a:pt x="14780" y="2605"/>
                    <a:pt x="14529" y="1942"/>
                    <a:pt x="14365" y="1345"/>
                  </a:cubicBezTo>
                  <a:cubicBezTo>
                    <a:pt x="14245" y="902"/>
                    <a:pt x="14150" y="452"/>
                    <a:pt x="140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7"/>
            <p:cNvSpPr/>
            <p:nvPr/>
          </p:nvSpPr>
          <p:spPr>
            <a:xfrm>
              <a:off x="4581310" y="1467212"/>
              <a:ext cx="346619" cy="335766"/>
            </a:xfrm>
            <a:custGeom>
              <a:avLst/>
              <a:gdLst/>
              <a:ahLst/>
              <a:cxnLst/>
              <a:rect l="l" t="t" r="r" b="b"/>
              <a:pathLst>
                <a:path w="10859" h="10519" extrusionOk="0">
                  <a:moveTo>
                    <a:pt x="10765" y="1"/>
                  </a:moveTo>
                  <a:lnTo>
                    <a:pt x="1" y="10518"/>
                  </a:lnTo>
                  <a:lnTo>
                    <a:pt x="9267" y="5655"/>
                  </a:lnTo>
                  <a:cubicBezTo>
                    <a:pt x="10019" y="3407"/>
                    <a:pt x="10688" y="1804"/>
                    <a:pt x="10859" y="1410"/>
                  </a:cubicBezTo>
                  <a:lnTo>
                    <a:pt x="10765" y="1"/>
                  </a:lnTo>
                  <a:close/>
                </a:path>
              </a:pathLst>
            </a:custGeom>
            <a:solidFill>
              <a:srgbClr val="3106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7"/>
            <p:cNvSpPr/>
            <p:nvPr/>
          </p:nvSpPr>
          <p:spPr>
            <a:xfrm>
              <a:off x="2992732" y="4076703"/>
              <a:ext cx="261744" cy="261552"/>
            </a:xfrm>
            <a:custGeom>
              <a:avLst/>
              <a:gdLst/>
              <a:ahLst/>
              <a:cxnLst/>
              <a:rect l="l" t="t" r="r" b="b"/>
              <a:pathLst>
                <a:path w="8200" h="8194" extrusionOk="0">
                  <a:moveTo>
                    <a:pt x="5872" y="0"/>
                  </a:moveTo>
                  <a:lnTo>
                    <a:pt x="5872" y="0"/>
                  </a:lnTo>
                  <a:cubicBezTo>
                    <a:pt x="4348" y="211"/>
                    <a:pt x="1364" y="701"/>
                    <a:pt x="785" y="1388"/>
                  </a:cubicBezTo>
                  <a:cubicBezTo>
                    <a:pt x="0" y="2321"/>
                    <a:pt x="1354" y="5876"/>
                    <a:pt x="3280" y="7236"/>
                  </a:cubicBezTo>
                  <a:cubicBezTo>
                    <a:pt x="4399" y="8027"/>
                    <a:pt x="5880" y="8193"/>
                    <a:pt x="6923" y="8193"/>
                  </a:cubicBezTo>
                  <a:cubicBezTo>
                    <a:pt x="7674" y="8193"/>
                    <a:pt x="8199" y="8107"/>
                    <a:pt x="8199" y="8107"/>
                  </a:cubicBezTo>
                  <a:cubicBezTo>
                    <a:pt x="4891" y="7146"/>
                    <a:pt x="5220" y="3679"/>
                    <a:pt x="58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7"/>
            <p:cNvSpPr/>
            <p:nvPr/>
          </p:nvSpPr>
          <p:spPr>
            <a:xfrm>
              <a:off x="2741647" y="3927252"/>
              <a:ext cx="462744" cy="340554"/>
            </a:xfrm>
            <a:custGeom>
              <a:avLst/>
              <a:gdLst/>
              <a:ahLst/>
              <a:cxnLst/>
              <a:rect l="l" t="t" r="r" b="b"/>
              <a:pathLst>
                <a:path w="14497" h="10669" extrusionOk="0">
                  <a:moveTo>
                    <a:pt x="14496" y="0"/>
                  </a:moveTo>
                  <a:lnTo>
                    <a:pt x="14496" y="0"/>
                  </a:lnTo>
                  <a:cubicBezTo>
                    <a:pt x="9716" y="862"/>
                    <a:pt x="5168" y="976"/>
                    <a:pt x="3106" y="976"/>
                  </a:cubicBezTo>
                  <a:cubicBezTo>
                    <a:pt x="2370" y="976"/>
                    <a:pt x="1950" y="961"/>
                    <a:pt x="1950" y="961"/>
                  </a:cubicBezTo>
                  <a:lnTo>
                    <a:pt x="0" y="9754"/>
                  </a:lnTo>
                  <a:cubicBezTo>
                    <a:pt x="2444" y="10128"/>
                    <a:pt x="6573" y="10669"/>
                    <a:pt x="10002" y="10669"/>
                  </a:cubicBezTo>
                  <a:cubicBezTo>
                    <a:pt x="11346" y="10669"/>
                    <a:pt x="12582" y="10586"/>
                    <a:pt x="13567" y="10377"/>
                  </a:cubicBezTo>
                  <a:cubicBezTo>
                    <a:pt x="12749" y="7685"/>
                    <a:pt x="14175" y="3453"/>
                    <a:pt x="144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7"/>
            <p:cNvSpPr/>
            <p:nvPr/>
          </p:nvSpPr>
          <p:spPr>
            <a:xfrm>
              <a:off x="3781515" y="2557772"/>
              <a:ext cx="722286" cy="706485"/>
            </a:xfrm>
            <a:custGeom>
              <a:avLst/>
              <a:gdLst/>
              <a:ahLst/>
              <a:cxnLst/>
              <a:rect l="l" t="t" r="r" b="b"/>
              <a:pathLst>
                <a:path w="22628" h="22133" extrusionOk="0">
                  <a:moveTo>
                    <a:pt x="20966" y="0"/>
                  </a:moveTo>
                  <a:cubicBezTo>
                    <a:pt x="20424" y="0"/>
                    <a:pt x="19469" y="467"/>
                    <a:pt x="17996" y="1484"/>
                  </a:cubicBezTo>
                  <a:cubicBezTo>
                    <a:pt x="13233" y="4772"/>
                    <a:pt x="3704" y="11690"/>
                    <a:pt x="0" y="14386"/>
                  </a:cubicBezTo>
                  <a:cubicBezTo>
                    <a:pt x="1727" y="17470"/>
                    <a:pt x="4246" y="20083"/>
                    <a:pt x="7095" y="22133"/>
                  </a:cubicBezTo>
                  <a:cubicBezTo>
                    <a:pt x="10089" y="20040"/>
                    <a:pt x="14661" y="16197"/>
                    <a:pt x="17284" y="10806"/>
                  </a:cubicBezTo>
                  <a:cubicBezTo>
                    <a:pt x="20402" y="4393"/>
                    <a:pt x="22628" y="0"/>
                    <a:pt x="209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7"/>
            <p:cNvSpPr/>
            <p:nvPr/>
          </p:nvSpPr>
          <p:spPr>
            <a:xfrm>
              <a:off x="4229548" y="3927252"/>
              <a:ext cx="837708" cy="695984"/>
            </a:xfrm>
            <a:custGeom>
              <a:avLst/>
              <a:gdLst/>
              <a:ahLst/>
              <a:cxnLst/>
              <a:rect l="l" t="t" r="r" b="b"/>
              <a:pathLst>
                <a:path w="26244" h="21804" extrusionOk="0">
                  <a:moveTo>
                    <a:pt x="9710" y="0"/>
                  </a:moveTo>
                  <a:lnTo>
                    <a:pt x="9710" y="0"/>
                  </a:lnTo>
                  <a:cubicBezTo>
                    <a:pt x="3221" y="1170"/>
                    <a:pt x="0" y="3472"/>
                    <a:pt x="0" y="3472"/>
                  </a:cubicBezTo>
                  <a:lnTo>
                    <a:pt x="1283" y="20841"/>
                  </a:lnTo>
                  <a:lnTo>
                    <a:pt x="6856" y="21067"/>
                  </a:lnTo>
                  <a:lnTo>
                    <a:pt x="7012" y="17207"/>
                  </a:lnTo>
                  <a:cubicBezTo>
                    <a:pt x="7012" y="17207"/>
                    <a:pt x="10571" y="21216"/>
                    <a:pt x="14286" y="21365"/>
                  </a:cubicBezTo>
                  <a:lnTo>
                    <a:pt x="25146" y="21804"/>
                  </a:lnTo>
                  <a:cubicBezTo>
                    <a:pt x="25146" y="21804"/>
                    <a:pt x="26244" y="15837"/>
                    <a:pt x="19243" y="15555"/>
                  </a:cubicBezTo>
                  <a:cubicBezTo>
                    <a:pt x="12242" y="15274"/>
                    <a:pt x="9205" y="5417"/>
                    <a:pt x="9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7"/>
            <p:cNvSpPr/>
            <p:nvPr/>
          </p:nvSpPr>
          <p:spPr>
            <a:xfrm>
              <a:off x="4455640" y="4201129"/>
              <a:ext cx="310518" cy="213034"/>
            </a:xfrm>
            <a:custGeom>
              <a:avLst/>
              <a:gdLst/>
              <a:ahLst/>
              <a:cxnLst/>
              <a:rect l="l" t="t" r="r" b="b"/>
              <a:pathLst>
                <a:path w="9728" h="6674" extrusionOk="0">
                  <a:moveTo>
                    <a:pt x="4074" y="0"/>
                  </a:moveTo>
                  <a:cubicBezTo>
                    <a:pt x="3094" y="354"/>
                    <a:pt x="1662" y="995"/>
                    <a:pt x="913" y="1942"/>
                  </a:cubicBezTo>
                  <a:cubicBezTo>
                    <a:pt x="1" y="3096"/>
                    <a:pt x="4417" y="6673"/>
                    <a:pt x="8200" y="6673"/>
                  </a:cubicBezTo>
                  <a:cubicBezTo>
                    <a:pt x="8727" y="6673"/>
                    <a:pt x="9242" y="6604"/>
                    <a:pt x="9728" y="6449"/>
                  </a:cubicBezTo>
                  <a:cubicBezTo>
                    <a:pt x="7119" y="5390"/>
                    <a:pt x="5248" y="2860"/>
                    <a:pt x="40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7"/>
            <p:cNvSpPr/>
            <p:nvPr/>
          </p:nvSpPr>
          <p:spPr>
            <a:xfrm>
              <a:off x="4235198" y="4057104"/>
              <a:ext cx="398330" cy="305411"/>
            </a:xfrm>
            <a:custGeom>
              <a:avLst/>
              <a:gdLst/>
              <a:ahLst/>
              <a:cxnLst/>
              <a:rect l="l" t="t" r="r" b="b"/>
              <a:pathLst>
                <a:path w="12479" h="9568" extrusionOk="0">
                  <a:moveTo>
                    <a:pt x="9716" y="0"/>
                  </a:moveTo>
                  <a:lnTo>
                    <a:pt x="0" y="1793"/>
                  </a:lnTo>
                  <a:lnTo>
                    <a:pt x="571" y="9529"/>
                  </a:lnTo>
                  <a:cubicBezTo>
                    <a:pt x="1227" y="9555"/>
                    <a:pt x="1850" y="9567"/>
                    <a:pt x="2442" y="9567"/>
                  </a:cubicBezTo>
                  <a:cubicBezTo>
                    <a:pt x="8364" y="9567"/>
                    <a:pt x="11180" y="8334"/>
                    <a:pt x="12478" y="7359"/>
                  </a:cubicBezTo>
                  <a:cubicBezTo>
                    <a:pt x="11033" y="5209"/>
                    <a:pt x="10119" y="2509"/>
                    <a:pt x="97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7"/>
            <p:cNvSpPr/>
            <p:nvPr/>
          </p:nvSpPr>
          <p:spPr>
            <a:xfrm>
              <a:off x="2640013" y="2482663"/>
              <a:ext cx="1014992" cy="1725499"/>
            </a:xfrm>
            <a:custGeom>
              <a:avLst/>
              <a:gdLst/>
              <a:ahLst/>
              <a:cxnLst/>
              <a:rect l="l" t="t" r="r" b="b"/>
              <a:pathLst>
                <a:path w="31798" h="54057" extrusionOk="0">
                  <a:moveTo>
                    <a:pt x="19249" y="1"/>
                  </a:moveTo>
                  <a:lnTo>
                    <a:pt x="12406" y="29183"/>
                  </a:lnTo>
                  <a:lnTo>
                    <a:pt x="0" y="49887"/>
                  </a:lnTo>
                  <a:cubicBezTo>
                    <a:pt x="7628" y="53932"/>
                    <a:pt x="16641" y="54056"/>
                    <a:pt x="17717" y="54056"/>
                  </a:cubicBezTo>
                  <a:cubicBezTo>
                    <a:pt x="17787" y="54056"/>
                    <a:pt x="17823" y="54056"/>
                    <a:pt x="17823" y="54056"/>
                  </a:cubicBezTo>
                  <a:lnTo>
                    <a:pt x="26949" y="31544"/>
                  </a:lnTo>
                  <a:lnTo>
                    <a:pt x="31797" y="4864"/>
                  </a:lnTo>
                  <a:lnTo>
                    <a:pt x="19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7"/>
            <p:cNvSpPr/>
            <p:nvPr/>
          </p:nvSpPr>
          <p:spPr>
            <a:xfrm>
              <a:off x="3254447" y="2149957"/>
              <a:ext cx="1556675" cy="2134873"/>
            </a:xfrm>
            <a:custGeom>
              <a:avLst/>
              <a:gdLst/>
              <a:ahLst/>
              <a:cxnLst/>
              <a:rect l="l" t="t" r="r" b="b"/>
              <a:pathLst>
                <a:path w="48768" h="66882" extrusionOk="0">
                  <a:moveTo>
                    <a:pt x="20035" y="0"/>
                  </a:moveTo>
                  <a:lnTo>
                    <a:pt x="2069" y="834"/>
                  </a:lnTo>
                  <a:cubicBezTo>
                    <a:pt x="2069" y="834"/>
                    <a:pt x="0" y="4864"/>
                    <a:pt x="0" y="10422"/>
                  </a:cubicBezTo>
                  <a:cubicBezTo>
                    <a:pt x="857" y="15982"/>
                    <a:pt x="10426" y="16397"/>
                    <a:pt x="10426" y="16397"/>
                  </a:cubicBezTo>
                  <a:lnTo>
                    <a:pt x="28091" y="32379"/>
                  </a:lnTo>
                  <a:lnTo>
                    <a:pt x="28234" y="66424"/>
                  </a:lnTo>
                  <a:cubicBezTo>
                    <a:pt x="30677" y="66755"/>
                    <a:pt x="33120" y="66881"/>
                    <a:pt x="35425" y="66881"/>
                  </a:cubicBezTo>
                  <a:cubicBezTo>
                    <a:pt x="42806" y="66881"/>
                    <a:pt x="48768" y="65589"/>
                    <a:pt x="48768" y="65589"/>
                  </a:cubicBezTo>
                  <a:lnTo>
                    <a:pt x="43783" y="34551"/>
                  </a:lnTo>
                  <a:cubicBezTo>
                    <a:pt x="43197" y="30892"/>
                    <a:pt x="41475" y="27499"/>
                    <a:pt x="38849" y="24824"/>
                  </a:cubicBezTo>
                  <a:cubicBezTo>
                    <a:pt x="33072" y="18940"/>
                    <a:pt x="23243" y="9311"/>
                    <a:pt x="23243" y="9311"/>
                  </a:cubicBezTo>
                  <a:lnTo>
                    <a:pt x="20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7"/>
            <p:cNvSpPr/>
            <p:nvPr/>
          </p:nvSpPr>
          <p:spPr>
            <a:xfrm>
              <a:off x="3790421" y="2208244"/>
              <a:ext cx="798319" cy="2066948"/>
            </a:xfrm>
            <a:custGeom>
              <a:avLst/>
              <a:gdLst/>
              <a:ahLst/>
              <a:cxnLst/>
              <a:rect l="l" t="t" r="r" b="b"/>
              <a:pathLst>
                <a:path w="25010" h="64754" fill="none" extrusionOk="0">
                  <a:moveTo>
                    <a:pt x="1" y="1"/>
                  </a:moveTo>
                  <a:cubicBezTo>
                    <a:pt x="1" y="1"/>
                    <a:pt x="2317" y="8157"/>
                    <a:pt x="3031" y="9440"/>
                  </a:cubicBezTo>
                  <a:cubicBezTo>
                    <a:pt x="3743" y="10723"/>
                    <a:pt x="19175" y="27840"/>
                    <a:pt x="20174" y="28980"/>
                  </a:cubicBezTo>
                  <a:cubicBezTo>
                    <a:pt x="21172" y="30123"/>
                    <a:pt x="25010" y="64754"/>
                    <a:pt x="25010" y="64754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7"/>
            <p:cNvSpPr/>
            <p:nvPr/>
          </p:nvSpPr>
          <p:spPr>
            <a:xfrm>
              <a:off x="3031292" y="2661801"/>
              <a:ext cx="467660" cy="1532671"/>
            </a:xfrm>
            <a:custGeom>
              <a:avLst/>
              <a:gdLst/>
              <a:ahLst/>
              <a:cxnLst/>
              <a:rect l="l" t="t" r="r" b="b"/>
              <a:pathLst>
                <a:path w="14651" h="48016" fill="none" extrusionOk="0">
                  <a:moveTo>
                    <a:pt x="14650" y="0"/>
                  </a:moveTo>
                  <a:cubicBezTo>
                    <a:pt x="14650" y="0"/>
                    <a:pt x="9563" y="23006"/>
                    <a:pt x="8135" y="25144"/>
                  </a:cubicBezTo>
                  <a:cubicBezTo>
                    <a:pt x="6710" y="27283"/>
                    <a:pt x="1" y="48015"/>
                    <a:pt x="1" y="48015"/>
                  </a:cubicBezTo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7"/>
            <p:cNvSpPr/>
            <p:nvPr/>
          </p:nvSpPr>
          <p:spPr>
            <a:xfrm>
              <a:off x="3498924" y="2295610"/>
              <a:ext cx="283577" cy="225898"/>
            </a:xfrm>
            <a:custGeom>
              <a:avLst/>
              <a:gdLst/>
              <a:ahLst/>
              <a:cxnLst/>
              <a:rect l="l" t="t" r="r" b="b"/>
              <a:pathLst>
                <a:path w="8884" h="7077" extrusionOk="0">
                  <a:moveTo>
                    <a:pt x="7457" y="0"/>
                  </a:moveTo>
                  <a:cubicBezTo>
                    <a:pt x="6125" y="466"/>
                    <a:pt x="4410" y="590"/>
                    <a:pt x="2961" y="590"/>
                  </a:cubicBezTo>
                  <a:cubicBezTo>
                    <a:pt x="1308" y="590"/>
                    <a:pt x="1" y="429"/>
                    <a:pt x="0" y="428"/>
                  </a:cubicBezTo>
                  <a:lnTo>
                    <a:pt x="0" y="428"/>
                  </a:lnTo>
                  <a:lnTo>
                    <a:pt x="363" y="5663"/>
                  </a:lnTo>
                  <a:cubicBezTo>
                    <a:pt x="2191" y="6721"/>
                    <a:pt x="3733" y="7077"/>
                    <a:pt x="4982" y="7077"/>
                  </a:cubicBezTo>
                  <a:cubicBezTo>
                    <a:pt x="7557" y="7077"/>
                    <a:pt x="8883" y="5562"/>
                    <a:pt x="8883" y="5562"/>
                  </a:cubicBezTo>
                  <a:lnTo>
                    <a:pt x="74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7"/>
            <p:cNvSpPr/>
            <p:nvPr/>
          </p:nvSpPr>
          <p:spPr>
            <a:xfrm>
              <a:off x="3254447" y="2288524"/>
              <a:ext cx="136618" cy="199277"/>
            </a:xfrm>
            <a:custGeom>
              <a:avLst/>
              <a:gdLst/>
              <a:ahLst/>
              <a:cxnLst/>
              <a:rect l="l" t="t" r="r" b="b"/>
              <a:pathLst>
                <a:path w="4280" h="6243" extrusionOk="0">
                  <a:moveTo>
                    <a:pt x="808" y="0"/>
                  </a:moveTo>
                  <a:cubicBezTo>
                    <a:pt x="377" y="1620"/>
                    <a:pt x="0" y="3711"/>
                    <a:pt x="0" y="6081"/>
                  </a:cubicBezTo>
                  <a:cubicBezTo>
                    <a:pt x="9" y="6134"/>
                    <a:pt x="23" y="6183"/>
                    <a:pt x="32" y="6236"/>
                  </a:cubicBezTo>
                  <a:cubicBezTo>
                    <a:pt x="159" y="6240"/>
                    <a:pt x="283" y="6242"/>
                    <a:pt x="406" y="6242"/>
                  </a:cubicBezTo>
                  <a:cubicBezTo>
                    <a:pt x="2816" y="6242"/>
                    <a:pt x="4279" y="5499"/>
                    <a:pt x="4279" y="5499"/>
                  </a:cubicBezTo>
                  <a:lnTo>
                    <a:pt x="3994" y="222"/>
                  </a:lnTo>
                  <a:cubicBezTo>
                    <a:pt x="3792" y="237"/>
                    <a:pt x="3585" y="243"/>
                    <a:pt x="3375" y="243"/>
                  </a:cubicBezTo>
                  <a:cubicBezTo>
                    <a:pt x="2483" y="243"/>
                    <a:pt x="1546" y="125"/>
                    <a:pt x="8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7"/>
            <p:cNvSpPr/>
            <p:nvPr/>
          </p:nvSpPr>
          <p:spPr>
            <a:xfrm>
              <a:off x="2738455" y="340678"/>
              <a:ext cx="1097505" cy="1256307"/>
            </a:xfrm>
            <a:custGeom>
              <a:avLst/>
              <a:gdLst/>
              <a:ahLst/>
              <a:cxnLst/>
              <a:rect l="l" t="t" r="r" b="b"/>
              <a:pathLst>
                <a:path w="34383" h="39358" extrusionOk="0">
                  <a:moveTo>
                    <a:pt x="25389" y="1"/>
                  </a:moveTo>
                  <a:lnTo>
                    <a:pt x="5520" y="4766"/>
                  </a:lnTo>
                  <a:cubicBezTo>
                    <a:pt x="4090" y="5109"/>
                    <a:pt x="2781" y="5891"/>
                    <a:pt x="1884" y="7057"/>
                  </a:cubicBezTo>
                  <a:cubicBezTo>
                    <a:pt x="774" y="8502"/>
                    <a:pt x="0" y="10802"/>
                    <a:pt x="1336" y="14224"/>
                  </a:cubicBezTo>
                  <a:cubicBezTo>
                    <a:pt x="4009" y="21070"/>
                    <a:pt x="15775" y="39357"/>
                    <a:pt x="15775" y="39357"/>
                  </a:cubicBezTo>
                  <a:lnTo>
                    <a:pt x="19835" y="22370"/>
                  </a:lnTo>
                  <a:cubicBezTo>
                    <a:pt x="19835" y="22370"/>
                    <a:pt x="16308" y="19750"/>
                    <a:pt x="14490" y="18751"/>
                  </a:cubicBezTo>
                  <a:cubicBezTo>
                    <a:pt x="11924" y="14116"/>
                    <a:pt x="10961" y="11871"/>
                    <a:pt x="10961" y="11871"/>
                  </a:cubicBezTo>
                  <a:lnTo>
                    <a:pt x="27752" y="6096"/>
                  </a:lnTo>
                  <a:cubicBezTo>
                    <a:pt x="27752" y="6096"/>
                    <a:pt x="30898" y="6548"/>
                    <a:pt x="32633" y="6548"/>
                  </a:cubicBezTo>
                  <a:cubicBezTo>
                    <a:pt x="33130" y="6548"/>
                    <a:pt x="33512" y="6511"/>
                    <a:pt x="33671" y="6416"/>
                  </a:cubicBezTo>
                  <a:cubicBezTo>
                    <a:pt x="34382" y="5987"/>
                    <a:pt x="33954" y="4920"/>
                    <a:pt x="31923" y="4385"/>
                  </a:cubicBezTo>
                  <a:cubicBezTo>
                    <a:pt x="29892" y="3850"/>
                    <a:pt x="29071" y="3315"/>
                    <a:pt x="29071" y="3315"/>
                  </a:cubicBezTo>
                  <a:lnTo>
                    <a:pt x="25389" y="1"/>
                  </a:lnTo>
                  <a:close/>
                </a:path>
              </a:pathLst>
            </a:custGeom>
            <a:solidFill>
              <a:srgbClr val="BF3D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7"/>
            <p:cNvSpPr/>
            <p:nvPr/>
          </p:nvSpPr>
          <p:spPr>
            <a:xfrm>
              <a:off x="4453820" y="1581360"/>
              <a:ext cx="506443" cy="213577"/>
            </a:xfrm>
            <a:custGeom>
              <a:avLst/>
              <a:gdLst/>
              <a:ahLst/>
              <a:cxnLst/>
              <a:rect l="l" t="t" r="r" b="b"/>
              <a:pathLst>
                <a:path w="15866" h="6691" extrusionOk="0">
                  <a:moveTo>
                    <a:pt x="11673" y="1"/>
                  </a:moveTo>
                  <a:cubicBezTo>
                    <a:pt x="7795" y="1"/>
                    <a:pt x="1" y="1866"/>
                    <a:pt x="1" y="1866"/>
                  </a:cubicBezTo>
                  <a:lnTo>
                    <a:pt x="2673" y="6691"/>
                  </a:lnTo>
                  <a:cubicBezTo>
                    <a:pt x="2673" y="6691"/>
                    <a:pt x="12513" y="5730"/>
                    <a:pt x="13902" y="4873"/>
                  </a:cubicBezTo>
                  <a:cubicBezTo>
                    <a:pt x="15294" y="4018"/>
                    <a:pt x="15865" y="1003"/>
                    <a:pt x="13218" y="169"/>
                  </a:cubicBezTo>
                  <a:cubicBezTo>
                    <a:pt x="12844" y="52"/>
                    <a:pt x="12312" y="1"/>
                    <a:pt x="11673" y="1"/>
                  </a:cubicBezTo>
                  <a:close/>
                </a:path>
              </a:pathLst>
            </a:custGeom>
            <a:solidFill>
              <a:srgbClr val="BF3D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7"/>
            <p:cNvSpPr/>
            <p:nvPr/>
          </p:nvSpPr>
          <p:spPr>
            <a:xfrm>
              <a:off x="2865306" y="791298"/>
              <a:ext cx="506283" cy="805693"/>
            </a:xfrm>
            <a:custGeom>
              <a:avLst/>
              <a:gdLst/>
              <a:ahLst/>
              <a:cxnLst/>
              <a:rect l="l" t="t" r="r" b="b"/>
              <a:pathLst>
                <a:path w="15861" h="25241" extrusionOk="0">
                  <a:moveTo>
                    <a:pt x="8061" y="1"/>
                  </a:moveTo>
                  <a:cubicBezTo>
                    <a:pt x="6066" y="86"/>
                    <a:pt x="1235" y="789"/>
                    <a:pt x="1" y="5555"/>
                  </a:cubicBezTo>
                  <a:cubicBezTo>
                    <a:pt x="4395" y="13730"/>
                    <a:pt x="11799" y="25240"/>
                    <a:pt x="11799" y="25240"/>
                  </a:cubicBezTo>
                  <a:lnTo>
                    <a:pt x="15861" y="8253"/>
                  </a:lnTo>
                  <a:cubicBezTo>
                    <a:pt x="15861" y="8253"/>
                    <a:pt x="12334" y="5633"/>
                    <a:pt x="10516" y="4634"/>
                  </a:cubicBezTo>
                  <a:cubicBezTo>
                    <a:pt x="9423" y="2658"/>
                    <a:pt x="8621" y="1117"/>
                    <a:pt x="8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7"/>
            <p:cNvSpPr/>
            <p:nvPr/>
          </p:nvSpPr>
          <p:spPr>
            <a:xfrm>
              <a:off x="2746659" y="499131"/>
              <a:ext cx="167612" cy="246678"/>
            </a:xfrm>
            <a:custGeom>
              <a:avLst/>
              <a:gdLst/>
              <a:ahLst/>
              <a:cxnLst/>
              <a:rect l="l" t="t" r="r" b="b"/>
              <a:pathLst>
                <a:path w="5251" h="7728" extrusionOk="0">
                  <a:moveTo>
                    <a:pt x="4602" y="0"/>
                  </a:moveTo>
                  <a:cubicBezTo>
                    <a:pt x="3434" y="405"/>
                    <a:pt x="2384" y="1111"/>
                    <a:pt x="1627" y="2095"/>
                  </a:cubicBezTo>
                  <a:cubicBezTo>
                    <a:pt x="691" y="3310"/>
                    <a:pt x="1" y="5136"/>
                    <a:pt x="602" y="7728"/>
                  </a:cubicBezTo>
                  <a:cubicBezTo>
                    <a:pt x="3217" y="7432"/>
                    <a:pt x="5250" y="5215"/>
                    <a:pt x="5250" y="2524"/>
                  </a:cubicBezTo>
                  <a:cubicBezTo>
                    <a:pt x="5250" y="1641"/>
                    <a:pt x="5028" y="772"/>
                    <a:pt x="4602" y="0"/>
                  </a:cubicBezTo>
                  <a:close/>
                </a:path>
              </a:pathLst>
            </a:custGeom>
            <a:solidFill>
              <a:srgbClr val="470313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7"/>
            <p:cNvSpPr/>
            <p:nvPr/>
          </p:nvSpPr>
          <p:spPr>
            <a:xfrm>
              <a:off x="3054147" y="647912"/>
              <a:ext cx="34186" cy="71724"/>
            </a:xfrm>
            <a:custGeom>
              <a:avLst/>
              <a:gdLst/>
              <a:ahLst/>
              <a:cxnLst/>
              <a:rect l="l" t="t" r="r" b="b"/>
              <a:pathLst>
                <a:path w="1071" h="2247" fill="none" extrusionOk="0">
                  <a:moveTo>
                    <a:pt x="1071" y="2246"/>
                  </a:moveTo>
                  <a:lnTo>
                    <a:pt x="1" y="0"/>
                  </a:lnTo>
                </a:path>
              </a:pathLst>
            </a:custGeom>
            <a:noFill/>
            <a:ln w="325" cap="flat" cmpd="sng">
              <a:solidFill>
                <a:srgbClr val="5C0111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7"/>
            <p:cNvSpPr/>
            <p:nvPr/>
          </p:nvSpPr>
          <p:spPr>
            <a:xfrm>
              <a:off x="3105379" y="1048226"/>
              <a:ext cx="1437230" cy="1185445"/>
            </a:xfrm>
            <a:custGeom>
              <a:avLst/>
              <a:gdLst/>
              <a:ahLst/>
              <a:cxnLst/>
              <a:rect l="l" t="t" r="r" b="b"/>
              <a:pathLst>
                <a:path w="45026" h="37138" extrusionOk="0">
                  <a:moveTo>
                    <a:pt x="6153" y="0"/>
                  </a:moveTo>
                  <a:cubicBezTo>
                    <a:pt x="5430" y="0"/>
                    <a:pt x="4707" y="81"/>
                    <a:pt x="4065" y="295"/>
                  </a:cubicBezTo>
                  <a:cubicBezTo>
                    <a:pt x="1499" y="1152"/>
                    <a:pt x="1" y="6712"/>
                    <a:pt x="3317" y="17085"/>
                  </a:cubicBezTo>
                  <a:cubicBezTo>
                    <a:pt x="6631" y="27459"/>
                    <a:pt x="6739" y="35372"/>
                    <a:pt x="6739" y="35372"/>
                  </a:cubicBezTo>
                  <a:cubicBezTo>
                    <a:pt x="6739" y="35372"/>
                    <a:pt x="11320" y="37138"/>
                    <a:pt x="16293" y="37138"/>
                  </a:cubicBezTo>
                  <a:cubicBezTo>
                    <a:pt x="19253" y="37138"/>
                    <a:pt x="22351" y="36512"/>
                    <a:pt x="24705" y="34517"/>
                  </a:cubicBezTo>
                  <a:cubicBezTo>
                    <a:pt x="23422" y="23717"/>
                    <a:pt x="24277" y="17300"/>
                    <a:pt x="24277" y="17300"/>
                  </a:cubicBezTo>
                  <a:lnTo>
                    <a:pt x="24277" y="17300"/>
                  </a:lnTo>
                  <a:cubicBezTo>
                    <a:pt x="24277" y="17300"/>
                    <a:pt x="31870" y="21470"/>
                    <a:pt x="36041" y="22967"/>
                  </a:cubicBezTo>
                  <a:cubicBezTo>
                    <a:pt x="37391" y="23451"/>
                    <a:pt x="38663" y="23645"/>
                    <a:pt x="39779" y="23645"/>
                  </a:cubicBezTo>
                  <a:cubicBezTo>
                    <a:pt x="42114" y="23645"/>
                    <a:pt x="43773" y="22800"/>
                    <a:pt x="44063" y="22005"/>
                  </a:cubicBezTo>
                  <a:cubicBezTo>
                    <a:pt x="44491" y="20829"/>
                    <a:pt x="45026" y="18627"/>
                    <a:pt x="40853" y="16038"/>
                  </a:cubicBezTo>
                  <a:cubicBezTo>
                    <a:pt x="36682" y="13449"/>
                    <a:pt x="26951" y="5855"/>
                    <a:pt x="25453" y="5214"/>
                  </a:cubicBezTo>
                  <a:cubicBezTo>
                    <a:pt x="23957" y="4572"/>
                    <a:pt x="17291" y="2931"/>
                    <a:pt x="17291" y="2931"/>
                  </a:cubicBezTo>
                  <a:lnTo>
                    <a:pt x="10482" y="721"/>
                  </a:lnTo>
                  <a:cubicBezTo>
                    <a:pt x="10482" y="721"/>
                    <a:pt x="8317" y="0"/>
                    <a:pt x="61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7"/>
            <p:cNvSpPr/>
            <p:nvPr/>
          </p:nvSpPr>
          <p:spPr>
            <a:xfrm>
              <a:off x="3468377" y="875536"/>
              <a:ext cx="198064" cy="266277"/>
            </a:xfrm>
            <a:custGeom>
              <a:avLst/>
              <a:gdLst/>
              <a:ahLst/>
              <a:cxnLst/>
              <a:rect l="l" t="t" r="r" b="b"/>
              <a:pathLst>
                <a:path w="6205" h="8342" extrusionOk="0">
                  <a:moveTo>
                    <a:pt x="1997" y="0"/>
                  </a:moveTo>
                  <a:lnTo>
                    <a:pt x="1213" y="2638"/>
                  </a:lnTo>
                  <a:lnTo>
                    <a:pt x="1" y="6703"/>
                  </a:lnTo>
                  <a:cubicBezTo>
                    <a:pt x="1034" y="7843"/>
                    <a:pt x="5919" y="8341"/>
                    <a:pt x="5919" y="8341"/>
                  </a:cubicBezTo>
                  <a:lnTo>
                    <a:pt x="6204" y="3919"/>
                  </a:lnTo>
                  <a:lnTo>
                    <a:pt x="5706" y="997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rgbClr val="BF3D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3601995" y="951251"/>
              <a:ext cx="64446" cy="137033"/>
            </a:xfrm>
            <a:custGeom>
              <a:avLst/>
              <a:gdLst/>
              <a:ahLst/>
              <a:cxnLst/>
              <a:rect l="l" t="t" r="r" b="b"/>
              <a:pathLst>
                <a:path w="2019" h="4293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275" y="2737"/>
                    <a:pt x="1842" y="4292"/>
                  </a:cubicBezTo>
                  <a:lnTo>
                    <a:pt x="2018" y="1547"/>
                  </a:lnTo>
                  <a:lnTo>
                    <a:pt x="1876" y="7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0313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7"/>
            <p:cNvSpPr/>
            <p:nvPr/>
          </p:nvSpPr>
          <p:spPr>
            <a:xfrm>
              <a:off x="3796070" y="882335"/>
              <a:ext cx="35335" cy="92185"/>
            </a:xfrm>
            <a:custGeom>
              <a:avLst/>
              <a:gdLst/>
              <a:ahLst/>
              <a:cxnLst/>
              <a:rect l="l" t="t" r="r" b="b"/>
              <a:pathLst>
                <a:path w="1107" h="2888" extrusionOk="0">
                  <a:moveTo>
                    <a:pt x="646" y="0"/>
                  </a:moveTo>
                  <a:lnTo>
                    <a:pt x="0" y="2745"/>
                  </a:lnTo>
                  <a:cubicBezTo>
                    <a:pt x="0" y="2745"/>
                    <a:pt x="460" y="2887"/>
                    <a:pt x="777" y="2887"/>
                  </a:cubicBezTo>
                  <a:cubicBezTo>
                    <a:pt x="935" y="2887"/>
                    <a:pt x="1058" y="2852"/>
                    <a:pt x="1070" y="2745"/>
                  </a:cubicBezTo>
                  <a:cubicBezTo>
                    <a:pt x="1107" y="2425"/>
                    <a:pt x="646" y="0"/>
                    <a:pt x="646" y="0"/>
                  </a:cubicBezTo>
                  <a:close/>
                </a:path>
              </a:pathLst>
            </a:custGeom>
            <a:solidFill>
              <a:srgbClr val="AB2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7"/>
            <p:cNvSpPr/>
            <p:nvPr/>
          </p:nvSpPr>
          <p:spPr>
            <a:xfrm>
              <a:off x="3584439" y="727553"/>
              <a:ext cx="236687" cy="343715"/>
            </a:xfrm>
            <a:custGeom>
              <a:avLst/>
              <a:gdLst/>
              <a:ahLst/>
              <a:cxnLst/>
              <a:rect l="l" t="t" r="r" b="b"/>
              <a:pathLst>
                <a:path w="7415" h="10768" extrusionOk="0">
                  <a:moveTo>
                    <a:pt x="714" y="1"/>
                  </a:moveTo>
                  <a:cubicBezTo>
                    <a:pt x="714" y="1"/>
                    <a:pt x="0" y="5062"/>
                    <a:pt x="429" y="6631"/>
                  </a:cubicBezTo>
                  <a:cubicBezTo>
                    <a:pt x="429" y="6631"/>
                    <a:pt x="1426" y="10767"/>
                    <a:pt x="6132" y="10767"/>
                  </a:cubicBezTo>
                  <a:cubicBezTo>
                    <a:pt x="7059" y="10412"/>
                    <a:pt x="7415" y="3707"/>
                    <a:pt x="7344" y="2141"/>
                  </a:cubicBezTo>
                  <a:lnTo>
                    <a:pt x="7353" y="1"/>
                  </a:lnTo>
                  <a:close/>
                </a:path>
              </a:pathLst>
            </a:custGeom>
            <a:solidFill>
              <a:srgbClr val="BF3D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7"/>
            <p:cNvSpPr/>
            <p:nvPr/>
          </p:nvSpPr>
          <p:spPr>
            <a:xfrm>
              <a:off x="3710747" y="880069"/>
              <a:ext cx="71756" cy="20525"/>
            </a:xfrm>
            <a:custGeom>
              <a:avLst/>
              <a:gdLst/>
              <a:ahLst/>
              <a:cxnLst/>
              <a:rect l="l" t="t" r="r" b="b"/>
              <a:pathLst>
                <a:path w="2248" h="643" fill="none" extrusionOk="0">
                  <a:moveTo>
                    <a:pt x="2247" y="606"/>
                  </a:moveTo>
                  <a:cubicBezTo>
                    <a:pt x="2247" y="606"/>
                    <a:pt x="785" y="642"/>
                    <a:pt x="1" y="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7"/>
            <p:cNvSpPr/>
            <p:nvPr/>
          </p:nvSpPr>
          <p:spPr>
            <a:xfrm>
              <a:off x="3710747" y="811376"/>
              <a:ext cx="95632" cy="28888"/>
            </a:xfrm>
            <a:custGeom>
              <a:avLst/>
              <a:gdLst/>
              <a:ahLst/>
              <a:cxnLst/>
              <a:rect l="l" t="t" r="r" b="b"/>
              <a:pathLst>
                <a:path w="2996" h="905" extrusionOk="0">
                  <a:moveTo>
                    <a:pt x="1785" y="1"/>
                  </a:moveTo>
                  <a:cubicBezTo>
                    <a:pt x="1034" y="1"/>
                    <a:pt x="88" y="322"/>
                    <a:pt x="1" y="904"/>
                  </a:cubicBezTo>
                  <a:cubicBezTo>
                    <a:pt x="314" y="791"/>
                    <a:pt x="781" y="757"/>
                    <a:pt x="1229" y="757"/>
                  </a:cubicBezTo>
                  <a:cubicBezTo>
                    <a:pt x="1902" y="757"/>
                    <a:pt x="2533" y="834"/>
                    <a:pt x="2533" y="834"/>
                  </a:cubicBezTo>
                  <a:cubicBezTo>
                    <a:pt x="2533" y="834"/>
                    <a:pt x="2995" y="226"/>
                    <a:pt x="2247" y="49"/>
                  </a:cubicBezTo>
                  <a:cubicBezTo>
                    <a:pt x="2111" y="17"/>
                    <a:pt x="1953" y="1"/>
                    <a:pt x="1785" y="1"/>
                  </a:cubicBezTo>
                  <a:close/>
                </a:path>
              </a:pathLst>
            </a:custGeom>
            <a:solidFill>
              <a:srgbClr val="5C0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7"/>
            <p:cNvSpPr/>
            <p:nvPr/>
          </p:nvSpPr>
          <p:spPr>
            <a:xfrm>
              <a:off x="3757415" y="984704"/>
              <a:ext cx="33037" cy="11459"/>
            </a:xfrm>
            <a:custGeom>
              <a:avLst/>
              <a:gdLst/>
              <a:ahLst/>
              <a:cxnLst/>
              <a:rect l="l" t="t" r="r" b="b"/>
              <a:pathLst>
                <a:path w="1035" h="359" fill="none" extrusionOk="0">
                  <a:moveTo>
                    <a:pt x="1035" y="359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7"/>
            <p:cNvSpPr/>
            <p:nvPr/>
          </p:nvSpPr>
          <p:spPr>
            <a:xfrm>
              <a:off x="3923432" y="1290437"/>
              <a:ext cx="297909" cy="437432"/>
            </a:xfrm>
            <a:custGeom>
              <a:avLst/>
              <a:gdLst/>
              <a:ahLst/>
              <a:cxnLst/>
              <a:rect l="l" t="t" r="r" b="b"/>
              <a:pathLst>
                <a:path w="9333" h="13704" extrusionOk="0">
                  <a:moveTo>
                    <a:pt x="3361" y="0"/>
                  </a:moveTo>
                  <a:cubicBezTo>
                    <a:pt x="53" y="2323"/>
                    <a:pt x="0" y="7743"/>
                    <a:pt x="224" y="10556"/>
                  </a:cubicBezTo>
                  <a:cubicBezTo>
                    <a:pt x="1745" y="11363"/>
                    <a:pt x="4156" y="12614"/>
                    <a:pt x="6483" y="13703"/>
                  </a:cubicBezTo>
                  <a:lnTo>
                    <a:pt x="9332" y="4358"/>
                  </a:lnTo>
                  <a:cubicBezTo>
                    <a:pt x="7255" y="2849"/>
                    <a:pt x="5108" y="1262"/>
                    <a:pt x="33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7"/>
            <p:cNvSpPr/>
            <p:nvPr/>
          </p:nvSpPr>
          <p:spPr>
            <a:xfrm>
              <a:off x="3472941" y="584103"/>
              <a:ext cx="523424" cy="385945"/>
            </a:xfrm>
            <a:custGeom>
              <a:avLst/>
              <a:gdLst/>
              <a:ahLst/>
              <a:cxnLst/>
              <a:rect l="l" t="t" r="r" b="b"/>
              <a:pathLst>
                <a:path w="16398" h="12091" extrusionOk="0">
                  <a:moveTo>
                    <a:pt x="2547" y="0"/>
                  </a:moveTo>
                  <a:cubicBezTo>
                    <a:pt x="2418" y="0"/>
                    <a:pt x="2291" y="79"/>
                    <a:pt x="2176" y="218"/>
                  </a:cubicBezTo>
                  <a:cubicBezTo>
                    <a:pt x="1820" y="644"/>
                    <a:pt x="2176" y="1750"/>
                    <a:pt x="2176" y="1750"/>
                  </a:cubicBezTo>
                  <a:cubicBezTo>
                    <a:pt x="2176" y="1750"/>
                    <a:pt x="1499" y="1750"/>
                    <a:pt x="751" y="2355"/>
                  </a:cubicBezTo>
                  <a:cubicBezTo>
                    <a:pt x="0" y="2963"/>
                    <a:pt x="1712" y="3176"/>
                    <a:pt x="1712" y="3176"/>
                  </a:cubicBezTo>
                  <a:cubicBezTo>
                    <a:pt x="1712" y="3176"/>
                    <a:pt x="109" y="4352"/>
                    <a:pt x="216" y="6455"/>
                  </a:cubicBezTo>
                  <a:cubicBezTo>
                    <a:pt x="322" y="8559"/>
                    <a:pt x="972" y="12090"/>
                    <a:pt x="972" y="12090"/>
                  </a:cubicBezTo>
                  <a:cubicBezTo>
                    <a:pt x="972" y="12090"/>
                    <a:pt x="2283" y="11197"/>
                    <a:pt x="2566" y="10413"/>
                  </a:cubicBezTo>
                  <a:cubicBezTo>
                    <a:pt x="2852" y="9629"/>
                    <a:pt x="3922" y="8808"/>
                    <a:pt x="3922" y="8808"/>
                  </a:cubicBezTo>
                  <a:cubicBezTo>
                    <a:pt x="3922" y="8808"/>
                    <a:pt x="4350" y="7917"/>
                    <a:pt x="4493" y="6920"/>
                  </a:cubicBezTo>
                  <a:lnTo>
                    <a:pt x="4636" y="5921"/>
                  </a:lnTo>
                  <a:cubicBezTo>
                    <a:pt x="4636" y="5921"/>
                    <a:pt x="6327" y="6823"/>
                    <a:pt x="7453" y="6823"/>
                  </a:cubicBezTo>
                  <a:cubicBezTo>
                    <a:pt x="7593" y="6823"/>
                    <a:pt x="7725" y="6809"/>
                    <a:pt x="7843" y="6777"/>
                  </a:cubicBezTo>
                  <a:cubicBezTo>
                    <a:pt x="8913" y="6492"/>
                    <a:pt x="6989" y="4851"/>
                    <a:pt x="6988" y="4851"/>
                  </a:cubicBezTo>
                  <a:lnTo>
                    <a:pt x="6988" y="4851"/>
                  </a:lnTo>
                  <a:cubicBezTo>
                    <a:pt x="6989" y="4851"/>
                    <a:pt x="10209" y="6265"/>
                    <a:pt x="12598" y="6265"/>
                  </a:cubicBezTo>
                  <a:cubicBezTo>
                    <a:pt x="13427" y="6265"/>
                    <a:pt x="14157" y="6095"/>
                    <a:pt x="14616" y="5635"/>
                  </a:cubicBezTo>
                  <a:cubicBezTo>
                    <a:pt x="16398" y="3853"/>
                    <a:pt x="11908" y="3246"/>
                    <a:pt x="11907" y="3246"/>
                  </a:cubicBezTo>
                  <a:lnTo>
                    <a:pt x="11907" y="3246"/>
                  </a:lnTo>
                  <a:cubicBezTo>
                    <a:pt x="11907" y="3246"/>
                    <a:pt x="11932" y="3248"/>
                    <a:pt x="11977" y="3248"/>
                  </a:cubicBezTo>
                  <a:cubicBezTo>
                    <a:pt x="12225" y="3248"/>
                    <a:pt x="13105" y="3172"/>
                    <a:pt x="14011" y="2176"/>
                  </a:cubicBezTo>
                  <a:cubicBezTo>
                    <a:pt x="14654" y="1471"/>
                    <a:pt x="13484" y="1408"/>
                    <a:pt x="12230" y="1408"/>
                  </a:cubicBezTo>
                  <a:cubicBezTo>
                    <a:pt x="11954" y="1408"/>
                    <a:pt x="11675" y="1411"/>
                    <a:pt x="11410" y="1411"/>
                  </a:cubicBezTo>
                  <a:cubicBezTo>
                    <a:pt x="10872" y="1411"/>
                    <a:pt x="10393" y="1398"/>
                    <a:pt x="10126" y="1322"/>
                  </a:cubicBezTo>
                  <a:cubicBezTo>
                    <a:pt x="9473" y="1135"/>
                    <a:pt x="7724" y="354"/>
                    <a:pt x="5963" y="354"/>
                  </a:cubicBezTo>
                  <a:cubicBezTo>
                    <a:pt x="5030" y="354"/>
                    <a:pt x="4094" y="573"/>
                    <a:pt x="3316" y="1215"/>
                  </a:cubicBezTo>
                  <a:cubicBezTo>
                    <a:pt x="3100" y="346"/>
                    <a:pt x="2817" y="0"/>
                    <a:pt x="2547" y="0"/>
                  </a:cubicBezTo>
                  <a:close/>
                </a:path>
              </a:pathLst>
            </a:custGeom>
            <a:solidFill>
              <a:srgbClr val="5C0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7"/>
            <p:cNvSpPr/>
            <p:nvPr/>
          </p:nvSpPr>
          <p:spPr>
            <a:xfrm>
              <a:off x="3506330" y="833401"/>
              <a:ext cx="110028" cy="105847"/>
            </a:xfrm>
            <a:custGeom>
              <a:avLst/>
              <a:gdLst/>
              <a:ahLst/>
              <a:cxnLst/>
              <a:rect l="l" t="t" r="r" b="b"/>
              <a:pathLst>
                <a:path w="3447" h="3316" extrusionOk="0">
                  <a:moveTo>
                    <a:pt x="1789" y="1"/>
                  </a:moveTo>
                  <a:cubicBezTo>
                    <a:pt x="1118" y="1"/>
                    <a:pt x="512" y="404"/>
                    <a:pt x="257" y="1024"/>
                  </a:cubicBezTo>
                  <a:cubicBezTo>
                    <a:pt x="1" y="1642"/>
                    <a:pt x="141" y="2356"/>
                    <a:pt x="617" y="2829"/>
                  </a:cubicBezTo>
                  <a:cubicBezTo>
                    <a:pt x="933" y="3147"/>
                    <a:pt x="1357" y="3316"/>
                    <a:pt x="1788" y="3316"/>
                  </a:cubicBezTo>
                  <a:cubicBezTo>
                    <a:pt x="2002" y="3316"/>
                    <a:pt x="2217" y="3275"/>
                    <a:pt x="2422" y="3189"/>
                  </a:cubicBezTo>
                  <a:cubicBezTo>
                    <a:pt x="3042" y="2933"/>
                    <a:pt x="3445" y="2328"/>
                    <a:pt x="3447" y="1659"/>
                  </a:cubicBezTo>
                  <a:cubicBezTo>
                    <a:pt x="3447" y="743"/>
                    <a:pt x="2703" y="1"/>
                    <a:pt x="1789" y="1"/>
                  </a:cubicBezTo>
                  <a:close/>
                </a:path>
              </a:pathLst>
            </a:custGeom>
            <a:solidFill>
              <a:srgbClr val="BF3D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7"/>
            <p:cNvSpPr/>
            <p:nvPr/>
          </p:nvSpPr>
          <p:spPr>
            <a:xfrm>
              <a:off x="3506489" y="851915"/>
              <a:ext cx="84365" cy="87333"/>
            </a:xfrm>
            <a:custGeom>
              <a:avLst/>
              <a:gdLst/>
              <a:ahLst/>
              <a:cxnLst/>
              <a:rect l="l" t="t" r="r" b="b"/>
              <a:pathLst>
                <a:path w="2643" h="2736" extrusionOk="0">
                  <a:moveTo>
                    <a:pt x="877" y="1"/>
                  </a:moveTo>
                  <a:cubicBezTo>
                    <a:pt x="875" y="1"/>
                    <a:pt x="874" y="1"/>
                    <a:pt x="872" y="1"/>
                  </a:cubicBezTo>
                  <a:cubicBezTo>
                    <a:pt x="744" y="3"/>
                    <a:pt x="618" y="18"/>
                    <a:pt x="494" y="47"/>
                  </a:cubicBezTo>
                  <a:cubicBezTo>
                    <a:pt x="47" y="597"/>
                    <a:pt x="0" y="1371"/>
                    <a:pt x="377" y="1968"/>
                  </a:cubicBezTo>
                  <a:cubicBezTo>
                    <a:pt x="685" y="2453"/>
                    <a:pt x="1215" y="2735"/>
                    <a:pt x="1770" y="2735"/>
                  </a:cubicBezTo>
                  <a:cubicBezTo>
                    <a:pt x="1900" y="2735"/>
                    <a:pt x="2031" y="2720"/>
                    <a:pt x="2161" y="2688"/>
                  </a:cubicBezTo>
                  <a:cubicBezTo>
                    <a:pt x="2564" y="2194"/>
                    <a:pt x="2643" y="1512"/>
                    <a:pt x="2368" y="936"/>
                  </a:cubicBezTo>
                  <a:cubicBezTo>
                    <a:pt x="2092" y="362"/>
                    <a:pt x="1512" y="1"/>
                    <a:pt x="877" y="1"/>
                  </a:cubicBezTo>
                  <a:close/>
                </a:path>
              </a:pathLst>
            </a:custGeom>
            <a:solidFill>
              <a:srgbClr val="470313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7"/>
            <p:cNvSpPr/>
            <p:nvPr/>
          </p:nvSpPr>
          <p:spPr>
            <a:xfrm>
              <a:off x="3417751" y="1041618"/>
              <a:ext cx="332830" cy="141629"/>
            </a:xfrm>
            <a:custGeom>
              <a:avLst/>
              <a:gdLst/>
              <a:ahLst/>
              <a:cxnLst/>
              <a:rect l="l" t="t" r="r" b="b"/>
              <a:pathLst>
                <a:path w="10427" h="4437" extrusionOk="0">
                  <a:moveTo>
                    <a:pt x="1048" y="1"/>
                  </a:moveTo>
                  <a:cubicBezTo>
                    <a:pt x="633" y="1"/>
                    <a:pt x="240" y="290"/>
                    <a:pt x="148" y="737"/>
                  </a:cubicBezTo>
                  <a:cubicBezTo>
                    <a:pt x="78" y="1101"/>
                    <a:pt x="29" y="1468"/>
                    <a:pt x="1" y="1836"/>
                  </a:cubicBezTo>
                  <a:cubicBezTo>
                    <a:pt x="1478" y="4072"/>
                    <a:pt x="4998" y="4436"/>
                    <a:pt x="7135" y="4436"/>
                  </a:cubicBezTo>
                  <a:cubicBezTo>
                    <a:pt x="8168" y="4436"/>
                    <a:pt x="8877" y="4351"/>
                    <a:pt x="8877" y="4351"/>
                  </a:cubicBezTo>
                  <a:lnTo>
                    <a:pt x="10427" y="1623"/>
                  </a:lnTo>
                  <a:lnTo>
                    <a:pt x="10427" y="1623"/>
                  </a:lnTo>
                  <a:lnTo>
                    <a:pt x="8609" y="1676"/>
                  </a:lnTo>
                  <a:cubicBezTo>
                    <a:pt x="8295" y="1696"/>
                    <a:pt x="7989" y="1705"/>
                    <a:pt x="7692" y="1705"/>
                  </a:cubicBezTo>
                  <a:cubicBezTo>
                    <a:pt x="4697" y="1705"/>
                    <a:pt x="2593" y="769"/>
                    <a:pt x="1501" y="125"/>
                  </a:cubicBezTo>
                  <a:cubicBezTo>
                    <a:pt x="1357" y="40"/>
                    <a:pt x="1201" y="1"/>
                    <a:pt x="1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7"/>
            <p:cNvSpPr/>
            <p:nvPr/>
          </p:nvSpPr>
          <p:spPr>
            <a:xfrm>
              <a:off x="3993338" y="1355395"/>
              <a:ext cx="549279" cy="447550"/>
            </a:xfrm>
            <a:custGeom>
              <a:avLst/>
              <a:gdLst/>
              <a:ahLst/>
              <a:cxnLst/>
              <a:rect l="l" t="t" r="r" b="b"/>
              <a:pathLst>
                <a:path w="17208" h="14021" extrusionOk="0">
                  <a:moveTo>
                    <a:pt x="3965" y="0"/>
                  </a:moveTo>
                  <a:cubicBezTo>
                    <a:pt x="1" y="3178"/>
                    <a:pt x="250" y="7496"/>
                    <a:pt x="838" y="9978"/>
                  </a:cubicBezTo>
                  <a:cubicBezTo>
                    <a:pt x="3247" y="11200"/>
                    <a:pt x="6156" y="12600"/>
                    <a:pt x="8225" y="13344"/>
                  </a:cubicBezTo>
                  <a:cubicBezTo>
                    <a:pt x="9574" y="13828"/>
                    <a:pt x="10844" y="14021"/>
                    <a:pt x="11960" y="14021"/>
                  </a:cubicBezTo>
                  <a:cubicBezTo>
                    <a:pt x="14295" y="14021"/>
                    <a:pt x="15955" y="13176"/>
                    <a:pt x="16245" y="12380"/>
                  </a:cubicBezTo>
                  <a:cubicBezTo>
                    <a:pt x="16673" y="11204"/>
                    <a:pt x="17208" y="9004"/>
                    <a:pt x="13037" y="6415"/>
                  </a:cubicBezTo>
                  <a:cubicBezTo>
                    <a:pt x="10870" y="5068"/>
                    <a:pt x="7200" y="2372"/>
                    <a:pt x="3965" y="0"/>
                  </a:cubicBezTo>
                  <a:close/>
                </a:path>
              </a:pathLst>
            </a:custGeom>
            <a:solidFill>
              <a:srgbClr val="BF3D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7"/>
            <p:cNvSpPr/>
            <p:nvPr/>
          </p:nvSpPr>
          <p:spPr>
            <a:xfrm>
              <a:off x="4154727" y="4002967"/>
              <a:ext cx="656467" cy="281886"/>
            </a:xfrm>
            <a:custGeom>
              <a:avLst/>
              <a:gdLst/>
              <a:ahLst/>
              <a:cxnLst/>
              <a:rect l="l" t="t" r="r" b="b"/>
              <a:pathLst>
                <a:path w="20566" h="8831" extrusionOk="0">
                  <a:moveTo>
                    <a:pt x="19355" y="0"/>
                  </a:moveTo>
                  <a:cubicBezTo>
                    <a:pt x="16027" y="1021"/>
                    <a:pt x="11652" y="1323"/>
                    <a:pt x="7641" y="1323"/>
                  </a:cubicBezTo>
                  <a:cubicBezTo>
                    <a:pt x="4720" y="1323"/>
                    <a:pt x="1991" y="1163"/>
                    <a:pt x="0" y="1004"/>
                  </a:cubicBezTo>
                  <a:lnTo>
                    <a:pt x="0" y="1004"/>
                  </a:lnTo>
                  <a:lnTo>
                    <a:pt x="32" y="8373"/>
                  </a:lnTo>
                  <a:cubicBezTo>
                    <a:pt x="2475" y="8704"/>
                    <a:pt x="4918" y="8830"/>
                    <a:pt x="7222" y="8830"/>
                  </a:cubicBezTo>
                  <a:cubicBezTo>
                    <a:pt x="14603" y="8830"/>
                    <a:pt x="20566" y="7538"/>
                    <a:pt x="20566" y="7538"/>
                  </a:cubicBezTo>
                  <a:lnTo>
                    <a:pt x="193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7"/>
            <p:cNvSpPr/>
            <p:nvPr/>
          </p:nvSpPr>
          <p:spPr>
            <a:xfrm>
              <a:off x="2640013" y="3900088"/>
              <a:ext cx="634314" cy="308092"/>
            </a:xfrm>
            <a:custGeom>
              <a:avLst/>
              <a:gdLst/>
              <a:ahLst/>
              <a:cxnLst/>
              <a:rect l="l" t="t" r="r" b="b"/>
              <a:pathLst>
                <a:path w="19872" h="9652" extrusionOk="0">
                  <a:moveTo>
                    <a:pt x="3284" y="1"/>
                  </a:moveTo>
                  <a:lnTo>
                    <a:pt x="0" y="5482"/>
                  </a:lnTo>
                  <a:cubicBezTo>
                    <a:pt x="7635" y="9529"/>
                    <a:pt x="16657" y="9651"/>
                    <a:pt x="17720" y="9651"/>
                  </a:cubicBezTo>
                  <a:cubicBezTo>
                    <a:pt x="17788" y="9651"/>
                    <a:pt x="17823" y="9651"/>
                    <a:pt x="17823" y="9651"/>
                  </a:cubicBezTo>
                  <a:lnTo>
                    <a:pt x="19871" y="4600"/>
                  </a:lnTo>
                  <a:cubicBezTo>
                    <a:pt x="13192" y="3647"/>
                    <a:pt x="6775" y="1384"/>
                    <a:pt x="3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7"/>
            <p:cNvSpPr/>
            <p:nvPr/>
          </p:nvSpPr>
          <p:spPr>
            <a:xfrm>
              <a:off x="3796070" y="1560164"/>
              <a:ext cx="84237" cy="313901"/>
            </a:xfrm>
            <a:custGeom>
              <a:avLst/>
              <a:gdLst/>
              <a:ahLst/>
              <a:cxnLst/>
              <a:rect l="l" t="t" r="r" b="b"/>
              <a:pathLst>
                <a:path w="2639" h="9834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1019" y="7048"/>
                    <a:pt x="2404" y="9833"/>
                  </a:cubicBezTo>
                  <a:cubicBezTo>
                    <a:pt x="2230" y="4346"/>
                    <a:pt x="2639" y="1260"/>
                    <a:pt x="2639" y="126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7"/>
            <p:cNvSpPr/>
            <p:nvPr/>
          </p:nvSpPr>
          <p:spPr>
            <a:xfrm>
              <a:off x="2865306" y="791298"/>
              <a:ext cx="288621" cy="250380"/>
            </a:xfrm>
            <a:custGeom>
              <a:avLst/>
              <a:gdLst/>
              <a:ahLst/>
              <a:cxnLst/>
              <a:rect l="l" t="t" r="r" b="b"/>
              <a:pathLst>
                <a:path w="9042" h="7844" extrusionOk="0">
                  <a:moveTo>
                    <a:pt x="8061" y="1"/>
                  </a:moveTo>
                  <a:cubicBezTo>
                    <a:pt x="6066" y="84"/>
                    <a:pt x="1237" y="789"/>
                    <a:pt x="1" y="5555"/>
                  </a:cubicBezTo>
                  <a:cubicBezTo>
                    <a:pt x="397" y="6294"/>
                    <a:pt x="821" y="7061"/>
                    <a:pt x="1260" y="7843"/>
                  </a:cubicBezTo>
                  <a:cubicBezTo>
                    <a:pt x="2712" y="3238"/>
                    <a:pt x="7392" y="2149"/>
                    <a:pt x="9041" y="1906"/>
                  </a:cubicBezTo>
                  <a:cubicBezTo>
                    <a:pt x="8655" y="1173"/>
                    <a:pt x="8327" y="538"/>
                    <a:pt x="8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7"/>
            <p:cNvSpPr/>
            <p:nvPr/>
          </p:nvSpPr>
          <p:spPr>
            <a:xfrm>
              <a:off x="3414942" y="1751399"/>
              <a:ext cx="331425" cy="478513"/>
            </a:xfrm>
            <a:custGeom>
              <a:avLst/>
              <a:gdLst/>
              <a:ahLst/>
              <a:cxnLst/>
              <a:rect l="l" t="t" r="r" b="b"/>
              <a:pathLst>
                <a:path w="10383" h="14991" extrusionOk="0">
                  <a:moveTo>
                    <a:pt x="155" y="1"/>
                  </a:moveTo>
                  <a:cubicBezTo>
                    <a:pt x="22" y="1"/>
                    <a:pt x="0" y="372"/>
                    <a:pt x="89" y="1221"/>
                  </a:cubicBezTo>
                  <a:cubicBezTo>
                    <a:pt x="545" y="5573"/>
                    <a:pt x="6606" y="12644"/>
                    <a:pt x="8716" y="14990"/>
                  </a:cubicBezTo>
                  <a:cubicBezTo>
                    <a:pt x="9276" y="14926"/>
                    <a:pt x="9833" y="14833"/>
                    <a:pt x="10383" y="14707"/>
                  </a:cubicBezTo>
                  <a:cubicBezTo>
                    <a:pt x="4240" y="9257"/>
                    <a:pt x="818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7"/>
            <p:cNvSpPr/>
            <p:nvPr/>
          </p:nvSpPr>
          <p:spPr>
            <a:xfrm>
              <a:off x="3427423" y="1344159"/>
              <a:ext cx="297143" cy="627132"/>
            </a:xfrm>
            <a:custGeom>
              <a:avLst/>
              <a:gdLst/>
              <a:ahLst/>
              <a:cxnLst/>
              <a:rect l="l" t="t" r="r" b="b"/>
              <a:pathLst>
                <a:path w="9309" h="19647" extrusionOk="0">
                  <a:moveTo>
                    <a:pt x="1" y="1"/>
                  </a:moveTo>
                  <a:cubicBezTo>
                    <a:pt x="1" y="3"/>
                    <a:pt x="530" y="10274"/>
                    <a:pt x="6682" y="17973"/>
                  </a:cubicBezTo>
                  <a:cubicBezTo>
                    <a:pt x="7615" y="19141"/>
                    <a:pt x="8119" y="19646"/>
                    <a:pt x="8299" y="19646"/>
                  </a:cubicBezTo>
                  <a:cubicBezTo>
                    <a:pt x="9309" y="19646"/>
                    <a:pt x="243" y="3868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7"/>
            <p:cNvSpPr/>
            <p:nvPr/>
          </p:nvSpPr>
          <p:spPr>
            <a:xfrm>
              <a:off x="3616327" y="600638"/>
              <a:ext cx="380103" cy="470628"/>
            </a:xfrm>
            <a:custGeom>
              <a:avLst/>
              <a:gdLst/>
              <a:ahLst/>
              <a:cxnLst/>
              <a:rect l="l" t="t" r="r" b="b"/>
              <a:pathLst>
                <a:path w="11908" h="14744" extrusionOk="0">
                  <a:moveTo>
                    <a:pt x="2961" y="0"/>
                  </a:moveTo>
                  <a:cubicBezTo>
                    <a:pt x="2961" y="0"/>
                    <a:pt x="4922" y="1196"/>
                    <a:pt x="3782" y="2025"/>
                  </a:cubicBezTo>
                  <a:cubicBezTo>
                    <a:pt x="2822" y="2719"/>
                    <a:pt x="808" y="2775"/>
                    <a:pt x="187" y="2775"/>
                  </a:cubicBezTo>
                  <a:cubicBezTo>
                    <a:pt x="69" y="2775"/>
                    <a:pt x="1" y="2773"/>
                    <a:pt x="1" y="2773"/>
                  </a:cubicBezTo>
                  <a:lnTo>
                    <a:pt x="1" y="2773"/>
                  </a:lnTo>
                  <a:cubicBezTo>
                    <a:pt x="1" y="2773"/>
                    <a:pt x="1499" y="4333"/>
                    <a:pt x="1448" y="5974"/>
                  </a:cubicBezTo>
                  <a:cubicBezTo>
                    <a:pt x="977" y="9068"/>
                    <a:pt x="2823" y="12934"/>
                    <a:pt x="3730" y="14605"/>
                  </a:cubicBezTo>
                  <a:cubicBezTo>
                    <a:pt x="4183" y="14697"/>
                    <a:pt x="4643" y="14744"/>
                    <a:pt x="5104" y="14744"/>
                  </a:cubicBezTo>
                  <a:cubicBezTo>
                    <a:pt x="5114" y="14744"/>
                    <a:pt x="5125" y="14744"/>
                    <a:pt x="5135" y="14743"/>
                  </a:cubicBezTo>
                  <a:cubicBezTo>
                    <a:pt x="5533" y="14590"/>
                    <a:pt x="5825" y="13258"/>
                    <a:pt x="6026" y="11668"/>
                  </a:cubicBezTo>
                  <a:cubicBezTo>
                    <a:pt x="6153" y="11693"/>
                    <a:pt x="6291" y="11713"/>
                    <a:pt x="6410" y="11713"/>
                  </a:cubicBezTo>
                  <a:cubicBezTo>
                    <a:pt x="6568" y="11713"/>
                    <a:pt x="6691" y="11677"/>
                    <a:pt x="6703" y="11570"/>
                  </a:cubicBezTo>
                  <a:cubicBezTo>
                    <a:pt x="6738" y="11248"/>
                    <a:pt x="6277" y="8825"/>
                    <a:pt x="6277" y="8825"/>
                  </a:cubicBezTo>
                  <a:cubicBezTo>
                    <a:pt x="6348" y="7649"/>
                    <a:pt x="6369" y="6617"/>
                    <a:pt x="6345" y="6117"/>
                  </a:cubicBezTo>
                  <a:cubicBezTo>
                    <a:pt x="6345" y="5906"/>
                    <a:pt x="6348" y="5722"/>
                    <a:pt x="6350" y="5552"/>
                  </a:cubicBezTo>
                  <a:cubicBezTo>
                    <a:pt x="6947" y="5669"/>
                    <a:pt x="7551" y="5746"/>
                    <a:pt x="8109" y="5746"/>
                  </a:cubicBezTo>
                  <a:cubicBezTo>
                    <a:pt x="8938" y="5746"/>
                    <a:pt x="9666" y="5577"/>
                    <a:pt x="10126" y="5117"/>
                  </a:cubicBezTo>
                  <a:cubicBezTo>
                    <a:pt x="11908" y="3335"/>
                    <a:pt x="7416" y="2730"/>
                    <a:pt x="7415" y="2730"/>
                  </a:cubicBezTo>
                  <a:lnTo>
                    <a:pt x="7415" y="2730"/>
                  </a:lnTo>
                  <a:cubicBezTo>
                    <a:pt x="7415" y="2730"/>
                    <a:pt x="7440" y="2733"/>
                    <a:pt x="7485" y="2733"/>
                  </a:cubicBezTo>
                  <a:cubicBezTo>
                    <a:pt x="7733" y="2733"/>
                    <a:pt x="8613" y="2656"/>
                    <a:pt x="9521" y="1660"/>
                  </a:cubicBezTo>
                  <a:cubicBezTo>
                    <a:pt x="10164" y="953"/>
                    <a:pt x="8988" y="890"/>
                    <a:pt x="7732" y="890"/>
                  </a:cubicBezTo>
                  <a:cubicBezTo>
                    <a:pt x="7459" y="890"/>
                    <a:pt x="7183" y="893"/>
                    <a:pt x="6921" y="893"/>
                  </a:cubicBezTo>
                  <a:cubicBezTo>
                    <a:pt x="6381" y="893"/>
                    <a:pt x="5901" y="880"/>
                    <a:pt x="5634" y="804"/>
                  </a:cubicBezTo>
                  <a:cubicBezTo>
                    <a:pt x="5169" y="671"/>
                    <a:pt x="4150" y="239"/>
                    <a:pt x="2967" y="0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7"/>
            <p:cNvSpPr/>
            <p:nvPr/>
          </p:nvSpPr>
          <p:spPr>
            <a:xfrm>
              <a:off x="2749531" y="607692"/>
              <a:ext cx="569964" cy="1543013"/>
            </a:xfrm>
            <a:custGeom>
              <a:avLst/>
              <a:gdLst/>
              <a:ahLst/>
              <a:cxnLst/>
              <a:rect l="l" t="t" r="r" b="b"/>
              <a:pathLst>
                <a:path w="17856" h="48340" extrusionOk="0">
                  <a:moveTo>
                    <a:pt x="772" y="1"/>
                  </a:moveTo>
                  <a:cubicBezTo>
                    <a:pt x="169" y="1412"/>
                    <a:pt x="0" y="3327"/>
                    <a:pt x="989" y="5859"/>
                  </a:cubicBezTo>
                  <a:cubicBezTo>
                    <a:pt x="3027" y="11072"/>
                    <a:pt x="10337" y="22926"/>
                    <a:pt x="13706" y="28279"/>
                  </a:cubicBezTo>
                  <a:cubicBezTo>
                    <a:pt x="13923" y="29110"/>
                    <a:pt x="14175" y="29978"/>
                    <a:pt x="14465" y="30883"/>
                  </a:cubicBezTo>
                  <a:cubicBezTo>
                    <a:pt x="17146" y="39276"/>
                    <a:pt x="17728" y="46055"/>
                    <a:pt x="17853" y="48340"/>
                  </a:cubicBezTo>
                  <a:cubicBezTo>
                    <a:pt x="17855" y="44035"/>
                    <a:pt x="17244" y="32571"/>
                    <a:pt x="16675" y="28925"/>
                  </a:cubicBezTo>
                  <a:cubicBezTo>
                    <a:pt x="16065" y="25016"/>
                    <a:pt x="12753" y="18028"/>
                    <a:pt x="12753" y="18028"/>
                  </a:cubicBezTo>
                  <a:cubicBezTo>
                    <a:pt x="12753" y="18028"/>
                    <a:pt x="8165" y="9318"/>
                    <a:pt x="5838" y="4779"/>
                  </a:cubicBezTo>
                  <a:cubicBezTo>
                    <a:pt x="4506" y="2181"/>
                    <a:pt x="2360" y="751"/>
                    <a:pt x="772" y="1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7"/>
            <p:cNvSpPr/>
            <p:nvPr/>
          </p:nvSpPr>
          <p:spPr>
            <a:xfrm>
              <a:off x="4469748" y="2936890"/>
              <a:ext cx="188520" cy="354599"/>
            </a:xfrm>
            <a:custGeom>
              <a:avLst/>
              <a:gdLst/>
              <a:ahLst/>
              <a:cxnLst/>
              <a:rect l="l" t="t" r="r" b="b"/>
              <a:pathLst>
                <a:path w="5906" h="11109" extrusionOk="0">
                  <a:moveTo>
                    <a:pt x="610" y="1"/>
                  </a:moveTo>
                  <a:cubicBezTo>
                    <a:pt x="207" y="994"/>
                    <a:pt x="0" y="2057"/>
                    <a:pt x="0" y="3129"/>
                  </a:cubicBezTo>
                  <a:cubicBezTo>
                    <a:pt x="0" y="6886"/>
                    <a:pt x="2488" y="10064"/>
                    <a:pt x="5906" y="11108"/>
                  </a:cubicBezTo>
                  <a:lnTo>
                    <a:pt x="5710" y="9898"/>
                  </a:lnTo>
                  <a:cubicBezTo>
                    <a:pt x="5124" y="6239"/>
                    <a:pt x="3402" y="2846"/>
                    <a:pt x="776" y="171"/>
                  </a:cubicBezTo>
                  <a:lnTo>
                    <a:pt x="61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7"/>
            <p:cNvSpPr/>
            <p:nvPr/>
          </p:nvSpPr>
          <p:spPr>
            <a:xfrm>
              <a:off x="3374307" y="3260786"/>
              <a:ext cx="167516" cy="407299"/>
            </a:xfrm>
            <a:custGeom>
              <a:avLst/>
              <a:gdLst/>
              <a:ahLst/>
              <a:cxnLst/>
              <a:rect l="l" t="t" r="r" b="b"/>
              <a:pathLst>
                <a:path w="5248" h="12760" extrusionOk="0">
                  <a:moveTo>
                    <a:pt x="5247" y="0"/>
                  </a:moveTo>
                  <a:lnTo>
                    <a:pt x="5247" y="0"/>
                  </a:lnTo>
                  <a:cubicBezTo>
                    <a:pt x="2176" y="1230"/>
                    <a:pt x="4" y="4233"/>
                    <a:pt x="4" y="7745"/>
                  </a:cubicBezTo>
                  <a:cubicBezTo>
                    <a:pt x="0" y="9554"/>
                    <a:pt x="588" y="11314"/>
                    <a:pt x="1680" y="12759"/>
                  </a:cubicBezTo>
                  <a:lnTo>
                    <a:pt x="3945" y="7167"/>
                  </a:lnTo>
                  <a:lnTo>
                    <a:pt x="52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7"/>
            <p:cNvSpPr/>
            <p:nvPr/>
          </p:nvSpPr>
          <p:spPr>
            <a:xfrm>
              <a:off x="4408653" y="3052346"/>
              <a:ext cx="402479" cy="1232176"/>
            </a:xfrm>
            <a:custGeom>
              <a:avLst/>
              <a:gdLst/>
              <a:ahLst/>
              <a:cxnLst/>
              <a:rect l="l" t="t" r="r" b="b"/>
              <a:pathLst>
                <a:path w="12609" h="38602" extrusionOk="0">
                  <a:moveTo>
                    <a:pt x="5344" y="0"/>
                  </a:moveTo>
                  <a:cubicBezTo>
                    <a:pt x="3366" y="1780"/>
                    <a:pt x="1" y="6097"/>
                    <a:pt x="203" y="14795"/>
                  </a:cubicBezTo>
                  <a:cubicBezTo>
                    <a:pt x="427" y="24432"/>
                    <a:pt x="295" y="34661"/>
                    <a:pt x="227" y="38602"/>
                  </a:cubicBezTo>
                  <a:cubicBezTo>
                    <a:pt x="7157" y="38500"/>
                    <a:pt x="12609" y="37319"/>
                    <a:pt x="12609" y="37319"/>
                  </a:cubicBezTo>
                  <a:lnTo>
                    <a:pt x="7624" y="6281"/>
                  </a:lnTo>
                  <a:cubicBezTo>
                    <a:pt x="7266" y="4062"/>
                    <a:pt x="6492" y="1931"/>
                    <a:pt x="5344" y="0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7"/>
            <p:cNvSpPr/>
            <p:nvPr/>
          </p:nvSpPr>
          <p:spPr>
            <a:xfrm>
              <a:off x="4665867" y="1070474"/>
              <a:ext cx="149003" cy="252902"/>
            </a:xfrm>
            <a:custGeom>
              <a:avLst/>
              <a:gdLst/>
              <a:ahLst/>
              <a:cxnLst/>
              <a:rect l="l" t="t" r="r" b="b"/>
              <a:pathLst>
                <a:path w="4668" h="7923" extrusionOk="0">
                  <a:moveTo>
                    <a:pt x="4508" y="0"/>
                  </a:moveTo>
                  <a:cubicBezTo>
                    <a:pt x="4089" y="0"/>
                    <a:pt x="2844" y="77"/>
                    <a:pt x="689" y="832"/>
                  </a:cubicBezTo>
                  <a:cubicBezTo>
                    <a:pt x="1094" y="3481"/>
                    <a:pt x="1" y="7846"/>
                    <a:pt x="1" y="7846"/>
                  </a:cubicBezTo>
                  <a:cubicBezTo>
                    <a:pt x="1" y="7846"/>
                    <a:pt x="154" y="7922"/>
                    <a:pt x="491" y="7922"/>
                  </a:cubicBezTo>
                  <a:cubicBezTo>
                    <a:pt x="1069" y="7922"/>
                    <a:pt x="2189" y="7697"/>
                    <a:pt x="4003" y="6471"/>
                  </a:cubicBezTo>
                  <a:cubicBezTo>
                    <a:pt x="3879" y="3641"/>
                    <a:pt x="4668" y="5"/>
                    <a:pt x="4668" y="5"/>
                  </a:cubicBezTo>
                  <a:cubicBezTo>
                    <a:pt x="4668" y="5"/>
                    <a:pt x="4615" y="0"/>
                    <a:pt x="4508" y="0"/>
                  </a:cubicBez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7"/>
            <p:cNvSpPr/>
            <p:nvPr/>
          </p:nvSpPr>
          <p:spPr>
            <a:xfrm>
              <a:off x="4683359" y="1097032"/>
              <a:ext cx="107985" cy="132276"/>
            </a:xfrm>
            <a:custGeom>
              <a:avLst/>
              <a:gdLst/>
              <a:ahLst/>
              <a:cxnLst/>
              <a:rect l="l" t="t" r="r" b="b"/>
              <a:pathLst>
                <a:path w="3383" h="4144" extrusionOk="0">
                  <a:moveTo>
                    <a:pt x="2402" y="0"/>
                  </a:moveTo>
                  <a:lnTo>
                    <a:pt x="220" y="902"/>
                  </a:lnTo>
                  <a:cubicBezTo>
                    <a:pt x="260" y="1940"/>
                    <a:pt x="150" y="3107"/>
                    <a:pt x="0" y="4143"/>
                  </a:cubicBezTo>
                  <a:cubicBezTo>
                    <a:pt x="2208" y="3058"/>
                    <a:pt x="3383" y="320"/>
                    <a:pt x="3383" y="320"/>
                  </a:cubicBezTo>
                  <a:lnTo>
                    <a:pt x="2402" y="0"/>
                  </a:lnTo>
                  <a:close/>
                </a:path>
              </a:pathLst>
            </a:custGeom>
            <a:solidFill>
              <a:srgbClr val="3D1107">
                <a:alpha val="51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7"/>
            <p:cNvSpPr/>
            <p:nvPr/>
          </p:nvSpPr>
          <p:spPr>
            <a:xfrm>
              <a:off x="4796070" y="750696"/>
              <a:ext cx="138756" cy="133489"/>
            </a:xfrm>
            <a:custGeom>
              <a:avLst/>
              <a:gdLst/>
              <a:ahLst/>
              <a:cxnLst/>
              <a:rect l="l" t="t" r="r" b="b"/>
              <a:pathLst>
                <a:path w="4347" h="4182" extrusionOk="0">
                  <a:moveTo>
                    <a:pt x="2259" y="0"/>
                  </a:moveTo>
                  <a:cubicBezTo>
                    <a:pt x="2258" y="0"/>
                    <a:pt x="2257" y="0"/>
                    <a:pt x="2256" y="0"/>
                  </a:cubicBezTo>
                  <a:cubicBezTo>
                    <a:pt x="1409" y="0"/>
                    <a:pt x="646" y="510"/>
                    <a:pt x="325" y="1290"/>
                  </a:cubicBezTo>
                  <a:cubicBezTo>
                    <a:pt x="1" y="2072"/>
                    <a:pt x="180" y="2971"/>
                    <a:pt x="776" y="3570"/>
                  </a:cubicBezTo>
                  <a:cubicBezTo>
                    <a:pt x="1177" y="3969"/>
                    <a:pt x="1712" y="4181"/>
                    <a:pt x="2256" y="4181"/>
                  </a:cubicBezTo>
                  <a:cubicBezTo>
                    <a:pt x="2526" y="4181"/>
                    <a:pt x="2798" y="4129"/>
                    <a:pt x="3057" y="4022"/>
                  </a:cubicBezTo>
                  <a:cubicBezTo>
                    <a:pt x="3837" y="3698"/>
                    <a:pt x="4346" y="2937"/>
                    <a:pt x="4346" y="2091"/>
                  </a:cubicBezTo>
                  <a:cubicBezTo>
                    <a:pt x="4346" y="937"/>
                    <a:pt x="3413" y="0"/>
                    <a:pt x="22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4557497" y="773136"/>
              <a:ext cx="389009" cy="415375"/>
            </a:xfrm>
            <a:custGeom>
              <a:avLst/>
              <a:gdLst/>
              <a:ahLst/>
              <a:cxnLst/>
              <a:rect l="l" t="t" r="r" b="b"/>
              <a:pathLst>
                <a:path w="12187" h="13013" extrusionOk="0">
                  <a:moveTo>
                    <a:pt x="6707" y="0"/>
                  </a:moveTo>
                  <a:cubicBezTo>
                    <a:pt x="4434" y="0"/>
                    <a:pt x="2321" y="1249"/>
                    <a:pt x="1637" y="2085"/>
                  </a:cubicBezTo>
                  <a:cubicBezTo>
                    <a:pt x="546" y="3419"/>
                    <a:pt x="1" y="8937"/>
                    <a:pt x="365" y="11057"/>
                  </a:cubicBezTo>
                  <a:cubicBezTo>
                    <a:pt x="599" y="12426"/>
                    <a:pt x="1237" y="13012"/>
                    <a:pt x="2329" y="13012"/>
                  </a:cubicBezTo>
                  <a:cubicBezTo>
                    <a:pt x="2928" y="13012"/>
                    <a:pt x="3665" y="12835"/>
                    <a:pt x="4546" y="12513"/>
                  </a:cubicBezTo>
                  <a:cubicBezTo>
                    <a:pt x="7034" y="11603"/>
                    <a:pt x="8063" y="9320"/>
                    <a:pt x="8063" y="9320"/>
                  </a:cubicBezTo>
                  <a:lnTo>
                    <a:pt x="9578" y="8594"/>
                  </a:lnTo>
                  <a:cubicBezTo>
                    <a:pt x="9578" y="8594"/>
                    <a:pt x="12187" y="3238"/>
                    <a:pt x="10671" y="1680"/>
                  </a:cubicBezTo>
                  <a:cubicBezTo>
                    <a:pt x="9472" y="443"/>
                    <a:pt x="8061" y="0"/>
                    <a:pt x="6707" y="0"/>
                  </a:cubicBez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7"/>
            <p:cNvSpPr/>
            <p:nvPr/>
          </p:nvSpPr>
          <p:spPr>
            <a:xfrm>
              <a:off x="4634904" y="985853"/>
              <a:ext cx="117402" cy="54487"/>
            </a:xfrm>
            <a:custGeom>
              <a:avLst/>
              <a:gdLst/>
              <a:ahLst/>
              <a:cxnLst/>
              <a:rect l="l" t="t" r="r" b="b"/>
              <a:pathLst>
                <a:path w="3678" h="1707" extrusionOk="0">
                  <a:moveTo>
                    <a:pt x="1928" y="1"/>
                  </a:moveTo>
                  <a:cubicBezTo>
                    <a:pt x="698" y="1"/>
                    <a:pt x="1" y="1120"/>
                    <a:pt x="1" y="1120"/>
                  </a:cubicBezTo>
                  <a:cubicBezTo>
                    <a:pt x="426" y="1397"/>
                    <a:pt x="1142" y="1707"/>
                    <a:pt x="1872" y="1707"/>
                  </a:cubicBezTo>
                  <a:cubicBezTo>
                    <a:pt x="2530" y="1707"/>
                    <a:pt x="3199" y="1455"/>
                    <a:pt x="3677" y="702"/>
                  </a:cubicBezTo>
                  <a:cubicBezTo>
                    <a:pt x="3014" y="185"/>
                    <a:pt x="2427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7"/>
            <p:cNvSpPr/>
            <p:nvPr/>
          </p:nvSpPr>
          <p:spPr>
            <a:xfrm>
              <a:off x="4568191" y="968233"/>
              <a:ext cx="21801" cy="42422"/>
            </a:xfrm>
            <a:custGeom>
              <a:avLst/>
              <a:gdLst/>
              <a:ahLst/>
              <a:cxnLst/>
              <a:rect l="l" t="t" r="r" b="b"/>
              <a:pathLst>
                <a:path w="683" h="1329" extrusionOk="0">
                  <a:moveTo>
                    <a:pt x="141" y="1"/>
                  </a:moveTo>
                  <a:cubicBezTo>
                    <a:pt x="83" y="438"/>
                    <a:pt x="37" y="879"/>
                    <a:pt x="0" y="1316"/>
                  </a:cubicBezTo>
                  <a:cubicBezTo>
                    <a:pt x="99" y="1324"/>
                    <a:pt x="199" y="1328"/>
                    <a:pt x="298" y="1328"/>
                  </a:cubicBezTo>
                  <a:cubicBezTo>
                    <a:pt x="426" y="1328"/>
                    <a:pt x="555" y="1321"/>
                    <a:pt x="682" y="1309"/>
                  </a:cubicBezTo>
                  <a:cubicBezTo>
                    <a:pt x="682" y="1309"/>
                    <a:pt x="614" y="598"/>
                    <a:pt x="141" y="1"/>
                  </a:cubicBezTo>
                  <a:close/>
                </a:path>
              </a:pathLst>
            </a:custGeom>
            <a:solidFill>
              <a:srgbClr val="3D11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4634904" y="985885"/>
              <a:ext cx="86088" cy="54392"/>
            </a:xfrm>
            <a:custGeom>
              <a:avLst/>
              <a:gdLst/>
              <a:ahLst/>
              <a:cxnLst/>
              <a:rect l="l" t="t" r="r" b="b"/>
              <a:pathLst>
                <a:path w="2697" h="1704" extrusionOk="0">
                  <a:moveTo>
                    <a:pt x="1930" y="0"/>
                  </a:moveTo>
                  <a:cubicBezTo>
                    <a:pt x="698" y="0"/>
                    <a:pt x="1" y="1119"/>
                    <a:pt x="1" y="1119"/>
                  </a:cubicBezTo>
                  <a:cubicBezTo>
                    <a:pt x="426" y="1395"/>
                    <a:pt x="1140" y="1704"/>
                    <a:pt x="1869" y="1704"/>
                  </a:cubicBezTo>
                  <a:cubicBezTo>
                    <a:pt x="2083" y="1704"/>
                    <a:pt x="2299" y="1677"/>
                    <a:pt x="2509" y="1615"/>
                  </a:cubicBezTo>
                  <a:cubicBezTo>
                    <a:pt x="2697" y="1089"/>
                    <a:pt x="2624" y="503"/>
                    <a:pt x="2315" y="36"/>
                  </a:cubicBezTo>
                  <a:cubicBezTo>
                    <a:pt x="2182" y="11"/>
                    <a:pt x="2053" y="0"/>
                    <a:pt x="1930" y="0"/>
                  </a:cubicBezTo>
                  <a:close/>
                </a:path>
              </a:pathLst>
            </a:custGeom>
            <a:solidFill>
              <a:srgbClr val="3D11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7"/>
            <p:cNvSpPr/>
            <p:nvPr/>
          </p:nvSpPr>
          <p:spPr>
            <a:xfrm>
              <a:off x="4651598" y="891305"/>
              <a:ext cx="101442" cy="40858"/>
            </a:xfrm>
            <a:custGeom>
              <a:avLst/>
              <a:gdLst/>
              <a:ahLst/>
              <a:cxnLst/>
              <a:rect l="l" t="t" r="r" b="b"/>
              <a:pathLst>
                <a:path w="3178" h="1280" fill="none" extrusionOk="0">
                  <a:moveTo>
                    <a:pt x="0" y="951"/>
                  </a:moveTo>
                  <a:cubicBezTo>
                    <a:pt x="0" y="951"/>
                    <a:pt x="1711" y="1"/>
                    <a:pt x="3178" y="1279"/>
                  </a:cubicBezTo>
                </a:path>
              </a:pathLst>
            </a:custGeom>
            <a:solidFill>
              <a:srgbClr val="3D1107"/>
            </a:solidFill>
            <a:ln w="9525" cap="flat" cmpd="sng">
              <a:solidFill>
                <a:srgbClr val="3D1107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7"/>
            <p:cNvSpPr/>
            <p:nvPr/>
          </p:nvSpPr>
          <p:spPr>
            <a:xfrm>
              <a:off x="4581310" y="911926"/>
              <a:ext cx="20110" cy="5043"/>
            </a:xfrm>
            <a:custGeom>
              <a:avLst/>
              <a:gdLst/>
              <a:ahLst/>
              <a:cxnLst/>
              <a:rect l="l" t="t" r="r" b="b"/>
              <a:pathLst>
                <a:path w="630" h="158" fill="none" extrusionOk="0">
                  <a:moveTo>
                    <a:pt x="629" y="0"/>
                  </a:moveTo>
                  <a:lnTo>
                    <a:pt x="1" y="158"/>
                  </a:lnTo>
                </a:path>
              </a:pathLst>
            </a:custGeom>
            <a:solidFill>
              <a:srgbClr val="3D1107"/>
            </a:solidFill>
            <a:ln w="9525" cap="flat" cmpd="sng">
              <a:solidFill>
                <a:srgbClr val="3D1107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7"/>
            <p:cNvSpPr/>
            <p:nvPr/>
          </p:nvSpPr>
          <p:spPr>
            <a:xfrm>
              <a:off x="4579075" y="1040277"/>
              <a:ext cx="22344" cy="39357"/>
            </a:xfrm>
            <a:custGeom>
              <a:avLst/>
              <a:gdLst/>
              <a:ahLst/>
              <a:cxnLst/>
              <a:rect l="l" t="t" r="r" b="b"/>
              <a:pathLst>
                <a:path w="700" h="1233" fill="none" extrusionOk="0">
                  <a:moveTo>
                    <a:pt x="537" y="1"/>
                  </a:moveTo>
                  <a:lnTo>
                    <a:pt x="0" y="1233"/>
                  </a:lnTo>
                  <a:lnTo>
                    <a:pt x="699" y="1154"/>
                  </a:lnTo>
                </a:path>
              </a:pathLst>
            </a:custGeom>
            <a:noFill/>
            <a:ln w="9525" cap="flat" cmpd="sng">
              <a:solidFill>
                <a:srgbClr val="3D1107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7"/>
            <p:cNvSpPr/>
            <p:nvPr/>
          </p:nvSpPr>
          <p:spPr>
            <a:xfrm>
              <a:off x="4592737" y="773136"/>
              <a:ext cx="353769" cy="286163"/>
            </a:xfrm>
            <a:custGeom>
              <a:avLst/>
              <a:gdLst/>
              <a:ahLst/>
              <a:cxnLst/>
              <a:rect l="l" t="t" r="r" b="b"/>
              <a:pathLst>
                <a:path w="11083" h="8965" extrusionOk="0">
                  <a:moveTo>
                    <a:pt x="5603" y="0"/>
                  </a:moveTo>
                  <a:cubicBezTo>
                    <a:pt x="3330" y="0"/>
                    <a:pt x="1217" y="1249"/>
                    <a:pt x="533" y="2085"/>
                  </a:cubicBezTo>
                  <a:cubicBezTo>
                    <a:pt x="337" y="2324"/>
                    <a:pt x="160" y="2701"/>
                    <a:pt x="1" y="3165"/>
                  </a:cubicBezTo>
                  <a:cubicBezTo>
                    <a:pt x="9" y="3164"/>
                    <a:pt x="1387" y="2838"/>
                    <a:pt x="2857" y="2838"/>
                  </a:cubicBezTo>
                  <a:cubicBezTo>
                    <a:pt x="4047" y="2838"/>
                    <a:pt x="5297" y="3052"/>
                    <a:pt x="5930" y="3826"/>
                  </a:cubicBezTo>
                  <a:cubicBezTo>
                    <a:pt x="7183" y="5478"/>
                    <a:pt x="6577" y="7451"/>
                    <a:pt x="6737" y="7517"/>
                  </a:cubicBezTo>
                  <a:cubicBezTo>
                    <a:pt x="6852" y="7562"/>
                    <a:pt x="7396" y="8453"/>
                    <a:pt x="7701" y="8964"/>
                  </a:cubicBezTo>
                  <a:lnTo>
                    <a:pt x="8474" y="8594"/>
                  </a:lnTo>
                  <a:cubicBezTo>
                    <a:pt x="8474" y="8594"/>
                    <a:pt x="11083" y="3236"/>
                    <a:pt x="9567" y="1680"/>
                  </a:cubicBezTo>
                  <a:cubicBezTo>
                    <a:pt x="8368" y="443"/>
                    <a:pt x="6957" y="0"/>
                    <a:pt x="5603" y="0"/>
                  </a:cubicBezTo>
                  <a:close/>
                </a:path>
              </a:pathLst>
            </a:custGeom>
            <a:solidFill>
              <a:srgbClr val="3D11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7"/>
            <p:cNvSpPr/>
            <p:nvPr/>
          </p:nvSpPr>
          <p:spPr>
            <a:xfrm>
              <a:off x="4801305" y="967371"/>
              <a:ext cx="112710" cy="108432"/>
            </a:xfrm>
            <a:custGeom>
              <a:avLst/>
              <a:gdLst/>
              <a:ahLst/>
              <a:cxnLst/>
              <a:rect l="l" t="t" r="r" b="b"/>
              <a:pathLst>
                <a:path w="3531" h="3397" extrusionOk="0">
                  <a:moveTo>
                    <a:pt x="1699" y="0"/>
                  </a:moveTo>
                  <a:cubicBezTo>
                    <a:pt x="762" y="0"/>
                    <a:pt x="1" y="761"/>
                    <a:pt x="1" y="1699"/>
                  </a:cubicBezTo>
                  <a:cubicBezTo>
                    <a:pt x="1" y="2385"/>
                    <a:pt x="414" y="3005"/>
                    <a:pt x="1049" y="3267"/>
                  </a:cubicBezTo>
                  <a:cubicBezTo>
                    <a:pt x="1259" y="3354"/>
                    <a:pt x="1479" y="3396"/>
                    <a:pt x="1697" y="3396"/>
                  </a:cubicBezTo>
                  <a:cubicBezTo>
                    <a:pt x="2139" y="3396"/>
                    <a:pt x="2574" y="3224"/>
                    <a:pt x="2899" y="2899"/>
                  </a:cubicBezTo>
                  <a:cubicBezTo>
                    <a:pt x="3383" y="2413"/>
                    <a:pt x="3530" y="1684"/>
                    <a:pt x="3266" y="1049"/>
                  </a:cubicBezTo>
                  <a:cubicBezTo>
                    <a:pt x="3004" y="416"/>
                    <a:pt x="2386" y="2"/>
                    <a:pt x="1699" y="0"/>
                  </a:cubicBez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7"/>
            <p:cNvSpPr/>
            <p:nvPr/>
          </p:nvSpPr>
          <p:spPr>
            <a:xfrm>
              <a:off x="4817520" y="994855"/>
              <a:ext cx="96622" cy="80949"/>
            </a:xfrm>
            <a:custGeom>
              <a:avLst/>
              <a:gdLst/>
              <a:ahLst/>
              <a:cxnLst/>
              <a:rect l="l" t="t" r="r" b="b"/>
              <a:pathLst>
                <a:path w="3027" h="2536" extrusionOk="0">
                  <a:moveTo>
                    <a:pt x="2054" y="0"/>
                  </a:moveTo>
                  <a:cubicBezTo>
                    <a:pt x="823" y="0"/>
                    <a:pt x="0" y="1269"/>
                    <a:pt x="509" y="2391"/>
                  </a:cubicBezTo>
                  <a:cubicBezTo>
                    <a:pt x="729" y="2488"/>
                    <a:pt x="962" y="2535"/>
                    <a:pt x="1192" y="2535"/>
                  </a:cubicBezTo>
                  <a:cubicBezTo>
                    <a:pt x="1635" y="2535"/>
                    <a:pt x="2070" y="2362"/>
                    <a:pt x="2395" y="2035"/>
                  </a:cubicBezTo>
                  <a:cubicBezTo>
                    <a:pt x="2890" y="1537"/>
                    <a:pt x="3026" y="784"/>
                    <a:pt x="2739" y="145"/>
                  </a:cubicBezTo>
                  <a:cubicBezTo>
                    <a:pt x="2523" y="51"/>
                    <a:pt x="2291" y="0"/>
                    <a:pt x="2057" y="0"/>
                  </a:cubicBezTo>
                  <a:cubicBezTo>
                    <a:pt x="2056" y="0"/>
                    <a:pt x="2055" y="0"/>
                    <a:pt x="2054" y="0"/>
                  </a:cubicBezTo>
                  <a:close/>
                </a:path>
              </a:pathLst>
            </a:custGeom>
            <a:solidFill>
              <a:srgbClr val="3D1107">
                <a:alpha val="51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7"/>
            <p:cNvSpPr/>
            <p:nvPr/>
          </p:nvSpPr>
          <p:spPr>
            <a:xfrm>
              <a:off x="4557497" y="773200"/>
              <a:ext cx="280992" cy="415215"/>
            </a:xfrm>
            <a:custGeom>
              <a:avLst/>
              <a:gdLst/>
              <a:ahLst/>
              <a:cxnLst/>
              <a:rect l="l" t="t" r="r" b="b"/>
              <a:pathLst>
                <a:path w="8803" h="13008" extrusionOk="0">
                  <a:moveTo>
                    <a:pt x="6705" y="0"/>
                  </a:moveTo>
                  <a:cubicBezTo>
                    <a:pt x="4433" y="0"/>
                    <a:pt x="2321" y="1248"/>
                    <a:pt x="1637" y="2083"/>
                  </a:cubicBezTo>
                  <a:cubicBezTo>
                    <a:pt x="544" y="3417"/>
                    <a:pt x="1" y="8933"/>
                    <a:pt x="365" y="11055"/>
                  </a:cubicBezTo>
                  <a:cubicBezTo>
                    <a:pt x="600" y="12423"/>
                    <a:pt x="1238" y="13008"/>
                    <a:pt x="2328" y="13008"/>
                  </a:cubicBezTo>
                  <a:cubicBezTo>
                    <a:pt x="2645" y="13008"/>
                    <a:pt x="3000" y="12959"/>
                    <a:pt x="3394" y="12865"/>
                  </a:cubicBezTo>
                  <a:cubicBezTo>
                    <a:pt x="4757" y="11287"/>
                    <a:pt x="7104" y="8197"/>
                    <a:pt x="7326" y="5380"/>
                  </a:cubicBezTo>
                  <a:cubicBezTo>
                    <a:pt x="7556" y="2441"/>
                    <a:pt x="8380" y="973"/>
                    <a:pt x="8802" y="399"/>
                  </a:cubicBezTo>
                  <a:cubicBezTo>
                    <a:pt x="8113" y="117"/>
                    <a:pt x="7402" y="0"/>
                    <a:pt x="6705" y="0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7"/>
            <p:cNvSpPr/>
            <p:nvPr/>
          </p:nvSpPr>
          <p:spPr>
            <a:xfrm>
              <a:off x="4585938" y="1086275"/>
              <a:ext cx="55541" cy="24004"/>
            </a:xfrm>
            <a:custGeom>
              <a:avLst/>
              <a:gdLst/>
              <a:ahLst/>
              <a:cxnLst/>
              <a:rect l="l" t="t" r="r" b="b"/>
              <a:pathLst>
                <a:path w="1740" h="752" extrusionOk="0">
                  <a:moveTo>
                    <a:pt x="1740" y="0"/>
                  </a:moveTo>
                  <a:lnTo>
                    <a:pt x="1" y="563"/>
                  </a:lnTo>
                  <a:cubicBezTo>
                    <a:pt x="164" y="698"/>
                    <a:pt x="335" y="751"/>
                    <a:pt x="504" y="751"/>
                  </a:cubicBezTo>
                  <a:cubicBezTo>
                    <a:pt x="1139" y="751"/>
                    <a:pt x="1740" y="1"/>
                    <a:pt x="17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7"/>
            <p:cNvSpPr/>
            <p:nvPr/>
          </p:nvSpPr>
          <p:spPr>
            <a:xfrm>
              <a:off x="4815860" y="1051992"/>
              <a:ext cx="103038" cy="102942"/>
            </a:xfrm>
            <a:custGeom>
              <a:avLst/>
              <a:gdLst/>
              <a:ahLst/>
              <a:cxnLst/>
              <a:rect l="l" t="t" r="r" b="b"/>
              <a:pathLst>
                <a:path w="3228" h="3225" fill="none" extrusionOk="0">
                  <a:moveTo>
                    <a:pt x="3227" y="1552"/>
                  </a:moveTo>
                  <a:cubicBezTo>
                    <a:pt x="3227" y="2178"/>
                    <a:pt x="2848" y="2745"/>
                    <a:pt x="2268" y="2986"/>
                  </a:cubicBezTo>
                  <a:cubicBezTo>
                    <a:pt x="1689" y="3225"/>
                    <a:pt x="1022" y="3093"/>
                    <a:pt x="578" y="2649"/>
                  </a:cubicBezTo>
                  <a:cubicBezTo>
                    <a:pt x="133" y="2206"/>
                    <a:pt x="1" y="1537"/>
                    <a:pt x="242" y="957"/>
                  </a:cubicBezTo>
                  <a:cubicBezTo>
                    <a:pt x="480" y="378"/>
                    <a:pt x="1047" y="0"/>
                    <a:pt x="1674" y="0"/>
                  </a:cubicBezTo>
                  <a:cubicBezTo>
                    <a:pt x="2533" y="0"/>
                    <a:pt x="3227" y="695"/>
                    <a:pt x="3227" y="15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7"/>
            <p:cNvSpPr/>
            <p:nvPr/>
          </p:nvSpPr>
          <p:spPr>
            <a:xfrm>
              <a:off x="4552582" y="1263816"/>
              <a:ext cx="296122" cy="159153"/>
            </a:xfrm>
            <a:custGeom>
              <a:avLst/>
              <a:gdLst/>
              <a:ahLst/>
              <a:cxnLst/>
              <a:rect l="l" t="t" r="r" b="b"/>
              <a:pathLst>
                <a:path w="9277" h="4986" extrusionOk="0">
                  <a:moveTo>
                    <a:pt x="5990" y="1"/>
                  </a:moveTo>
                  <a:lnTo>
                    <a:pt x="5018" y="171"/>
                  </a:lnTo>
                  <a:cubicBezTo>
                    <a:pt x="4251" y="499"/>
                    <a:pt x="3511" y="885"/>
                    <a:pt x="2802" y="1322"/>
                  </a:cubicBezTo>
                  <a:cubicBezTo>
                    <a:pt x="1729" y="2648"/>
                    <a:pt x="1" y="4985"/>
                    <a:pt x="1154" y="4985"/>
                  </a:cubicBezTo>
                  <a:cubicBezTo>
                    <a:pt x="1222" y="4985"/>
                    <a:pt x="1300" y="4977"/>
                    <a:pt x="1389" y="4960"/>
                  </a:cubicBezTo>
                  <a:cubicBezTo>
                    <a:pt x="3334" y="4587"/>
                    <a:pt x="8204" y="1309"/>
                    <a:pt x="9276" y="576"/>
                  </a:cubicBezTo>
                  <a:cubicBezTo>
                    <a:pt x="8221" y="338"/>
                    <a:pt x="7009" y="101"/>
                    <a:pt x="5990" y="1"/>
                  </a:cubicBez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7"/>
            <p:cNvSpPr/>
            <p:nvPr/>
          </p:nvSpPr>
          <p:spPr>
            <a:xfrm>
              <a:off x="3539048" y="336273"/>
              <a:ext cx="140033" cy="70096"/>
            </a:xfrm>
            <a:custGeom>
              <a:avLst/>
              <a:gdLst/>
              <a:ahLst/>
              <a:cxnLst/>
              <a:rect l="l" t="t" r="r" b="b"/>
              <a:pathLst>
                <a:path w="4387" h="2196" extrusionOk="0">
                  <a:moveTo>
                    <a:pt x="2713" y="1"/>
                  </a:moveTo>
                  <a:cubicBezTo>
                    <a:pt x="2598" y="1"/>
                    <a:pt x="2482" y="10"/>
                    <a:pt x="2364" y="30"/>
                  </a:cubicBezTo>
                  <a:cubicBezTo>
                    <a:pt x="1563" y="167"/>
                    <a:pt x="719" y="629"/>
                    <a:pt x="465" y="1043"/>
                  </a:cubicBezTo>
                  <a:cubicBezTo>
                    <a:pt x="212" y="1458"/>
                    <a:pt x="1" y="2195"/>
                    <a:pt x="465" y="2195"/>
                  </a:cubicBezTo>
                  <a:cubicBezTo>
                    <a:pt x="930" y="2195"/>
                    <a:pt x="3068" y="1273"/>
                    <a:pt x="3068" y="1273"/>
                  </a:cubicBezTo>
                  <a:lnTo>
                    <a:pt x="4057" y="1874"/>
                  </a:lnTo>
                  <a:cubicBezTo>
                    <a:pt x="4057" y="1874"/>
                    <a:pt x="4387" y="1089"/>
                    <a:pt x="4163" y="674"/>
                  </a:cubicBezTo>
                  <a:cubicBezTo>
                    <a:pt x="3970" y="321"/>
                    <a:pt x="3380" y="1"/>
                    <a:pt x="2713" y="1"/>
                  </a:cubicBez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7"/>
            <p:cNvSpPr/>
            <p:nvPr/>
          </p:nvSpPr>
          <p:spPr>
            <a:xfrm>
              <a:off x="3520151" y="358650"/>
              <a:ext cx="177571" cy="81332"/>
            </a:xfrm>
            <a:custGeom>
              <a:avLst/>
              <a:gdLst/>
              <a:ahLst/>
              <a:cxnLst/>
              <a:rect l="l" t="t" r="r" b="b"/>
              <a:pathLst>
                <a:path w="5563" h="2548" extrusionOk="0">
                  <a:moveTo>
                    <a:pt x="3436" y="0"/>
                  </a:moveTo>
                  <a:cubicBezTo>
                    <a:pt x="3291" y="0"/>
                    <a:pt x="3143" y="11"/>
                    <a:pt x="2995" y="35"/>
                  </a:cubicBezTo>
                  <a:cubicBezTo>
                    <a:pt x="1980" y="197"/>
                    <a:pt x="908" y="729"/>
                    <a:pt x="589" y="1211"/>
                  </a:cubicBezTo>
                  <a:cubicBezTo>
                    <a:pt x="269" y="1693"/>
                    <a:pt x="0" y="2547"/>
                    <a:pt x="589" y="2547"/>
                  </a:cubicBezTo>
                  <a:cubicBezTo>
                    <a:pt x="1177" y="2547"/>
                    <a:pt x="3886" y="1480"/>
                    <a:pt x="3886" y="1480"/>
                  </a:cubicBezTo>
                  <a:lnTo>
                    <a:pt x="5141" y="2174"/>
                  </a:lnTo>
                  <a:cubicBezTo>
                    <a:pt x="5141" y="2174"/>
                    <a:pt x="5563" y="1266"/>
                    <a:pt x="5277" y="785"/>
                  </a:cubicBezTo>
                  <a:cubicBezTo>
                    <a:pt x="5033" y="372"/>
                    <a:pt x="4283" y="0"/>
                    <a:pt x="3436" y="0"/>
                  </a:cubicBezTo>
                  <a:close/>
                </a:path>
              </a:pathLst>
            </a:custGeom>
            <a:solidFill>
              <a:srgbClr val="5D21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7"/>
            <p:cNvSpPr/>
            <p:nvPr/>
          </p:nvSpPr>
          <p:spPr>
            <a:xfrm>
              <a:off x="3654983" y="1323347"/>
              <a:ext cx="816769" cy="479151"/>
            </a:xfrm>
            <a:custGeom>
              <a:avLst/>
              <a:gdLst/>
              <a:ahLst/>
              <a:cxnLst/>
              <a:rect l="l" t="t" r="r" b="b"/>
              <a:pathLst>
                <a:path w="25588" h="15011" extrusionOk="0">
                  <a:moveTo>
                    <a:pt x="3964" y="1"/>
                  </a:moveTo>
                  <a:lnTo>
                    <a:pt x="0" y="1055"/>
                  </a:lnTo>
                  <a:cubicBezTo>
                    <a:pt x="0" y="1055"/>
                    <a:pt x="3638" y="3332"/>
                    <a:pt x="7061" y="4080"/>
                  </a:cubicBezTo>
                  <a:cubicBezTo>
                    <a:pt x="10411" y="4813"/>
                    <a:pt x="22584" y="14605"/>
                    <a:pt x="23085" y="15010"/>
                  </a:cubicBezTo>
                  <a:cubicBezTo>
                    <a:pt x="24089" y="14955"/>
                    <a:pt x="24942" y="14740"/>
                    <a:pt x="25587" y="14450"/>
                  </a:cubicBezTo>
                  <a:cubicBezTo>
                    <a:pt x="24895" y="11818"/>
                    <a:pt x="14731" y="3651"/>
                    <a:pt x="14731" y="3651"/>
                  </a:cubicBezTo>
                  <a:lnTo>
                    <a:pt x="3964" y="1"/>
                  </a:lnTo>
                  <a:close/>
                </a:path>
              </a:pathLst>
            </a:custGeom>
            <a:solidFill>
              <a:srgbClr val="6B1B14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7"/>
            <p:cNvSpPr/>
            <p:nvPr/>
          </p:nvSpPr>
          <p:spPr>
            <a:xfrm>
              <a:off x="3542336" y="399316"/>
              <a:ext cx="177571" cy="81332"/>
            </a:xfrm>
            <a:custGeom>
              <a:avLst/>
              <a:gdLst/>
              <a:ahLst/>
              <a:cxnLst/>
              <a:rect l="l" t="t" r="r" b="b"/>
              <a:pathLst>
                <a:path w="5563" h="2548" extrusionOk="0">
                  <a:moveTo>
                    <a:pt x="3435" y="1"/>
                  </a:moveTo>
                  <a:cubicBezTo>
                    <a:pt x="3291" y="1"/>
                    <a:pt x="3143" y="12"/>
                    <a:pt x="2994" y="35"/>
                  </a:cubicBezTo>
                  <a:cubicBezTo>
                    <a:pt x="1980" y="195"/>
                    <a:pt x="910" y="730"/>
                    <a:pt x="588" y="1211"/>
                  </a:cubicBezTo>
                  <a:cubicBezTo>
                    <a:pt x="267" y="1693"/>
                    <a:pt x="0" y="2548"/>
                    <a:pt x="588" y="2548"/>
                  </a:cubicBezTo>
                  <a:cubicBezTo>
                    <a:pt x="1177" y="2548"/>
                    <a:pt x="3887" y="1478"/>
                    <a:pt x="3887" y="1478"/>
                  </a:cubicBezTo>
                  <a:lnTo>
                    <a:pt x="5141" y="2175"/>
                  </a:lnTo>
                  <a:cubicBezTo>
                    <a:pt x="5141" y="2175"/>
                    <a:pt x="5563" y="1267"/>
                    <a:pt x="5277" y="783"/>
                  </a:cubicBezTo>
                  <a:cubicBezTo>
                    <a:pt x="5033" y="372"/>
                    <a:pt x="4283" y="1"/>
                    <a:pt x="3435" y="1"/>
                  </a:cubicBez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7"/>
            <p:cNvSpPr/>
            <p:nvPr/>
          </p:nvSpPr>
          <p:spPr>
            <a:xfrm>
              <a:off x="3706470" y="468711"/>
              <a:ext cx="60648" cy="15354"/>
            </a:xfrm>
            <a:custGeom>
              <a:avLst/>
              <a:gdLst/>
              <a:ahLst/>
              <a:cxnLst/>
              <a:rect l="l" t="t" r="r" b="b"/>
              <a:pathLst>
                <a:path w="1900" h="481" fill="none" extrusionOk="0">
                  <a:moveTo>
                    <a:pt x="1" y="1"/>
                  </a:moveTo>
                  <a:cubicBezTo>
                    <a:pt x="1" y="1"/>
                    <a:pt x="1456" y="480"/>
                    <a:pt x="1900" y="374"/>
                  </a:cubicBezTo>
                </a:path>
              </a:pathLst>
            </a:custGeom>
            <a:noFill/>
            <a:ln w="325" cap="flat" cmpd="sng">
              <a:solidFill>
                <a:srgbClr val="5C0111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7"/>
            <p:cNvSpPr/>
            <p:nvPr/>
          </p:nvSpPr>
          <p:spPr>
            <a:xfrm>
              <a:off x="4498189" y="1296598"/>
              <a:ext cx="484801" cy="498335"/>
            </a:xfrm>
            <a:custGeom>
              <a:avLst/>
              <a:gdLst/>
              <a:ahLst/>
              <a:cxnLst/>
              <a:rect l="l" t="t" r="r" b="b"/>
              <a:pathLst>
                <a:path w="15188" h="15612" extrusionOk="0">
                  <a:moveTo>
                    <a:pt x="12281" y="1"/>
                  </a:moveTo>
                  <a:cubicBezTo>
                    <a:pt x="11569" y="1"/>
                    <a:pt x="10841" y="175"/>
                    <a:pt x="10245" y="515"/>
                  </a:cubicBezTo>
                  <a:cubicBezTo>
                    <a:pt x="8406" y="1565"/>
                    <a:pt x="0" y="8553"/>
                    <a:pt x="0" y="8553"/>
                  </a:cubicBezTo>
                  <a:lnTo>
                    <a:pt x="2061" y="15612"/>
                  </a:lnTo>
                  <a:cubicBezTo>
                    <a:pt x="2061" y="15612"/>
                    <a:pt x="8129" y="11654"/>
                    <a:pt x="10984" y="9730"/>
                  </a:cubicBezTo>
                  <a:cubicBezTo>
                    <a:pt x="13840" y="7805"/>
                    <a:pt x="15187" y="4702"/>
                    <a:pt x="15187" y="2352"/>
                  </a:cubicBezTo>
                  <a:cubicBezTo>
                    <a:pt x="15187" y="760"/>
                    <a:pt x="13769" y="1"/>
                    <a:pt x="12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7"/>
            <p:cNvSpPr/>
            <p:nvPr/>
          </p:nvSpPr>
          <p:spPr>
            <a:xfrm>
              <a:off x="4498189" y="1528053"/>
              <a:ext cx="187434" cy="266883"/>
            </a:xfrm>
            <a:custGeom>
              <a:avLst/>
              <a:gdLst/>
              <a:ahLst/>
              <a:cxnLst/>
              <a:rect l="l" t="t" r="r" b="b"/>
              <a:pathLst>
                <a:path w="5872" h="8361" extrusionOk="0">
                  <a:moveTo>
                    <a:pt x="1580" y="0"/>
                  </a:moveTo>
                  <a:cubicBezTo>
                    <a:pt x="629" y="780"/>
                    <a:pt x="0" y="1302"/>
                    <a:pt x="0" y="1302"/>
                  </a:cubicBezTo>
                  <a:lnTo>
                    <a:pt x="2061" y="8361"/>
                  </a:lnTo>
                  <a:cubicBezTo>
                    <a:pt x="2061" y="8361"/>
                    <a:pt x="3764" y="7250"/>
                    <a:pt x="5789" y="5921"/>
                  </a:cubicBezTo>
                  <a:cubicBezTo>
                    <a:pt x="5872" y="1918"/>
                    <a:pt x="3267" y="499"/>
                    <a:pt x="1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7"/>
            <p:cNvSpPr/>
            <p:nvPr/>
          </p:nvSpPr>
          <p:spPr>
            <a:xfrm>
              <a:off x="3561712" y="1164065"/>
              <a:ext cx="1085599" cy="653626"/>
            </a:xfrm>
            <a:custGeom>
              <a:avLst/>
              <a:gdLst/>
              <a:ahLst/>
              <a:cxnLst/>
              <a:rect l="l" t="t" r="r" b="b"/>
              <a:pathLst>
                <a:path w="34010" h="20477" extrusionOk="0">
                  <a:moveTo>
                    <a:pt x="5875" y="1"/>
                  </a:moveTo>
                  <a:cubicBezTo>
                    <a:pt x="5585" y="1"/>
                    <a:pt x="5392" y="26"/>
                    <a:pt x="5348" y="87"/>
                  </a:cubicBezTo>
                  <a:cubicBezTo>
                    <a:pt x="5132" y="372"/>
                    <a:pt x="7342" y="2224"/>
                    <a:pt x="7342" y="2224"/>
                  </a:cubicBezTo>
                  <a:cubicBezTo>
                    <a:pt x="7342" y="2224"/>
                    <a:pt x="6581" y="2213"/>
                    <a:pt x="5584" y="2213"/>
                  </a:cubicBezTo>
                  <a:cubicBezTo>
                    <a:pt x="4073" y="2213"/>
                    <a:pt x="2022" y="2239"/>
                    <a:pt x="1262" y="2367"/>
                  </a:cubicBezTo>
                  <a:cubicBezTo>
                    <a:pt x="1" y="2580"/>
                    <a:pt x="1569" y="3650"/>
                    <a:pt x="1569" y="3650"/>
                  </a:cubicBezTo>
                  <a:cubicBezTo>
                    <a:pt x="1569" y="3650"/>
                    <a:pt x="482" y="4006"/>
                    <a:pt x="704" y="4292"/>
                  </a:cubicBezTo>
                  <a:cubicBezTo>
                    <a:pt x="928" y="4577"/>
                    <a:pt x="2270" y="5291"/>
                    <a:pt x="2270" y="5291"/>
                  </a:cubicBezTo>
                  <a:cubicBezTo>
                    <a:pt x="2270" y="5291"/>
                    <a:pt x="2782" y="6502"/>
                    <a:pt x="5205" y="7073"/>
                  </a:cubicBezTo>
                  <a:cubicBezTo>
                    <a:pt x="7628" y="7642"/>
                    <a:pt x="9840" y="8000"/>
                    <a:pt x="12406" y="8784"/>
                  </a:cubicBezTo>
                  <a:cubicBezTo>
                    <a:pt x="14972" y="9568"/>
                    <a:pt x="24241" y="17910"/>
                    <a:pt x="26879" y="19549"/>
                  </a:cubicBezTo>
                  <a:cubicBezTo>
                    <a:pt x="27882" y="20173"/>
                    <a:pt x="28968" y="20477"/>
                    <a:pt x="29964" y="20477"/>
                  </a:cubicBezTo>
                  <a:cubicBezTo>
                    <a:pt x="31587" y="20477"/>
                    <a:pt x="32971" y="19669"/>
                    <a:pt x="33368" y="18123"/>
                  </a:cubicBezTo>
                  <a:cubicBezTo>
                    <a:pt x="34010" y="15627"/>
                    <a:pt x="32509" y="14061"/>
                    <a:pt x="31086" y="13277"/>
                  </a:cubicBezTo>
                  <a:cubicBezTo>
                    <a:pt x="31086" y="13277"/>
                    <a:pt x="15006" y="4447"/>
                    <a:pt x="13776" y="3301"/>
                  </a:cubicBezTo>
                  <a:cubicBezTo>
                    <a:pt x="12549" y="2154"/>
                    <a:pt x="11835" y="899"/>
                    <a:pt x="10480" y="598"/>
                  </a:cubicBezTo>
                  <a:cubicBezTo>
                    <a:pt x="9411" y="363"/>
                    <a:pt x="6962" y="1"/>
                    <a:pt x="5875" y="1"/>
                  </a:cubicBez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7"/>
            <p:cNvSpPr/>
            <p:nvPr/>
          </p:nvSpPr>
          <p:spPr>
            <a:xfrm>
              <a:off x="3611795" y="1280638"/>
              <a:ext cx="129691" cy="22727"/>
            </a:xfrm>
            <a:custGeom>
              <a:avLst/>
              <a:gdLst/>
              <a:ahLst/>
              <a:cxnLst/>
              <a:rect l="l" t="t" r="r" b="b"/>
              <a:pathLst>
                <a:path w="4063" h="712" fill="none" extrusionOk="0">
                  <a:moveTo>
                    <a:pt x="0" y="0"/>
                  </a:moveTo>
                  <a:lnTo>
                    <a:pt x="4062" y="712"/>
                  </a:lnTo>
                </a:path>
              </a:pathLst>
            </a:custGeom>
            <a:noFill/>
            <a:ln w="325" cap="flat" cmpd="sng">
              <a:solidFill>
                <a:srgbClr val="B43324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7"/>
            <p:cNvSpPr/>
            <p:nvPr/>
          </p:nvSpPr>
          <p:spPr>
            <a:xfrm>
              <a:off x="3634171" y="1332955"/>
              <a:ext cx="93685" cy="22472"/>
            </a:xfrm>
            <a:custGeom>
              <a:avLst/>
              <a:gdLst/>
              <a:ahLst/>
              <a:cxnLst/>
              <a:rect l="l" t="t" r="r" b="b"/>
              <a:pathLst>
                <a:path w="2935" h="704" fill="none" extrusionOk="0">
                  <a:moveTo>
                    <a:pt x="0" y="0"/>
                  </a:moveTo>
                  <a:lnTo>
                    <a:pt x="2935" y="703"/>
                  </a:lnTo>
                </a:path>
              </a:pathLst>
            </a:custGeom>
            <a:noFill/>
            <a:ln w="325" cap="flat" cmpd="sng">
              <a:solidFill>
                <a:srgbClr val="B43324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7"/>
            <p:cNvSpPr/>
            <p:nvPr/>
          </p:nvSpPr>
          <p:spPr>
            <a:xfrm>
              <a:off x="4434317" y="1673833"/>
              <a:ext cx="197712" cy="143863"/>
            </a:xfrm>
            <a:custGeom>
              <a:avLst/>
              <a:gdLst/>
              <a:ahLst/>
              <a:cxnLst/>
              <a:rect l="l" t="t" r="r" b="b"/>
              <a:pathLst>
                <a:path w="6194" h="4507" extrusionOk="0">
                  <a:moveTo>
                    <a:pt x="3793" y="1"/>
                  </a:moveTo>
                  <a:cubicBezTo>
                    <a:pt x="3238" y="1"/>
                    <a:pt x="2679" y="122"/>
                    <a:pt x="2159" y="371"/>
                  </a:cubicBezTo>
                  <a:cubicBezTo>
                    <a:pt x="840" y="1000"/>
                    <a:pt x="0" y="2332"/>
                    <a:pt x="2" y="3794"/>
                  </a:cubicBezTo>
                  <a:cubicBezTo>
                    <a:pt x="2" y="3811"/>
                    <a:pt x="4" y="3826"/>
                    <a:pt x="4" y="3841"/>
                  </a:cubicBezTo>
                  <a:cubicBezTo>
                    <a:pt x="874" y="4287"/>
                    <a:pt x="1784" y="4506"/>
                    <a:pt x="2629" y="4506"/>
                  </a:cubicBezTo>
                  <a:cubicBezTo>
                    <a:pt x="4250" y="4506"/>
                    <a:pt x="5633" y="3700"/>
                    <a:pt x="6029" y="2155"/>
                  </a:cubicBezTo>
                  <a:cubicBezTo>
                    <a:pt x="6144" y="1727"/>
                    <a:pt x="6193" y="1285"/>
                    <a:pt x="6178" y="844"/>
                  </a:cubicBezTo>
                  <a:cubicBezTo>
                    <a:pt x="5490" y="288"/>
                    <a:pt x="4645" y="1"/>
                    <a:pt x="3793" y="1"/>
                  </a:cubicBezTo>
                  <a:close/>
                </a:path>
              </a:pathLst>
            </a:custGeom>
            <a:solidFill>
              <a:srgbClr val="3D1107">
                <a:alpha val="51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7"/>
            <p:cNvSpPr/>
            <p:nvPr/>
          </p:nvSpPr>
          <p:spPr>
            <a:xfrm>
              <a:off x="4734623" y="2459681"/>
              <a:ext cx="646859" cy="886035"/>
            </a:xfrm>
            <a:custGeom>
              <a:avLst/>
              <a:gdLst/>
              <a:ahLst/>
              <a:cxnLst/>
              <a:rect l="l" t="t" r="r" b="b"/>
              <a:pathLst>
                <a:path w="20265" h="27758" extrusionOk="0">
                  <a:moveTo>
                    <a:pt x="1406" y="1"/>
                  </a:moveTo>
                  <a:cubicBezTo>
                    <a:pt x="0" y="1"/>
                    <a:pt x="2865" y="7103"/>
                    <a:pt x="5485" y="13968"/>
                  </a:cubicBezTo>
                  <a:cubicBezTo>
                    <a:pt x="7712" y="19808"/>
                    <a:pt x="6646" y="24773"/>
                    <a:pt x="5666" y="27475"/>
                  </a:cubicBezTo>
                  <a:cubicBezTo>
                    <a:pt x="6949" y="27571"/>
                    <a:pt x="8641" y="27680"/>
                    <a:pt x="10983" y="27748"/>
                  </a:cubicBezTo>
                  <a:cubicBezTo>
                    <a:pt x="11191" y="27754"/>
                    <a:pt x="11394" y="27757"/>
                    <a:pt x="11594" y="27757"/>
                  </a:cubicBezTo>
                  <a:cubicBezTo>
                    <a:pt x="15979" y="27757"/>
                    <a:pt x="18644" y="26355"/>
                    <a:pt x="20264" y="24722"/>
                  </a:cubicBezTo>
                  <a:cubicBezTo>
                    <a:pt x="17159" y="20070"/>
                    <a:pt x="8247" y="6878"/>
                    <a:pt x="3786" y="1938"/>
                  </a:cubicBezTo>
                  <a:cubicBezTo>
                    <a:pt x="2568" y="588"/>
                    <a:pt x="1811" y="1"/>
                    <a:pt x="1406" y="1"/>
                  </a:cubicBezTo>
                  <a:close/>
                </a:path>
              </a:pathLst>
            </a:custGeom>
            <a:solidFill>
              <a:srgbClr val="6B1B14">
                <a:alpha val="57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7"/>
            <p:cNvSpPr/>
            <p:nvPr/>
          </p:nvSpPr>
          <p:spPr>
            <a:xfrm>
              <a:off x="4315861" y="1849044"/>
              <a:ext cx="282715" cy="155163"/>
            </a:xfrm>
            <a:custGeom>
              <a:avLst/>
              <a:gdLst/>
              <a:ahLst/>
              <a:cxnLst/>
              <a:rect l="l" t="t" r="r" b="b"/>
              <a:pathLst>
                <a:path w="8857" h="4861" extrusionOk="0">
                  <a:moveTo>
                    <a:pt x="7179" y="1"/>
                  </a:moveTo>
                  <a:cubicBezTo>
                    <a:pt x="7075" y="1"/>
                    <a:pt x="6950" y="15"/>
                    <a:pt x="6803" y="44"/>
                  </a:cubicBezTo>
                  <a:cubicBezTo>
                    <a:pt x="5800" y="243"/>
                    <a:pt x="4726" y="310"/>
                    <a:pt x="3741" y="310"/>
                  </a:cubicBezTo>
                  <a:cubicBezTo>
                    <a:pt x="1770" y="310"/>
                    <a:pt x="152" y="44"/>
                    <a:pt x="152" y="44"/>
                  </a:cubicBezTo>
                  <a:lnTo>
                    <a:pt x="152" y="44"/>
                  </a:lnTo>
                  <a:cubicBezTo>
                    <a:pt x="1" y="1094"/>
                    <a:pt x="75" y="2857"/>
                    <a:pt x="267" y="4860"/>
                  </a:cubicBezTo>
                  <a:cubicBezTo>
                    <a:pt x="5151" y="3600"/>
                    <a:pt x="8857" y="1"/>
                    <a:pt x="71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7"/>
            <p:cNvSpPr/>
            <p:nvPr/>
          </p:nvSpPr>
          <p:spPr>
            <a:xfrm>
              <a:off x="4670559" y="2152192"/>
              <a:ext cx="164803" cy="158866"/>
            </a:xfrm>
            <a:custGeom>
              <a:avLst/>
              <a:gdLst/>
              <a:ahLst/>
              <a:cxnLst/>
              <a:rect l="l" t="t" r="r" b="b"/>
              <a:pathLst>
                <a:path w="5163" h="4977" extrusionOk="0">
                  <a:moveTo>
                    <a:pt x="4133" y="1"/>
                  </a:moveTo>
                  <a:cubicBezTo>
                    <a:pt x="3170" y="497"/>
                    <a:pt x="1823" y="1030"/>
                    <a:pt x="1" y="1460"/>
                  </a:cubicBezTo>
                  <a:cubicBezTo>
                    <a:pt x="1" y="1460"/>
                    <a:pt x="276" y="4242"/>
                    <a:pt x="359" y="4977"/>
                  </a:cubicBezTo>
                  <a:cubicBezTo>
                    <a:pt x="2038" y="4581"/>
                    <a:pt x="3698" y="4043"/>
                    <a:pt x="5162" y="3319"/>
                  </a:cubicBezTo>
                  <a:cubicBezTo>
                    <a:pt x="4836" y="2605"/>
                    <a:pt x="4585" y="1942"/>
                    <a:pt x="4421" y="1345"/>
                  </a:cubicBezTo>
                  <a:cubicBezTo>
                    <a:pt x="4301" y="902"/>
                    <a:pt x="4206" y="452"/>
                    <a:pt x="4133" y="1"/>
                  </a:cubicBezTo>
                  <a:close/>
                </a:path>
              </a:pathLst>
            </a:custGeom>
            <a:solidFill>
              <a:srgbClr val="6B1B14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7"/>
            <p:cNvSpPr/>
            <p:nvPr/>
          </p:nvSpPr>
          <p:spPr>
            <a:xfrm>
              <a:off x="3345388" y="2960639"/>
              <a:ext cx="662627" cy="1582402"/>
            </a:xfrm>
            <a:custGeom>
              <a:avLst/>
              <a:gdLst/>
              <a:ahLst/>
              <a:cxnLst/>
              <a:rect l="l" t="t" r="r" b="b"/>
              <a:pathLst>
                <a:path w="20759" h="49574" extrusionOk="0">
                  <a:moveTo>
                    <a:pt x="12783" y="0"/>
                  </a:moveTo>
                  <a:cubicBezTo>
                    <a:pt x="12783" y="0"/>
                    <a:pt x="0" y="8815"/>
                    <a:pt x="821" y="14784"/>
                  </a:cubicBezTo>
                  <a:cubicBezTo>
                    <a:pt x="1639" y="20752"/>
                    <a:pt x="11377" y="34404"/>
                    <a:pt x="12142" y="37417"/>
                  </a:cubicBezTo>
                  <a:cubicBezTo>
                    <a:pt x="12909" y="40431"/>
                    <a:pt x="8489" y="45963"/>
                    <a:pt x="8489" y="45963"/>
                  </a:cubicBezTo>
                  <a:cubicBezTo>
                    <a:pt x="8489" y="45963"/>
                    <a:pt x="1428" y="47059"/>
                    <a:pt x="1428" y="49573"/>
                  </a:cubicBezTo>
                  <a:lnTo>
                    <a:pt x="15260" y="49573"/>
                  </a:lnTo>
                  <a:lnTo>
                    <a:pt x="18256" y="42146"/>
                  </a:lnTo>
                  <a:lnTo>
                    <a:pt x="18256" y="49573"/>
                  </a:lnTo>
                  <a:lnTo>
                    <a:pt x="19752" y="49573"/>
                  </a:lnTo>
                  <a:lnTo>
                    <a:pt x="19752" y="40931"/>
                  </a:lnTo>
                  <a:cubicBezTo>
                    <a:pt x="19752" y="40931"/>
                    <a:pt x="19111" y="38108"/>
                    <a:pt x="16758" y="33656"/>
                  </a:cubicBezTo>
                  <a:cubicBezTo>
                    <a:pt x="14405" y="29204"/>
                    <a:pt x="11617" y="14808"/>
                    <a:pt x="11617" y="14808"/>
                  </a:cubicBezTo>
                  <a:lnTo>
                    <a:pt x="20758" y="9599"/>
                  </a:lnTo>
                  <a:cubicBezTo>
                    <a:pt x="20758" y="9599"/>
                    <a:pt x="15652" y="4908"/>
                    <a:pt x="12783" y="0"/>
                  </a:cubicBezTo>
                  <a:close/>
                </a:path>
              </a:pathLst>
            </a:custGeom>
            <a:solidFill>
              <a:srgbClr val="732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7"/>
            <p:cNvSpPr/>
            <p:nvPr/>
          </p:nvSpPr>
          <p:spPr>
            <a:xfrm>
              <a:off x="3390970" y="4152897"/>
              <a:ext cx="584934" cy="390158"/>
            </a:xfrm>
            <a:custGeom>
              <a:avLst/>
              <a:gdLst/>
              <a:ahLst/>
              <a:cxnLst/>
              <a:rect l="l" t="t" r="r" b="b"/>
              <a:pathLst>
                <a:path w="18325" h="12223" extrusionOk="0">
                  <a:moveTo>
                    <a:pt x="17082" y="0"/>
                  </a:moveTo>
                  <a:cubicBezTo>
                    <a:pt x="14663" y="2594"/>
                    <a:pt x="11266" y="8612"/>
                    <a:pt x="11266" y="8612"/>
                  </a:cubicBezTo>
                  <a:lnTo>
                    <a:pt x="7061" y="8612"/>
                  </a:lnTo>
                  <a:cubicBezTo>
                    <a:pt x="7061" y="8612"/>
                    <a:pt x="0" y="9708"/>
                    <a:pt x="0" y="12222"/>
                  </a:cubicBezTo>
                  <a:lnTo>
                    <a:pt x="13832" y="12222"/>
                  </a:lnTo>
                  <a:lnTo>
                    <a:pt x="16828" y="4795"/>
                  </a:lnTo>
                  <a:lnTo>
                    <a:pt x="16828" y="12222"/>
                  </a:lnTo>
                  <a:lnTo>
                    <a:pt x="18324" y="12222"/>
                  </a:lnTo>
                  <a:lnTo>
                    <a:pt x="18324" y="3580"/>
                  </a:lnTo>
                  <a:cubicBezTo>
                    <a:pt x="18324" y="3580"/>
                    <a:pt x="18024" y="2259"/>
                    <a:pt x="170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7"/>
            <p:cNvSpPr/>
            <p:nvPr/>
          </p:nvSpPr>
          <p:spPr>
            <a:xfrm>
              <a:off x="3697756" y="4016565"/>
              <a:ext cx="224813" cy="139075"/>
            </a:xfrm>
            <a:custGeom>
              <a:avLst/>
              <a:gdLst/>
              <a:ahLst/>
              <a:cxnLst/>
              <a:rect l="l" t="t" r="r" b="b"/>
              <a:pathLst>
                <a:path w="7043" h="4357" extrusionOk="0">
                  <a:moveTo>
                    <a:pt x="5438" y="0"/>
                  </a:moveTo>
                  <a:cubicBezTo>
                    <a:pt x="4408" y="196"/>
                    <a:pt x="1970" y="750"/>
                    <a:pt x="1" y="1931"/>
                  </a:cubicBezTo>
                  <a:cubicBezTo>
                    <a:pt x="572" y="2982"/>
                    <a:pt x="971" y="3819"/>
                    <a:pt x="1103" y="4337"/>
                  </a:cubicBezTo>
                  <a:cubicBezTo>
                    <a:pt x="1105" y="4344"/>
                    <a:pt x="1105" y="4350"/>
                    <a:pt x="1107" y="4356"/>
                  </a:cubicBezTo>
                  <a:cubicBezTo>
                    <a:pt x="2235" y="4022"/>
                    <a:pt x="4958" y="3283"/>
                    <a:pt x="6827" y="3283"/>
                  </a:cubicBezTo>
                  <a:cubicBezTo>
                    <a:pt x="6900" y="3283"/>
                    <a:pt x="6972" y="3284"/>
                    <a:pt x="7042" y="3287"/>
                  </a:cubicBezTo>
                  <a:cubicBezTo>
                    <a:pt x="6678" y="2470"/>
                    <a:pt x="6243" y="1567"/>
                    <a:pt x="5719" y="576"/>
                  </a:cubicBezTo>
                  <a:cubicBezTo>
                    <a:pt x="5627" y="401"/>
                    <a:pt x="5533" y="207"/>
                    <a:pt x="5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7"/>
            <p:cNvSpPr/>
            <p:nvPr/>
          </p:nvSpPr>
          <p:spPr>
            <a:xfrm>
              <a:off x="3697756" y="3369826"/>
              <a:ext cx="18482" cy="63489"/>
            </a:xfrm>
            <a:custGeom>
              <a:avLst/>
              <a:gdLst/>
              <a:ahLst/>
              <a:cxnLst/>
              <a:rect l="l" t="t" r="r" b="b"/>
              <a:pathLst>
                <a:path w="579" h="1989" fill="none" extrusionOk="0">
                  <a:moveTo>
                    <a:pt x="578" y="1989"/>
                  </a:moveTo>
                  <a:lnTo>
                    <a:pt x="1" y="0"/>
                  </a:lnTo>
                </a:path>
              </a:pathLst>
            </a:custGeom>
            <a:noFill/>
            <a:ln w="325" cap="flat" cmpd="sng">
              <a:solidFill>
                <a:srgbClr val="B43324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>
              <a:off x="3363614" y="3243709"/>
              <a:ext cx="168538" cy="329893"/>
            </a:xfrm>
            <a:custGeom>
              <a:avLst/>
              <a:gdLst/>
              <a:ahLst/>
              <a:cxnLst/>
              <a:rect l="l" t="t" r="r" b="b"/>
              <a:pathLst>
                <a:path w="5280" h="10335" extrusionOk="0">
                  <a:moveTo>
                    <a:pt x="2541" y="0"/>
                  </a:moveTo>
                  <a:cubicBezTo>
                    <a:pt x="1013" y="2016"/>
                    <a:pt x="1" y="4098"/>
                    <a:pt x="250" y="5914"/>
                  </a:cubicBezTo>
                  <a:cubicBezTo>
                    <a:pt x="416" y="7122"/>
                    <a:pt x="951" y="8648"/>
                    <a:pt x="1699" y="10334"/>
                  </a:cubicBezTo>
                  <a:cubicBezTo>
                    <a:pt x="3869" y="9422"/>
                    <a:pt x="5279" y="7297"/>
                    <a:pt x="5279" y="4944"/>
                  </a:cubicBezTo>
                  <a:cubicBezTo>
                    <a:pt x="5279" y="2860"/>
                    <a:pt x="4184" y="1036"/>
                    <a:pt x="2541" y="0"/>
                  </a:cubicBezTo>
                  <a:close/>
                </a:path>
              </a:pathLst>
            </a:custGeom>
            <a:solidFill>
              <a:srgbClr val="3D1107">
                <a:alpha val="51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7"/>
            <p:cNvSpPr/>
            <p:nvPr/>
          </p:nvSpPr>
          <p:spPr>
            <a:xfrm>
              <a:off x="3694308" y="2960639"/>
              <a:ext cx="313710" cy="371645"/>
            </a:xfrm>
            <a:custGeom>
              <a:avLst/>
              <a:gdLst/>
              <a:ahLst/>
              <a:cxnLst/>
              <a:rect l="l" t="t" r="r" b="b"/>
              <a:pathLst>
                <a:path w="9828" h="11643" extrusionOk="0">
                  <a:moveTo>
                    <a:pt x="1852" y="0"/>
                  </a:moveTo>
                  <a:cubicBezTo>
                    <a:pt x="1852" y="0"/>
                    <a:pt x="1111" y="512"/>
                    <a:pt x="0" y="1369"/>
                  </a:cubicBezTo>
                  <a:cubicBezTo>
                    <a:pt x="1130" y="3926"/>
                    <a:pt x="3310" y="8299"/>
                    <a:pt x="6242" y="11643"/>
                  </a:cubicBezTo>
                  <a:lnTo>
                    <a:pt x="9827" y="9599"/>
                  </a:lnTo>
                  <a:cubicBezTo>
                    <a:pt x="9827" y="9599"/>
                    <a:pt x="4721" y="4908"/>
                    <a:pt x="1852" y="0"/>
                  </a:cubicBezTo>
                  <a:close/>
                </a:path>
              </a:pathLst>
            </a:custGeom>
            <a:solidFill>
              <a:srgbClr val="3D1107">
                <a:alpha val="51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7"/>
            <p:cNvSpPr/>
            <p:nvPr/>
          </p:nvSpPr>
          <p:spPr>
            <a:xfrm>
              <a:off x="3367764" y="3344992"/>
              <a:ext cx="451381" cy="1198053"/>
            </a:xfrm>
            <a:custGeom>
              <a:avLst/>
              <a:gdLst/>
              <a:ahLst/>
              <a:cxnLst/>
              <a:rect l="l" t="t" r="r" b="b"/>
              <a:pathLst>
                <a:path w="14141" h="37533" extrusionOk="0">
                  <a:moveTo>
                    <a:pt x="542" y="0"/>
                  </a:moveTo>
                  <a:cubicBezTo>
                    <a:pt x="169" y="951"/>
                    <a:pt x="1" y="1876"/>
                    <a:pt x="120" y="2743"/>
                  </a:cubicBezTo>
                  <a:cubicBezTo>
                    <a:pt x="938" y="8711"/>
                    <a:pt x="10676" y="22363"/>
                    <a:pt x="11441" y="25376"/>
                  </a:cubicBezTo>
                  <a:cubicBezTo>
                    <a:pt x="12208" y="28390"/>
                    <a:pt x="7786" y="33922"/>
                    <a:pt x="7786" y="33922"/>
                  </a:cubicBezTo>
                  <a:cubicBezTo>
                    <a:pt x="7786" y="33922"/>
                    <a:pt x="727" y="35018"/>
                    <a:pt x="727" y="37532"/>
                  </a:cubicBezTo>
                  <a:lnTo>
                    <a:pt x="7127" y="37532"/>
                  </a:lnTo>
                  <a:cubicBezTo>
                    <a:pt x="8163" y="35474"/>
                    <a:pt x="11993" y="33922"/>
                    <a:pt x="11993" y="33922"/>
                  </a:cubicBezTo>
                  <a:lnTo>
                    <a:pt x="14141" y="26612"/>
                  </a:lnTo>
                  <a:cubicBezTo>
                    <a:pt x="14141" y="26612"/>
                    <a:pt x="8998" y="15822"/>
                    <a:pt x="6253" y="7694"/>
                  </a:cubicBezTo>
                  <a:cubicBezTo>
                    <a:pt x="4523" y="2564"/>
                    <a:pt x="2098" y="689"/>
                    <a:pt x="542" y="0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7"/>
            <p:cNvSpPr/>
            <p:nvPr/>
          </p:nvSpPr>
          <p:spPr>
            <a:xfrm>
              <a:off x="5867985" y="4131925"/>
              <a:ext cx="398553" cy="430441"/>
            </a:xfrm>
            <a:custGeom>
              <a:avLst/>
              <a:gdLst/>
              <a:ahLst/>
              <a:cxnLst/>
              <a:rect l="l" t="t" r="r" b="b"/>
              <a:pathLst>
                <a:path w="12486" h="13485" extrusionOk="0">
                  <a:moveTo>
                    <a:pt x="9173" y="1"/>
                  </a:moveTo>
                  <a:cubicBezTo>
                    <a:pt x="8197" y="1247"/>
                    <a:pt x="8231" y="8084"/>
                    <a:pt x="8231" y="8084"/>
                  </a:cubicBezTo>
                  <a:lnTo>
                    <a:pt x="3568" y="8084"/>
                  </a:lnTo>
                  <a:cubicBezTo>
                    <a:pt x="3568" y="8084"/>
                    <a:pt x="1" y="11066"/>
                    <a:pt x="412" y="13485"/>
                  </a:cubicBezTo>
                  <a:lnTo>
                    <a:pt x="9604" y="13485"/>
                  </a:lnTo>
                  <a:lnTo>
                    <a:pt x="10701" y="7673"/>
                  </a:lnTo>
                  <a:lnTo>
                    <a:pt x="10701" y="13485"/>
                  </a:lnTo>
                  <a:lnTo>
                    <a:pt x="12485" y="13485"/>
                  </a:lnTo>
                  <a:cubicBezTo>
                    <a:pt x="12485" y="13485"/>
                    <a:pt x="11861" y="5152"/>
                    <a:pt x="9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7"/>
            <p:cNvSpPr/>
            <p:nvPr/>
          </p:nvSpPr>
          <p:spPr>
            <a:xfrm>
              <a:off x="5331852" y="3443914"/>
              <a:ext cx="741470" cy="1118445"/>
            </a:xfrm>
            <a:custGeom>
              <a:avLst/>
              <a:gdLst/>
              <a:ahLst/>
              <a:cxnLst/>
              <a:rect l="l" t="t" r="r" b="b"/>
              <a:pathLst>
                <a:path w="23229" h="35039" extrusionOk="0">
                  <a:moveTo>
                    <a:pt x="2314" y="1"/>
                  </a:moveTo>
                  <a:cubicBezTo>
                    <a:pt x="1609" y="1"/>
                    <a:pt x="768" y="611"/>
                    <a:pt x="1" y="1362"/>
                  </a:cubicBezTo>
                  <a:cubicBezTo>
                    <a:pt x="1565" y="3474"/>
                    <a:pt x="4932" y="7779"/>
                    <a:pt x="8155" y="10298"/>
                  </a:cubicBezTo>
                  <a:cubicBezTo>
                    <a:pt x="12545" y="13727"/>
                    <a:pt x="17758" y="18539"/>
                    <a:pt x="19128" y="20864"/>
                  </a:cubicBezTo>
                  <a:cubicBezTo>
                    <a:pt x="20501" y="23191"/>
                    <a:pt x="20364" y="29638"/>
                    <a:pt x="20364" y="29638"/>
                  </a:cubicBezTo>
                  <a:cubicBezTo>
                    <a:pt x="20364" y="29638"/>
                    <a:pt x="16797" y="32620"/>
                    <a:pt x="17208" y="35039"/>
                  </a:cubicBezTo>
                  <a:lnTo>
                    <a:pt x="21494" y="35039"/>
                  </a:lnTo>
                  <a:cubicBezTo>
                    <a:pt x="21588" y="33751"/>
                    <a:pt x="21937" y="31367"/>
                    <a:pt x="23229" y="29638"/>
                  </a:cubicBezTo>
                  <a:cubicBezTo>
                    <a:pt x="22559" y="22505"/>
                    <a:pt x="21598" y="19762"/>
                    <a:pt x="18444" y="14961"/>
                  </a:cubicBezTo>
                  <a:cubicBezTo>
                    <a:pt x="15288" y="10159"/>
                    <a:pt x="4589" y="1049"/>
                    <a:pt x="2805" y="117"/>
                  </a:cubicBezTo>
                  <a:cubicBezTo>
                    <a:pt x="2652" y="37"/>
                    <a:pt x="2487" y="1"/>
                    <a:pt x="2314" y="1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7"/>
            <p:cNvSpPr/>
            <p:nvPr/>
          </p:nvSpPr>
          <p:spPr>
            <a:xfrm>
              <a:off x="3386469" y="2212202"/>
              <a:ext cx="145683" cy="455339"/>
            </a:xfrm>
            <a:custGeom>
              <a:avLst/>
              <a:gdLst/>
              <a:ahLst/>
              <a:cxnLst/>
              <a:rect l="l" t="t" r="r" b="b"/>
              <a:pathLst>
                <a:path w="4564" h="14265" fill="none" extrusionOk="0">
                  <a:moveTo>
                    <a:pt x="1752" y="0"/>
                  </a:moveTo>
                  <a:cubicBezTo>
                    <a:pt x="1752" y="0"/>
                    <a:pt x="1" y="9659"/>
                    <a:pt x="4563" y="14264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7"/>
            <p:cNvSpPr/>
            <p:nvPr/>
          </p:nvSpPr>
          <p:spPr>
            <a:xfrm>
              <a:off x="3759394" y="1163139"/>
              <a:ext cx="189094" cy="46986"/>
            </a:xfrm>
            <a:custGeom>
              <a:avLst/>
              <a:gdLst/>
              <a:ahLst/>
              <a:cxnLst/>
              <a:rect l="l" t="t" r="r" b="b"/>
              <a:pathLst>
                <a:path w="5924" h="1472" fill="none" extrusionOk="0">
                  <a:moveTo>
                    <a:pt x="1" y="1"/>
                  </a:moveTo>
                  <a:cubicBezTo>
                    <a:pt x="1" y="1"/>
                    <a:pt x="3899" y="227"/>
                    <a:pt x="4928" y="860"/>
                  </a:cubicBezTo>
                  <a:lnTo>
                    <a:pt x="5923" y="1471"/>
                  </a:lnTo>
                </a:path>
              </a:pathLst>
            </a:custGeom>
            <a:noFill/>
            <a:ln w="325" cap="flat" cmpd="sng">
              <a:solidFill>
                <a:srgbClr val="B43324"/>
              </a:solidFill>
              <a:prstDash val="solid"/>
              <a:miter lim="2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6" name="Google Shape;906;p37"/>
          <p:cNvSpPr txBox="1">
            <a:spLocks noGrp="1"/>
          </p:cNvSpPr>
          <p:nvPr>
            <p:ph type="ctrTitle"/>
          </p:nvPr>
        </p:nvSpPr>
        <p:spPr>
          <a:xfrm>
            <a:off x="1097550" y="684763"/>
            <a:ext cx="2993700" cy="30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Cursos de baile de salon</a:t>
            </a:r>
            <a:endParaRPr dirty="0"/>
          </a:p>
        </p:txBody>
      </p:sp>
      <p:sp>
        <p:nvSpPr>
          <p:cNvPr id="907" name="Google Shape;907;p37"/>
          <p:cNvSpPr txBox="1">
            <a:spLocks noGrp="1"/>
          </p:cNvSpPr>
          <p:nvPr>
            <p:ph type="subTitle" idx="1"/>
          </p:nvPr>
        </p:nvSpPr>
        <p:spPr>
          <a:xfrm>
            <a:off x="1097550" y="3768438"/>
            <a:ext cx="2235000" cy="6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Academia </a:t>
            </a:r>
            <a:r>
              <a:rPr lang="es-ES" dirty="0" err="1"/>
              <a:t>Dacing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¿Cree que es usted “patoso”?</a:t>
            </a:r>
            <a:endParaRPr dirty="0"/>
          </a:p>
        </p:txBody>
      </p:sp>
      <p:sp>
        <p:nvSpPr>
          <p:cNvPr id="1191" name="Google Shape;1191;p43"/>
          <p:cNvSpPr txBox="1">
            <a:spLocks noGrp="1"/>
          </p:cNvSpPr>
          <p:nvPr>
            <p:ph type="subTitle" idx="1"/>
          </p:nvPr>
        </p:nvSpPr>
        <p:spPr>
          <a:xfrm>
            <a:off x="720000" y="1472975"/>
            <a:ext cx="3814500" cy="19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Si nunca se atrevió a bailar debido a la opinión que tiene usted mismo… !llegó el momento de cambiar de idea!</a:t>
            </a:r>
            <a:endParaRPr dirty="0"/>
          </a:p>
        </p:txBody>
      </p:sp>
      <p:grpSp>
        <p:nvGrpSpPr>
          <p:cNvPr id="1192" name="Google Shape;1192;p43"/>
          <p:cNvGrpSpPr/>
          <p:nvPr/>
        </p:nvGrpSpPr>
        <p:grpSpPr>
          <a:xfrm>
            <a:off x="5021067" y="1076837"/>
            <a:ext cx="3858932" cy="3875267"/>
            <a:chOff x="5021019" y="1076816"/>
            <a:chExt cx="3814682" cy="3830830"/>
          </a:xfrm>
        </p:grpSpPr>
        <p:sp>
          <p:nvSpPr>
            <p:cNvPr id="1193" name="Google Shape;1193;p43"/>
            <p:cNvSpPr/>
            <p:nvPr/>
          </p:nvSpPr>
          <p:spPr>
            <a:xfrm>
              <a:off x="5021019" y="1076816"/>
              <a:ext cx="3814682" cy="3141923"/>
            </a:xfrm>
            <a:custGeom>
              <a:avLst/>
              <a:gdLst/>
              <a:ahLst/>
              <a:cxnLst/>
              <a:rect l="l" t="t" r="r" b="b"/>
              <a:pathLst>
                <a:path w="141500" h="116545" extrusionOk="0">
                  <a:moveTo>
                    <a:pt x="67925" y="0"/>
                  </a:moveTo>
                  <a:cubicBezTo>
                    <a:pt x="46712" y="0"/>
                    <a:pt x="25623" y="6913"/>
                    <a:pt x="14200" y="23255"/>
                  </a:cubicBezTo>
                  <a:cubicBezTo>
                    <a:pt x="8828" y="30942"/>
                    <a:pt x="6398" y="39286"/>
                    <a:pt x="6017" y="47906"/>
                  </a:cubicBezTo>
                  <a:cubicBezTo>
                    <a:pt x="5740" y="54146"/>
                    <a:pt x="6534" y="60531"/>
                    <a:pt x="8065" y="66919"/>
                  </a:cubicBezTo>
                  <a:cubicBezTo>
                    <a:pt x="9241" y="71831"/>
                    <a:pt x="10070" y="75759"/>
                    <a:pt x="8073" y="80285"/>
                  </a:cubicBezTo>
                  <a:cubicBezTo>
                    <a:pt x="5582" y="85933"/>
                    <a:pt x="2605" y="91286"/>
                    <a:pt x="1337" y="97271"/>
                  </a:cubicBezTo>
                  <a:cubicBezTo>
                    <a:pt x="0" y="103577"/>
                    <a:pt x="324" y="110339"/>
                    <a:pt x="3414" y="116545"/>
                  </a:cubicBezTo>
                  <a:lnTo>
                    <a:pt x="133322" y="116545"/>
                  </a:lnTo>
                  <a:cubicBezTo>
                    <a:pt x="136790" y="111562"/>
                    <a:pt x="139277" y="105936"/>
                    <a:pt x="140332" y="99822"/>
                  </a:cubicBezTo>
                  <a:cubicBezTo>
                    <a:pt x="141500" y="93055"/>
                    <a:pt x="140920" y="85532"/>
                    <a:pt x="138094" y="79209"/>
                  </a:cubicBezTo>
                  <a:cubicBezTo>
                    <a:pt x="134563" y="71311"/>
                    <a:pt x="132728" y="64779"/>
                    <a:pt x="132798" y="55966"/>
                  </a:cubicBezTo>
                  <a:cubicBezTo>
                    <a:pt x="132860" y="48149"/>
                    <a:pt x="133482" y="40147"/>
                    <a:pt x="131170" y="32679"/>
                  </a:cubicBezTo>
                  <a:cubicBezTo>
                    <a:pt x="128303" y="23436"/>
                    <a:pt x="121111" y="15975"/>
                    <a:pt x="112742" y="11118"/>
                  </a:cubicBezTo>
                  <a:cubicBezTo>
                    <a:pt x="100622" y="4088"/>
                    <a:pt x="84237" y="0"/>
                    <a:pt x="67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3"/>
            <p:cNvSpPr/>
            <p:nvPr/>
          </p:nvSpPr>
          <p:spPr>
            <a:xfrm>
              <a:off x="5113058" y="4218765"/>
              <a:ext cx="3502201" cy="688880"/>
            </a:xfrm>
            <a:custGeom>
              <a:avLst/>
              <a:gdLst/>
              <a:ahLst/>
              <a:cxnLst/>
              <a:rect l="l" t="t" r="r" b="b"/>
              <a:pathLst>
                <a:path w="129909" h="25553" extrusionOk="0">
                  <a:moveTo>
                    <a:pt x="0" y="1"/>
                  </a:moveTo>
                  <a:cubicBezTo>
                    <a:pt x="567" y="1145"/>
                    <a:pt x="1217" y="2245"/>
                    <a:pt x="1942" y="3296"/>
                  </a:cubicBezTo>
                  <a:cubicBezTo>
                    <a:pt x="8052" y="12157"/>
                    <a:pt x="20097" y="18437"/>
                    <a:pt x="32720" y="21519"/>
                  </a:cubicBezTo>
                  <a:cubicBezTo>
                    <a:pt x="43286" y="24101"/>
                    <a:pt x="55199" y="25553"/>
                    <a:pt x="66982" y="25553"/>
                  </a:cubicBezTo>
                  <a:cubicBezTo>
                    <a:pt x="83050" y="25553"/>
                    <a:pt x="98874" y="22854"/>
                    <a:pt x="110709" y="16645"/>
                  </a:cubicBezTo>
                  <a:cubicBezTo>
                    <a:pt x="118242" y="12692"/>
                    <a:pt x="125045" y="6987"/>
                    <a:pt x="129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3"/>
            <p:cNvSpPr/>
            <p:nvPr/>
          </p:nvSpPr>
          <p:spPr>
            <a:xfrm>
              <a:off x="5387073" y="1076870"/>
              <a:ext cx="3081966" cy="3814089"/>
            </a:xfrm>
            <a:custGeom>
              <a:avLst/>
              <a:gdLst/>
              <a:ahLst/>
              <a:cxnLst/>
              <a:rect l="l" t="t" r="r" b="b"/>
              <a:pathLst>
                <a:path w="114321" h="141478" extrusionOk="0">
                  <a:moveTo>
                    <a:pt x="54343" y="0"/>
                  </a:moveTo>
                  <a:cubicBezTo>
                    <a:pt x="49646" y="0"/>
                    <a:pt x="44955" y="339"/>
                    <a:pt x="40373" y="1044"/>
                  </a:cubicBezTo>
                  <a:lnTo>
                    <a:pt x="0" y="128062"/>
                  </a:lnTo>
                  <a:cubicBezTo>
                    <a:pt x="6268" y="132650"/>
                    <a:pt x="14287" y="136043"/>
                    <a:pt x="22556" y="138063"/>
                  </a:cubicBezTo>
                  <a:cubicBezTo>
                    <a:pt x="29097" y="139662"/>
                    <a:pt x="36155" y="140821"/>
                    <a:pt x="43380" y="141477"/>
                  </a:cubicBezTo>
                  <a:lnTo>
                    <a:pt x="69762" y="141477"/>
                  </a:lnTo>
                  <a:cubicBezTo>
                    <a:pt x="81174" y="140365"/>
                    <a:pt x="91920" y="137712"/>
                    <a:pt x="100542" y="133187"/>
                  </a:cubicBezTo>
                  <a:cubicBezTo>
                    <a:pt x="105583" y="130542"/>
                    <a:pt x="110295" y="127111"/>
                    <a:pt x="114320" y="123039"/>
                  </a:cubicBezTo>
                  <a:lnTo>
                    <a:pt x="75966" y="2368"/>
                  </a:lnTo>
                  <a:cubicBezTo>
                    <a:pt x="69005" y="824"/>
                    <a:pt x="61667" y="0"/>
                    <a:pt x="54343" y="0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3"/>
            <p:cNvSpPr/>
            <p:nvPr/>
          </p:nvSpPr>
          <p:spPr>
            <a:xfrm>
              <a:off x="5441288" y="2917195"/>
              <a:ext cx="247617" cy="238182"/>
            </a:xfrm>
            <a:custGeom>
              <a:avLst/>
              <a:gdLst/>
              <a:ahLst/>
              <a:cxnLst/>
              <a:rect l="l" t="t" r="r" b="b"/>
              <a:pathLst>
                <a:path w="9185" h="8835" extrusionOk="0">
                  <a:moveTo>
                    <a:pt x="4766" y="0"/>
                  </a:moveTo>
                  <a:cubicBezTo>
                    <a:pt x="2980" y="0"/>
                    <a:pt x="1369" y="1077"/>
                    <a:pt x="685" y="2726"/>
                  </a:cubicBezTo>
                  <a:cubicBezTo>
                    <a:pt x="1" y="4378"/>
                    <a:pt x="380" y="6277"/>
                    <a:pt x="1644" y="7540"/>
                  </a:cubicBezTo>
                  <a:cubicBezTo>
                    <a:pt x="2488" y="8386"/>
                    <a:pt x="3619" y="8835"/>
                    <a:pt x="4769" y="8835"/>
                  </a:cubicBezTo>
                  <a:cubicBezTo>
                    <a:pt x="5337" y="8835"/>
                    <a:pt x="5910" y="8725"/>
                    <a:pt x="6456" y="8499"/>
                  </a:cubicBezTo>
                  <a:cubicBezTo>
                    <a:pt x="8108" y="7815"/>
                    <a:pt x="9184" y="6204"/>
                    <a:pt x="9184" y="4418"/>
                  </a:cubicBezTo>
                  <a:cubicBezTo>
                    <a:pt x="9184" y="1978"/>
                    <a:pt x="7206" y="0"/>
                    <a:pt x="4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3"/>
            <p:cNvSpPr/>
            <p:nvPr/>
          </p:nvSpPr>
          <p:spPr>
            <a:xfrm>
              <a:off x="5328005" y="3052100"/>
              <a:ext cx="395298" cy="360144"/>
            </a:xfrm>
            <a:custGeom>
              <a:avLst/>
              <a:gdLst/>
              <a:ahLst/>
              <a:cxnLst/>
              <a:rect l="l" t="t" r="r" b="b"/>
              <a:pathLst>
                <a:path w="14663" h="13359" extrusionOk="0">
                  <a:moveTo>
                    <a:pt x="7331" y="0"/>
                  </a:moveTo>
                  <a:cubicBezTo>
                    <a:pt x="5622" y="0"/>
                    <a:pt x="3913" y="653"/>
                    <a:pt x="2609" y="1957"/>
                  </a:cubicBezTo>
                  <a:cubicBezTo>
                    <a:pt x="0" y="4565"/>
                    <a:pt x="0" y="8794"/>
                    <a:pt x="2609" y="11402"/>
                  </a:cubicBezTo>
                  <a:cubicBezTo>
                    <a:pt x="3913" y="12706"/>
                    <a:pt x="5622" y="13359"/>
                    <a:pt x="7331" y="13359"/>
                  </a:cubicBezTo>
                  <a:cubicBezTo>
                    <a:pt x="9041" y="13359"/>
                    <a:pt x="10750" y="12706"/>
                    <a:pt x="12054" y="11402"/>
                  </a:cubicBezTo>
                  <a:cubicBezTo>
                    <a:pt x="14663" y="8794"/>
                    <a:pt x="14663" y="4565"/>
                    <a:pt x="12054" y="1957"/>
                  </a:cubicBezTo>
                  <a:cubicBezTo>
                    <a:pt x="10750" y="653"/>
                    <a:pt x="9041" y="0"/>
                    <a:pt x="7331" y="0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3"/>
            <p:cNvSpPr/>
            <p:nvPr/>
          </p:nvSpPr>
          <p:spPr>
            <a:xfrm>
              <a:off x="8173156" y="2070888"/>
              <a:ext cx="119077" cy="119131"/>
            </a:xfrm>
            <a:custGeom>
              <a:avLst/>
              <a:gdLst/>
              <a:ahLst/>
              <a:cxnLst/>
              <a:rect l="l" t="t" r="r" b="b"/>
              <a:pathLst>
                <a:path w="4417" h="4419" extrusionOk="0">
                  <a:moveTo>
                    <a:pt x="2209" y="0"/>
                  </a:moveTo>
                  <a:cubicBezTo>
                    <a:pt x="990" y="0"/>
                    <a:pt x="1" y="989"/>
                    <a:pt x="1" y="2210"/>
                  </a:cubicBezTo>
                  <a:cubicBezTo>
                    <a:pt x="1" y="3429"/>
                    <a:pt x="990" y="4418"/>
                    <a:pt x="2209" y="4418"/>
                  </a:cubicBezTo>
                  <a:cubicBezTo>
                    <a:pt x="3428" y="4418"/>
                    <a:pt x="4417" y="3429"/>
                    <a:pt x="4417" y="2210"/>
                  </a:cubicBezTo>
                  <a:cubicBezTo>
                    <a:pt x="4417" y="989"/>
                    <a:pt x="3428" y="0"/>
                    <a:pt x="2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3"/>
            <p:cNvSpPr/>
            <p:nvPr/>
          </p:nvSpPr>
          <p:spPr>
            <a:xfrm>
              <a:off x="8113064" y="2292763"/>
              <a:ext cx="115815" cy="111367"/>
            </a:xfrm>
            <a:custGeom>
              <a:avLst/>
              <a:gdLst/>
              <a:ahLst/>
              <a:cxnLst/>
              <a:rect l="l" t="t" r="r" b="b"/>
              <a:pathLst>
                <a:path w="4296" h="4131" extrusionOk="0">
                  <a:moveTo>
                    <a:pt x="2230" y="1"/>
                  </a:moveTo>
                  <a:cubicBezTo>
                    <a:pt x="1395" y="1"/>
                    <a:pt x="640" y="504"/>
                    <a:pt x="320" y="1275"/>
                  </a:cubicBezTo>
                  <a:cubicBezTo>
                    <a:pt x="1" y="2047"/>
                    <a:pt x="178" y="2936"/>
                    <a:pt x="770" y="3526"/>
                  </a:cubicBezTo>
                  <a:cubicBezTo>
                    <a:pt x="1165" y="3921"/>
                    <a:pt x="1693" y="4131"/>
                    <a:pt x="2231" y="4131"/>
                  </a:cubicBezTo>
                  <a:cubicBezTo>
                    <a:pt x="2497" y="4131"/>
                    <a:pt x="2765" y="4079"/>
                    <a:pt x="3021" y="3973"/>
                  </a:cubicBezTo>
                  <a:cubicBezTo>
                    <a:pt x="3792" y="3656"/>
                    <a:pt x="4295" y="2901"/>
                    <a:pt x="4295" y="2066"/>
                  </a:cubicBezTo>
                  <a:cubicBezTo>
                    <a:pt x="4295" y="926"/>
                    <a:pt x="3370" y="1"/>
                    <a:pt x="2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3"/>
            <p:cNvSpPr/>
            <p:nvPr/>
          </p:nvSpPr>
          <p:spPr>
            <a:xfrm>
              <a:off x="5666856" y="2560334"/>
              <a:ext cx="103980" cy="103900"/>
            </a:xfrm>
            <a:custGeom>
              <a:avLst/>
              <a:gdLst/>
              <a:ahLst/>
              <a:cxnLst/>
              <a:rect l="l" t="t" r="r" b="b"/>
              <a:pathLst>
                <a:path w="3857" h="3854" extrusionOk="0">
                  <a:moveTo>
                    <a:pt x="1927" y="1"/>
                  </a:moveTo>
                  <a:cubicBezTo>
                    <a:pt x="864" y="1"/>
                    <a:pt x="1" y="864"/>
                    <a:pt x="1" y="1927"/>
                  </a:cubicBezTo>
                  <a:cubicBezTo>
                    <a:pt x="1" y="2991"/>
                    <a:pt x="864" y="3854"/>
                    <a:pt x="1927" y="3854"/>
                  </a:cubicBezTo>
                  <a:cubicBezTo>
                    <a:pt x="2993" y="3854"/>
                    <a:pt x="3856" y="2991"/>
                    <a:pt x="3856" y="1927"/>
                  </a:cubicBezTo>
                  <a:cubicBezTo>
                    <a:pt x="3856" y="864"/>
                    <a:pt x="2993" y="1"/>
                    <a:pt x="1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3"/>
            <p:cNvSpPr/>
            <p:nvPr/>
          </p:nvSpPr>
          <p:spPr>
            <a:xfrm>
              <a:off x="5966159" y="1355872"/>
              <a:ext cx="219607" cy="233841"/>
            </a:xfrm>
            <a:custGeom>
              <a:avLst/>
              <a:gdLst/>
              <a:ahLst/>
              <a:cxnLst/>
              <a:rect l="l" t="t" r="r" b="b"/>
              <a:pathLst>
                <a:path w="8146" h="8674" extrusionOk="0">
                  <a:moveTo>
                    <a:pt x="4073" y="0"/>
                  </a:moveTo>
                  <a:cubicBezTo>
                    <a:pt x="4073" y="4060"/>
                    <a:pt x="657" y="4324"/>
                    <a:pt x="0" y="4337"/>
                  </a:cubicBezTo>
                  <a:cubicBezTo>
                    <a:pt x="657" y="4350"/>
                    <a:pt x="4073" y="4614"/>
                    <a:pt x="4073" y="8674"/>
                  </a:cubicBezTo>
                  <a:cubicBezTo>
                    <a:pt x="4073" y="4614"/>
                    <a:pt x="7489" y="4350"/>
                    <a:pt x="8145" y="4337"/>
                  </a:cubicBezTo>
                  <a:cubicBezTo>
                    <a:pt x="7489" y="4324"/>
                    <a:pt x="4073" y="4060"/>
                    <a:pt x="4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3"/>
            <p:cNvSpPr/>
            <p:nvPr/>
          </p:nvSpPr>
          <p:spPr>
            <a:xfrm>
              <a:off x="5963220" y="1472768"/>
              <a:ext cx="2965" cy="27"/>
            </a:xfrm>
            <a:custGeom>
              <a:avLst/>
              <a:gdLst/>
              <a:ahLst/>
              <a:cxnLst/>
              <a:rect l="l" t="t" r="r" b="b"/>
              <a:pathLst>
                <a:path w="110" h="1" extrusionOk="0">
                  <a:moveTo>
                    <a:pt x="50" y="0"/>
                  </a:moveTo>
                  <a:cubicBezTo>
                    <a:pt x="17" y="0"/>
                    <a:pt x="0" y="1"/>
                    <a:pt x="0" y="1"/>
                  </a:cubicBezTo>
                  <a:lnTo>
                    <a:pt x="109" y="1"/>
                  </a:lnTo>
                  <a:cubicBezTo>
                    <a:pt x="86" y="0"/>
                    <a:pt x="66" y="0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3"/>
            <p:cNvSpPr/>
            <p:nvPr/>
          </p:nvSpPr>
          <p:spPr>
            <a:xfrm>
              <a:off x="8277785" y="3303415"/>
              <a:ext cx="207799" cy="221144"/>
            </a:xfrm>
            <a:custGeom>
              <a:avLst/>
              <a:gdLst/>
              <a:ahLst/>
              <a:cxnLst/>
              <a:rect l="l" t="t" r="r" b="b"/>
              <a:pathLst>
                <a:path w="7708" h="8203" extrusionOk="0">
                  <a:moveTo>
                    <a:pt x="3854" y="0"/>
                  </a:moveTo>
                  <a:cubicBezTo>
                    <a:pt x="1727" y="0"/>
                    <a:pt x="1" y="1835"/>
                    <a:pt x="1" y="4103"/>
                  </a:cubicBezTo>
                  <a:cubicBezTo>
                    <a:pt x="1" y="6368"/>
                    <a:pt x="1727" y="8203"/>
                    <a:pt x="3854" y="8203"/>
                  </a:cubicBezTo>
                  <a:cubicBezTo>
                    <a:pt x="5983" y="8203"/>
                    <a:pt x="7707" y="6368"/>
                    <a:pt x="7707" y="4103"/>
                  </a:cubicBezTo>
                  <a:cubicBezTo>
                    <a:pt x="7707" y="1835"/>
                    <a:pt x="5983" y="0"/>
                    <a:pt x="3854" y="0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3"/>
            <p:cNvSpPr/>
            <p:nvPr/>
          </p:nvSpPr>
          <p:spPr>
            <a:xfrm>
              <a:off x="8275036" y="3413975"/>
              <a:ext cx="2777" cy="54"/>
            </a:xfrm>
            <a:custGeom>
              <a:avLst/>
              <a:gdLst/>
              <a:ahLst/>
              <a:cxnLst/>
              <a:rect l="l" t="t" r="r" b="b"/>
              <a:pathLst>
                <a:path w="103" h="2" extrusionOk="0">
                  <a:moveTo>
                    <a:pt x="48" y="1"/>
                  </a:moveTo>
                  <a:cubicBezTo>
                    <a:pt x="18" y="1"/>
                    <a:pt x="0" y="2"/>
                    <a:pt x="0" y="2"/>
                  </a:cubicBezTo>
                  <a:lnTo>
                    <a:pt x="103" y="2"/>
                  </a:lnTo>
                  <a:cubicBezTo>
                    <a:pt x="81" y="1"/>
                    <a:pt x="63" y="1"/>
                    <a:pt x="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3"/>
            <p:cNvSpPr/>
            <p:nvPr/>
          </p:nvSpPr>
          <p:spPr>
            <a:xfrm>
              <a:off x="8485561" y="3413975"/>
              <a:ext cx="2777" cy="54"/>
            </a:xfrm>
            <a:custGeom>
              <a:avLst/>
              <a:gdLst/>
              <a:ahLst/>
              <a:cxnLst/>
              <a:rect l="l" t="t" r="r" b="b"/>
              <a:pathLst>
                <a:path w="103" h="2" extrusionOk="0">
                  <a:moveTo>
                    <a:pt x="56" y="1"/>
                  </a:moveTo>
                  <a:cubicBezTo>
                    <a:pt x="41" y="1"/>
                    <a:pt x="22" y="1"/>
                    <a:pt x="0" y="2"/>
                  </a:cubicBezTo>
                  <a:lnTo>
                    <a:pt x="102" y="2"/>
                  </a:lnTo>
                  <a:cubicBezTo>
                    <a:pt x="102" y="2"/>
                    <a:pt x="86" y="1"/>
                    <a:pt x="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3"/>
            <p:cNvSpPr/>
            <p:nvPr/>
          </p:nvSpPr>
          <p:spPr>
            <a:xfrm>
              <a:off x="7135250" y="3685644"/>
              <a:ext cx="201167" cy="322590"/>
            </a:xfrm>
            <a:custGeom>
              <a:avLst/>
              <a:gdLst/>
              <a:ahLst/>
              <a:cxnLst/>
              <a:rect l="l" t="t" r="r" b="b"/>
              <a:pathLst>
                <a:path w="7462" h="11966" extrusionOk="0">
                  <a:moveTo>
                    <a:pt x="5266" y="1"/>
                  </a:moveTo>
                  <a:cubicBezTo>
                    <a:pt x="5266" y="1"/>
                    <a:pt x="0" y="6053"/>
                    <a:pt x="1550" y="10844"/>
                  </a:cubicBezTo>
                  <a:lnTo>
                    <a:pt x="3478" y="11965"/>
                  </a:lnTo>
                  <a:cubicBezTo>
                    <a:pt x="3478" y="11965"/>
                    <a:pt x="2487" y="6392"/>
                    <a:pt x="7461" y="2976"/>
                  </a:cubicBezTo>
                  <a:lnTo>
                    <a:pt x="52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3"/>
            <p:cNvSpPr/>
            <p:nvPr/>
          </p:nvSpPr>
          <p:spPr>
            <a:xfrm>
              <a:off x="5440883" y="3742879"/>
              <a:ext cx="147465" cy="246162"/>
            </a:xfrm>
            <a:custGeom>
              <a:avLst/>
              <a:gdLst/>
              <a:ahLst/>
              <a:cxnLst/>
              <a:rect l="l" t="t" r="r" b="b"/>
              <a:pathLst>
                <a:path w="5470" h="9131" extrusionOk="0">
                  <a:moveTo>
                    <a:pt x="1870" y="0"/>
                  </a:moveTo>
                  <a:lnTo>
                    <a:pt x="1" y="303"/>
                  </a:lnTo>
                  <a:cubicBezTo>
                    <a:pt x="1" y="303"/>
                    <a:pt x="3654" y="3432"/>
                    <a:pt x="2226" y="8357"/>
                  </a:cubicBezTo>
                  <a:lnTo>
                    <a:pt x="5269" y="9130"/>
                  </a:lnTo>
                  <a:cubicBezTo>
                    <a:pt x="5269" y="9130"/>
                    <a:pt x="5470" y="2317"/>
                    <a:pt x="1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3"/>
            <p:cNvSpPr/>
            <p:nvPr/>
          </p:nvSpPr>
          <p:spPr>
            <a:xfrm>
              <a:off x="5791597" y="1782908"/>
              <a:ext cx="314125" cy="218421"/>
            </a:xfrm>
            <a:custGeom>
              <a:avLst/>
              <a:gdLst/>
              <a:ahLst/>
              <a:cxnLst/>
              <a:rect l="l" t="t" r="r" b="b"/>
              <a:pathLst>
                <a:path w="11652" h="8102" extrusionOk="0">
                  <a:moveTo>
                    <a:pt x="3600" y="1"/>
                  </a:moveTo>
                  <a:lnTo>
                    <a:pt x="1" y="1433"/>
                  </a:lnTo>
                  <a:cubicBezTo>
                    <a:pt x="1" y="1433"/>
                    <a:pt x="4537" y="8102"/>
                    <a:pt x="9676" y="8102"/>
                  </a:cubicBezTo>
                  <a:cubicBezTo>
                    <a:pt x="9784" y="8102"/>
                    <a:pt x="9892" y="8099"/>
                    <a:pt x="10000" y="8093"/>
                  </a:cubicBezTo>
                  <a:lnTo>
                    <a:pt x="11652" y="6435"/>
                  </a:lnTo>
                  <a:cubicBezTo>
                    <a:pt x="11652" y="6435"/>
                    <a:pt x="5738" y="5953"/>
                    <a:pt x="3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3"/>
            <p:cNvSpPr/>
            <p:nvPr/>
          </p:nvSpPr>
          <p:spPr>
            <a:xfrm>
              <a:off x="5402332" y="2036137"/>
              <a:ext cx="287301" cy="352649"/>
            </a:xfrm>
            <a:custGeom>
              <a:avLst/>
              <a:gdLst/>
              <a:ahLst/>
              <a:cxnLst/>
              <a:rect l="l" t="t" r="r" b="b"/>
              <a:pathLst>
                <a:path w="10657" h="13081" extrusionOk="0">
                  <a:moveTo>
                    <a:pt x="10627" y="0"/>
                  </a:moveTo>
                  <a:lnTo>
                    <a:pt x="2842" y="1780"/>
                  </a:lnTo>
                  <a:lnTo>
                    <a:pt x="2842" y="3806"/>
                  </a:lnTo>
                  <a:lnTo>
                    <a:pt x="2846" y="3806"/>
                  </a:lnTo>
                  <a:lnTo>
                    <a:pt x="2846" y="10470"/>
                  </a:lnTo>
                  <a:cubicBezTo>
                    <a:pt x="2655" y="10389"/>
                    <a:pt x="2435" y="10346"/>
                    <a:pt x="2202" y="10346"/>
                  </a:cubicBezTo>
                  <a:cubicBezTo>
                    <a:pt x="1924" y="10346"/>
                    <a:pt x="1627" y="10407"/>
                    <a:pt x="1337" y="10534"/>
                  </a:cubicBezTo>
                  <a:cubicBezTo>
                    <a:pt x="470" y="10920"/>
                    <a:pt x="1" y="11760"/>
                    <a:pt x="289" y="12410"/>
                  </a:cubicBezTo>
                  <a:cubicBezTo>
                    <a:pt x="480" y="12842"/>
                    <a:pt x="957" y="13081"/>
                    <a:pt x="1510" y="13081"/>
                  </a:cubicBezTo>
                  <a:cubicBezTo>
                    <a:pt x="1790" y="13081"/>
                    <a:pt x="2089" y="13020"/>
                    <a:pt x="2381" y="12891"/>
                  </a:cubicBezTo>
                  <a:cubicBezTo>
                    <a:pt x="2999" y="12617"/>
                    <a:pt x="3409" y="12111"/>
                    <a:pt x="3492" y="11608"/>
                  </a:cubicBezTo>
                  <a:lnTo>
                    <a:pt x="3498" y="11608"/>
                  </a:lnTo>
                  <a:lnTo>
                    <a:pt x="3498" y="11579"/>
                  </a:lnTo>
                  <a:cubicBezTo>
                    <a:pt x="3513" y="11472"/>
                    <a:pt x="3513" y="11363"/>
                    <a:pt x="3498" y="11257"/>
                  </a:cubicBezTo>
                  <a:lnTo>
                    <a:pt x="3498" y="3651"/>
                  </a:lnTo>
                  <a:lnTo>
                    <a:pt x="9971" y="2103"/>
                  </a:lnTo>
                  <a:lnTo>
                    <a:pt x="9971" y="8823"/>
                  </a:lnTo>
                  <a:cubicBezTo>
                    <a:pt x="9778" y="8739"/>
                    <a:pt x="9555" y="8695"/>
                    <a:pt x="9318" y="8695"/>
                  </a:cubicBezTo>
                  <a:cubicBezTo>
                    <a:pt x="9040" y="8695"/>
                    <a:pt x="8742" y="8756"/>
                    <a:pt x="8453" y="8885"/>
                  </a:cubicBezTo>
                  <a:cubicBezTo>
                    <a:pt x="7586" y="9268"/>
                    <a:pt x="7119" y="10108"/>
                    <a:pt x="7405" y="10756"/>
                  </a:cubicBezTo>
                  <a:cubicBezTo>
                    <a:pt x="7594" y="11188"/>
                    <a:pt x="8073" y="11428"/>
                    <a:pt x="8626" y="11428"/>
                  </a:cubicBezTo>
                  <a:cubicBezTo>
                    <a:pt x="8906" y="11428"/>
                    <a:pt x="9205" y="11366"/>
                    <a:pt x="9495" y="11238"/>
                  </a:cubicBezTo>
                  <a:cubicBezTo>
                    <a:pt x="10218" y="10918"/>
                    <a:pt x="10657" y="10283"/>
                    <a:pt x="10618" y="9705"/>
                  </a:cubicBezTo>
                  <a:lnTo>
                    <a:pt x="10623" y="9705"/>
                  </a:lnTo>
                  <a:lnTo>
                    <a:pt x="10623" y="1950"/>
                  </a:lnTo>
                  <a:lnTo>
                    <a:pt x="10629" y="1950"/>
                  </a:lnTo>
                  <a:lnTo>
                    <a:pt x="1062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3"/>
            <p:cNvSpPr/>
            <p:nvPr/>
          </p:nvSpPr>
          <p:spPr>
            <a:xfrm>
              <a:off x="8445095" y="3728618"/>
              <a:ext cx="192837" cy="236753"/>
            </a:xfrm>
            <a:custGeom>
              <a:avLst/>
              <a:gdLst/>
              <a:ahLst/>
              <a:cxnLst/>
              <a:rect l="l" t="t" r="r" b="b"/>
              <a:pathLst>
                <a:path w="7153" h="8782" extrusionOk="0">
                  <a:moveTo>
                    <a:pt x="7134" y="1"/>
                  </a:moveTo>
                  <a:lnTo>
                    <a:pt x="1906" y="1194"/>
                  </a:lnTo>
                  <a:lnTo>
                    <a:pt x="1906" y="2556"/>
                  </a:lnTo>
                  <a:lnTo>
                    <a:pt x="1910" y="2556"/>
                  </a:lnTo>
                  <a:lnTo>
                    <a:pt x="1910" y="7029"/>
                  </a:lnTo>
                  <a:cubicBezTo>
                    <a:pt x="1782" y="6975"/>
                    <a:pt x="1633" y="6946"/>
                    <a:pt x="1476" y="6946"/>
                  </a:cubicBezTo>
                  <a:cubicBezTo>
                    <a:pt x="1290" y="6946"/>
                    <a:pt x="1091" y="6986"/>
                    <a:pt x="898" y="7072"/>
                  </a:cubicBezTo>
                  <a:cubicBezTo>
                    <a:pt x="316" y="7332"/>
                    <a:pt x="1" y="7895"/>
                    <a:pt x="195" y="8329"/>
                  </a:cubicBezTo>
                  <a:cubicBezTo>
                    <a:pt x="322" y="8620"/>
                    <a:pt x="642" y="8781"/>
                    <a:pt x="1014" y="8781"/>
                  </a:cubicBezTo>
                  <a:cubicBezTo>
                    <a:pt x="1202" y="8781"/>
                    <a:pt x="1403" y="8740"/>
                    <a:pt x="1599" y="8653"/>
                  </a:cubicBezTo>
                  <a:cubicBezTo>
                    <a:pt x="2013" y="8470"/>
                    <a:pt x="2288" y="8131"/>
                    <a:pt x="2345" y="7792"/>
                  </a:cubicBezTo>
                  <a:lnTo>
                    <a:pt x="2349" y="7792"/>
                  </a:lnTo>
                  <a:lnTo>
                    <a:pt x="2349" y="7773"/>
                  </a:lnTo>
                  <a:cubicBezTo>
                    <a:pt x="2360" y="7701"/>
                    <a:pt x="2360" y="7628"/>
                    <a:pt x="2349" y="7558"/>
                  </a:cubicBezTo>
                  <a:lnTo>
                    <a:pt x="2349" y="2452"/>
                  </a:lnTo>
                  <a:lnTo>
                    <a:pt x="6693" y="1412"/>
                  </a:lnTo>
                  <a:lnTo>
                    <a:pt x="6693" y="5921"/>
                  </a:lnTo>
                  <a:cubicBezTo>
                    <a:pt x="6563" y="5864"/>
                    <a:pt x="6413" y="5834"/>
                    <a:pt x="6254" y="5834"/>
                  </a:cubicBezTo>
                  <a:cubicBezTo>
                    <a:pt x="6068" y="5834"/>
                    <a:pt x="5868" y="5875"/>
                    <a:pt x="5674" y="5962"/>
                  </a:cubicBezTo>
                  <a:cubicBezTo>
                    <a:pt x="5092" y="6220"/>
                    <a:pt x="4777" y="6784"/>
                    <a:pt x="4971" y="7219"/>
                  </a:cubicBezTo>
                  <a:cubicBezTo>
                    <a:pt x="5098" y="7509"/>
                    <a:pt x="5418" y="7671"/>
                    <a:pt x="5790" y="7671"/>
                  </a:cubicBezTo>
                  <a:cubicBezTo>
                    <a:pt x="5978" y="7671"/>
                    <a:pt x="6179" y="7630"/>
                    <a:pt x="6375" y="7543"/>
                  </a:cubicBezTo>
                  <a:cubicBezTo>
                    <a:pt x="6859" y="7328"/>
                    <a:pt x="7153" y="6902"/>
                    <a:pt x="7127" y="6514"/>
                  </a:cubicBezTo>
                  <a:lnTo>
                    <a:pt x="7132" y="6514"/>
                  </a:lnTo>
                  <a:lnTo>
                    <a:pt x="7132" y="1309"/>
                  </a:lnTo>
                  <a:lnTo>
                    <a:pt x="7134" y="1309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3"/>
            <p:cNvSpPr/>
            <p:nvPr/>
          </p:nvSpPr>
          <p:spPr>
            <a:xfrm>
              <a:off x="8168411" y="2590286"/>
              <a:ext cx="297626" cy="469866"/>
            </a:xfrm>
            <a:custGeom>
              <a:avLst/>
              <a:gdLst/>
              <a:ahLst/>
              <a:cxnLst/>
              <a:rect l="l" t="t" r="r" b="b"/>
              <a:pathLst>
                <a:path w="11040" h="17429" extrusionOk="0">
                  <a:moveTo>
                    <a:pt x="5236" y="0"/>
                  </a:moveTo>
                  <a:cubicBezTo>
                    <a:pt x="5032" y="0"/>
                    <a:pt x="4866" y="166"/>
                    <a:pt x="4866" y="371"/>
                  </a:cubicBezTo>
                  <a:lnTo>
                    <a:pt x="4866" y="13362"/>
                  </a:lnTo>
                  <a:lnTo>
                    <a:pt x="4870" y="13362"/>
                  </a:lnTo>
                  <a:lnTo>
                    <a:pt x="4870" y="13426"/>
                  </a:lnTo>
                  <a:cubicBezTo>
                    <a:pt x="4501" y="13184"/>
                    <a:pt x="4026" y="13054"/>
                    <a:pt x="3512" y="13054"/>
                  </a:cubicBezTo>
                  <a:cubicBezTo>
                    <a:pt x="3070" y="13054"/>
                    <a:pt x="2598" y="13150"/>
                    <a:pt x="2138" y="13354"/>
                  </a:cubicBezTo>
                  <a:cubicBezTo>
                    <a:pt x="752" y="13970"/>
                    <a:pt x="0" y="15312"/>
                    <a:pt x="458" y="16353"/>
                  </a:cubicBezTo>
                  <a:cubicBezTo>
                    <a:pt x="764" y="17044"/>
                    <a:pt x="1531" y="17429"/>
                    <a:pt x="2419" y="17429"/>
                  </a:cubicBezTo>
                  <a:cubicBezTo>
                    <a:pt x="2866" y="17429"/>
                    <a:pt x="3344" y="17331"/>
                    <a:pt x="3808" y="17126"/>
                  </a:cubicBezTo>
                  <a:cubicBezTo>
                    <a:pt x="4985" y="16602"/>
                    <a:pt x="5699" y="15560"/>
                    <a:pt x="5609" y="14622"/>
                  </a:cubicBezTo>
                  <a:lnTo>
                    <a:pt x="5609" y="7681"/>
                  </a:lnTo>
                  <a:lnTo>
                    <a:pt x="5605" y="7681"/>
                  </a:lnTo>
                  <a:lnTo>
                    <a:pt x="5605" y="1803"/>
                  </a:lnTo>
                  <a:cubicBezTo>
                    <a:pt x="5916" y="2112"/>
                    <a:pt x="6355" y="2451"/>
                    <a:pt x="7001" y="2864"/>
                  </a:cubicBezTo>
                  <a:lnTo>
                    <a:pt x="7284" y="3041"/>
                  </a:lnTo>
                  <a:cubicBezTo>
                    <a:pt x="8723" y="3936"/>
                    <a:pt x="10085" y="4936"/>
                    <a:pt x="9529" y="6415"/>
                  </a:cubicBezTo>
                  <a:cubicBezTo>
                    <a:pt x="9467" y="6602"/>
                    <a:pt x="9563" y="6807"/>
                    <a:pt x="9748" y="6877"/>
                  </a:cubicBezTo>
                  <a:cubicBezTo>
                    <a:pt x="9791" y="6894"/>
                    <a:pt x="9835" y="6901"/>
                    <a:pt x="9879" y="6901"/>
                  </a:cubicBezTo>
                  <a:cubicBezTo>
                    <a:pt x="10023" y="6901"/>
                    <a:pt x="10161" y="6816"/>
                    <a:pt x="10221" y="6677"/>
                  </a:cubicBezTo>
                  <a:cubicBezTo>
                    <a:pt x="11040" y="4503"/>
                    <a:pt x="8851" y="3144"/>
                    <a:pt x="7674" y="2413"/>
                  </a:cubicBezTo>
                  <a:lnTo>
                    <a:pt x="7399" y="2240"/>
                  </a:lnTo>
                  <a:cubicBezTo>
                    <a:pt x="5974" y="1328"/>
                    <a:pt x="5739" y="878"/>
                    <a:pt x="5607" y="399"/>
                  </a:cubicBezTo>
                  <a:lnTo>
                    <a:pt x="5607" y="371"/>
                  </a:lnTo>
                  <a:cubicBezTo>
                    <a:pt x="5605" y="166"/>
                    <a:pt x="5441" y="0"/>
                    <a:pt x="5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3"/>
            <p:cNvSpPr/>
            <p:nvPr/>
          </p:nvSpPr>
          <p:spPr>
            <a:xfrm>
              <a:off x="6684382" y="4124650"/>
              <a:ext cx="232952" cy="367477"/>
            </a:xfrm>
            <a:custGeom>
              <a:avLst/>
              <a:gdLst/>
              <a:ahLst/>
              <a:cxnLst/>
              <a:rect l="l" t="t" r="r" b="b"/>
              <a:pathLst>
                <a:path w="8641" h="13631" extrusionOk="0">
                  <a:moveTo>
                    <a:pt x="4099" y="1"/>
                  </a:moveTo>
                  <a:cubicBezTo>
                    <a:pt x="3941" y="1"/>
                    <a:pt x="3814" y="125"/>
                    <a:pt x="3809" y="282"/>
                  </a:cubicBezTo>
                  <a:lnTo>
                    <a:pt x="3809" y="10448"/>
                  </a:lnTo>
                  <a:lnTo>
                    <a:pt x="3811" y="10448"/>
                  </a:lnTo>
                  <a:lnTo>
                    <a:pt x="3811" y="10499"/>
                  </a:lnTo>
                  <a:cubicBezTo>
                    <a:pt x="3525" y="10309"/>
                    <a:pt x="3155" y="10208"/>
                    <a:pt x="2754" y="10208"/>
                  </a:cubicBezTo>
                  <a:cubicBezTo>
                    <a:pt x="2407" y="10208"/>
                    <a:pt x="2036" y="10284"/>
                    <a:pt x="1674" y="10444"/>
                  </a:cubicBezTo>
                  <a:cubicBezTo>
                    <a:pt x="589" y="10925"/>
                    <a:pt x="1" y="11976"/>
                    <a:pt x="361" y="12790"/>
                  </a:cubicBezTo>
                  <a:cubicBezTo>
                    <a:pt x="601" y="13330"/>
                    <a:pt x="1200" y="13630"/>
                    <a:pt x="1894" y="13630"/>
                  </a:cubicBezTo>
                  <a:cubicBezTo>
                    <a:pt x="2244" y="13630"/>
                    <a:pt x="2618" y="13554"/>
                    <a:pt x="2982" y="13393"/>
                  </a:cubicBezTo>
                  <a:cubicBezTo>
                    <a:pt x="3903" y="12984"/>
                    <a:pt x="4461" y="12168"/>
                    <a:pt x="4391" y="11432"/>
                  </a:cubicBezTo>
                  <a:lnTo>
                    <a:pt x="4391" y="6002"/>
                  </a:lnTo>
                  <a:lnTo>
                    <a:pt x="4389" y="6002"/>
                  </a:lnTo>
                  <a:lnTo>
                    <a:pt x="4389" y="1403"/>
                  </a:lnTo>
                  <a:cubicBezTo>
                    <a:pt x="4630" y="1646"/>
                    <a:pt x="4975" y="1910"/>
                    <a:pt x="5480" y="2234"/>
                  </a:cubicBezTo>
                  <a:lnTo>
                    <a:pt x="5702" y="2373"/>
                  </a:lnTo>
                  <a:cubicBezTo>
                    <a:pt x="6829" y="3074"/>
                    <a:pt x="7893" y="3854"/>
                    <a:pt x="7458" y="5011"/>
                  </a:cubicBezTo>
                  <a:cubicBezTo>
                    <a:pt x="7400" y="5163"/>
                    <a:pt x="7477" y="5329"/>
                    <a:pt x="7626" y="5384"/>
                  </a:cubicBezTo>
                  <a:cubicBezTo>
                    <a:pt x="7660" y="5397"/>
                    <a:pt x="7696" y="5404"/>
                    <a:pt x="7730" y="5404"/>
                  </a:cubicBezTo>
                  <a:cubicBezTo>
                    <a:pt x="7847" y="5404"/>
                    <a:pt x="7956" y="5333"/>
                    <a:pt x="7999" y="5216"/>
                  </a:cubicBezTo>
                  <a:cubicBezTo>
                    <a:pt x="8641" y="3517"/>
                    <a:pt x="6927" y="2454"/>
                    <a:pt x="6007" y="1881"/>
                  </a:cubicBezTo>
                  <a:lnTo>
                    <a:pt x="5791" y="1746"/>
                  </a:lnTo>
                  <a:cubicBezTo>
                    <a:pt x="4677" y="1032"/>
                    <a:pt x="4491" y="681"/>
                    <a:pt x="4389" y="304"/>
                  </a:cubicBezTo>
                  <a:lnTo>
                    <a:pt x="4389" y="282"/>
                  </a:lnTo>
                  <a:cubicBezTo>
                    <a:pt x="4385" y="125"/>
                    <a:pt x="4255" y="1"/>
                    <a:pt x="4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3"/>
            <p:cNvSpPr/>
            <p:nvPr/>
          </p:nvSpPr>
          <p:spPr>
            <a:xfrm>
              <a:off x="6570344" y="1267257"/>
              <a:ext cx="184291" cy="291129"/>
            </a:xfrm>
            <a:custGeom>
              <a:avLst/>
              <a:gdLst/>
              <a:ahLst/>
              <a:cxnLst/>
              <a:rect l="l" t="t" r="r" b="b"/>
              <a:pathLst>
                <a:path w="6836" h="10799" extrusionOk="0">
                  <a:moveTo>
                    <a:pt x="3241" y="1"/>
                  </a:moveTo>
                  <a:cubicBezTo>
                    <a:pt x="3116" y="1"/>
                    <a:pt x="3016" y="99"/>
                    <a:pt x="3012" y="222"/>
                  </a:cubicBezTo>
                  <a:lnTo>
                    <a:pt x="3012" y="8280"/>
                  </a:lnTo>
                  <a:lnTo>
                    <a:pt x="3014" y="8280"/>
                  </a:lnTo>
                  <a:lnTo>
                    <a:pt x="3014" y="8321"/>
                  </a:lnTo>
                  <a:cubicBezTo>
                    <a:pt x="2786" y="8171"/>
                    <a:pt x="2493" y="8090"/>
                    <a:pt x="2174" y="8090"/>
                  </a:cubicBezTo>
                  <a:cubicBezTo>
                    <a:pt x="1900" y="8090"/>
                    <a:pt x="1608" y="8150"/>
                    <a:pt x="1322" y="8276"/>
                  </a:cubicBezTo>
                  <a:cubicBezTo>
                    <a:pt x="463" y="8658"/>
                    <a:pt x="1" y="9489"/>
                    <a:pt x="284" y="10132"/>
                  </a:cubicBezTo>
                  <a:cubicBezTo>
                    <a:pt x="472" y="10560"/>
                    <a:pt x="947" y="10799"/>
                    <a:pt x="1496" y="10799"/>
                  </a:cubicBezTo>
                  <a:cubicBezTo>
                    <a:pt x="1773" y="10799"/>
                    <a:pt x="2069" y="10738"/>
                    <a:pt x="2358" y="10610"/>
                  </a:cubicBezTo>
                  <a:cubicBezTo>
                    <a:pt x="3086" y="10286"/>
                    <a:pt x="3530" y="9640"/>
                    <a:pt x="3474" y="9060"/>
                  </a:cubicBezTo>
                  <a:lnTo>
                    <a:pt x="3474" y="4762"/>
                  </a:lnTo>
                  <a:lnTo>
                    <a:pt x="3470" y="4762"/>
                  </a:lnTo>
                  <a:lnTo>
                    <a:pt x="3470" y="1122"/>
                  </a:lnTo>
                  <a:cubicBezTo>
                    <a:pt x="3662" y="1316"/>
                    <a:pt x="3935" y="1525"/>
                    <a:pt x="4335" y="1780"/>
                  </a:cubicBezTo>
                  <a:lnTo>
                    <a:pt x="4510" y="1891"/>
                  </a:lnTo>
                  <a:cubicBezTo>
                    <a:pt x="5403" y="2445"/>
                    <a:pt x="6245" y="3063"/>
                    <a:pt x="5900" y="3980"/>
                  </a:cubicBezTo>
                  <a:cubicBezTo>
                    <a:pt x="5855" y="4097"/>
                    <a:pt x="5915" y="4229"/>
                    <a:pt x="6034" y="4274"/>
                  </a:cubicBezTo>
                  <a:cubicBezTo>
                    <a:pt x="6060" y="4284"/>
                    <a:pt x="6088" y="4289"/>
                    <a:pt x="6114" y="4289"/>
                  </a:cubicBezTo>
                  <a:cubicBezTo>
                    <a:pt x="6206" y="4289"/>
                    <a:pt x="6293" y="4232"/>
                    <a:pt x="6328" y="4142"/>
                  </a:cubicBezTo>
                  <a:cubicBezTo>
                    <a:pt x="6835" y="2795"/>
                    <a:pt x="5480" y="1953"/>
                    <a:pt x="4753" y="1501"/>
                  </a:cubicBezTo>
                  <a:lnTo>
                    <a:pt x="4583" y="1395"/>
                  </a:lnTo>
                  <a:cubicBezTo>
                    <a:pt x="3698" y="830"/>
                    <a:pt x="3553" y="551"/>
                    <a:pt x="3470" y="254"/>
                  </a:cubicBezTo>
                  <a:lnTo>
                    <a:pt x="3470" y="235"/>
                  </a:lnTo>
                  <a:cubicBezTo>
                    <a:pt x="3474" y="109"/>
                    <a:pt x="3374" y="3"/>
                    <a:pt x="3248" y="1"/>
                  </a:cubicBezTo>
                  <a:cubicBezTo>
                    <a:pt x="3246" y="1"/>
                    <a:pt x="3243" y="1"/>
                    <a:pt x="3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3"/>
            <p:cNvSpPr/>
            <p:nvPr/>
          </p:nvSpPr>
          <p:spPr>
            <a:xfrm>
              <a:off x="5167112" y="4712607"/>
              <a:ext cx="3319906" cy="122393"/>
            </a:xfrm>
            <a:custGeom>
              <a:avLst/>
              <a:gdLst/>
              <a:ahLst/>
              <a:cxnLst/>
              <a:rect l="l" t="t" r="r" b="b"/>
              <a:pathLst>
                <a:path w="123147" h="4540" extrusionOk="0">
                  <a:moveTo>
                    <a:pt x="61573" y="0"/>
                  </a:moveTo>
                  <a:cubicBezTo>
                    <a:pt x="27568" y="0"/>
                    <a:pt x="1" y="1017"/>
                    <a:pt x="1" y="2270"/>
                  </a:cubicBezTo>
                  <a:cubicBezTo>
                    <a:pt x="1" y="3523"/>
                    <a:pt x="27568" y="4539"/>
                    <a:pt x="61573" y="4539"/>
                  </a:cubicBezTo>
                  <a:cubicBezTo>
                    <a:pt x="95580" y="4539"/>
                    <a:pt x="123147" y="3523"/>
                    <a:pt x="123147" y="2270"/>
                  </a:cubicBezTo>
                  <a:cubicBezTo>
                    <a:pt x="123147" y="1017"/>
                    <a:pt x="95578" y="0"/>
                    <a:pt x="615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3"/>
            <p:cNvSpPr/>
            <p:nvPr/>
          </p:nvSpPr>
          <p:spPr>
            <a:xfrm>
              <a:off x="5566487" y="4483236"/>
              <a:ext cx="69716" cy="89207"/>
            </a:xfrm>
            <a:custGeom>
              <a:avLst/>
              <a:gdLst/>
              <a:ahLst/>
              <a:cxnLst/>
              <a:rect l="l" t="t" r="r" b="b"/>
              <a:pathLst>
                <a:path w="2586" h="3309" extrusionOk="0">
                  <a:moveTo>
                    <a:pt x="16" y="406"/>
                  </a:moveTo>
                  <a:cubicBezTo>
                    <a:pt x="6" y="407"/>
                    <a:pt x="1" y="410"/>
                    <a:pt x="1" y="410"/>
                  </a:cubicBezTo>
                  <a:lnTo>
                    <a:pt x="16" y="406"/>
                  </a:lnTo>
                  <a:close/>
                  <a:moveTo>
                    <a:pt x="1870" y="1"/>
                  </a:moveTo>
                  <a:lnTo>
                    <a:pt x="16" y="406"/>
                  </a:lnTo>
                  <a:lnTo>
                    <a:pt x="16" y="406"/>
                  </a:lnTo>
                  <a:cubicBezTo>
                    <a:pt x="17" y="406"/>
                    <a:pt x="17" y="406"/>
                    <a:pt x="18" y="406"/>
                  </a:cubicBezTo>
                  <a:cubicBezTo>
                    <a:pt x="97" y="406"/>
                    <a:pt x="456" y="576"/>
                    <a:pt x="1109" y="3308"/>
                  </a:cubicBezTo>
                  <a:cubicBezTo>
                    <a:pt x="2586" y="2858"/>
                    <a:pt x="1870" y="1"/>
                    <a:pt x="18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3"/>
            <p:cNvSpPr/>
            <p:nvPr/>
          </p:nvSpPr>
          <p:spPr>
            <a:xfrm>
              <a:off x="5525643" y="4391763"/>
              <a:ext cx="150619" cy="137976"/>
            </a:xfrm>
            <a:custGeom>
              <a:avLst/>
              <a:gdLst/>
              <a:ahLst/>
              <a:cxnLst/>
              <a:rect l="l" t="t" r="r" b="b"/>
              <a:pathLst>
                <a:path w="5587" h="5118" extrusionOk="0">
                  <a:moveTo>
                    <a:pt x="2513" y="1"/>
                  </a:moveTo>
                  <a:lnTo>
                    <a:pt x="0" y="3038"/>
                  </a:lnTo>
                  <a:lnTo>
                    <a:pt x="1955" y="5118"/>
                  </a:lnTo>
                  <a:lnTo>
                    <a:pt x="5586" y="2157"/>
                  </a:lnTo>
                  <a:lnTo>
                    <a:pt x="25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3"/>
            <p:cNvSpPr/>
            <p:nvPr/>
          </p:nvSpPr>
          <p:spPr>
            <a:xfrm>
              <a:off x="5415434" y="4463340"/>
              <a:ext cx="262714" cy="283473"/>
            </a:xfrm>
            <a:custGeom>
              <a:avLst/>
              <a:gdLst/>
              <a:ahLst/>
              <a:cxnLst/>
              <a:rect l="l" t="t" r="r" b="b"/>
              <a:pathLst>
                <a:path w="9745" h="10515" extrusionOk="0">
                  <a:moveTo>
                    <a:pt x="3549" y="0"/>
                  </a:moveTo>
                  <a:cubicBezTo>
                    <a:pt x="3193" y="0"/>
                    <a:pt x="2855" y="26"/>
                    <a:pt x="2565" y="59"/>
                  </a:cubicBezTo>
                  <a:cubicBezTo>
                    <a:pt x="1859" y="138"/>
                    <a:pt x="1205" y="523"/>
                    <a:pt x="840" y="1133"/>
                  </a:cubicBezTo>
                  <a:cubicBezTo>
                    <a:pt x="1" y="2533"/>
                    <a:pt x="826" y="3880"/>
                    <a:pt x="1226" y="5357"/>
                  </a:cubicBezTo>
                  <a:cubicBezTo>
                    <a:pt x="1714" y="7153"/>
                    <a:pt x="666" y="8308"/>
                    <a:pt x="1226" y="9666"/>
                  </a:cubicBezTo>
                  <a:cubicBezTo>
                    <a:pt x="1494" y="10319"/>
                    <a:pt x="1859" y="10514"/>
                    <a:pt x="2891" y="10514"/>
                  </a:cubicBezTo>
                  <a:cubicBezTo>
                    <a:pt x="4010" y="10514"/>
                    <a:pt x="5912" y="10285"/>
                    <a:pt x="9325" y="10158"/>
                  </a:cubicBezTo>
                  <a:cubicBezTo>
                    <a:pt x="9745" y="8660"/>
                    <a:pt x="7788" y="6493"/>
                    <a:pt x="7788" y="6493"/>
                  </a:cubicBezTo>
                  <a:cubicBezTo>
                    <a:pt x="7788" y="6493"/>
                    <a:pt x="7509" y="2723"/>
                    <a:pt x="6330" y="1048"/>
                  </a:cubicBezTo>
                  <a:cubicBezTo>
                    <a:pt x="5742" y="210"/>
                    <a:pt x="4572" y="0"/>
                    <a:pt x="35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3"/>
            <p:cNvSpPr/>
            <p:nvPr/>
          </p:nvSpPr>
          <p:spPr>
            <a:xfrm>
              <a:off x="5415434" y="4484477"/>
              <a:ext cx="180220" cy="262310"/>
            </a:xfrm>
            <a:custGeom>
              <a:avLst/>
              <a:gdLst/>
              <a:ahLst/>
              <a:cxnLst/>
              <a:rect l="l" t="t" r="r" b="b"/>
              <a:pathLst>
                <a:path w="6685" h="9730" extrusionOk="0">
                  <a:moveTo>
                    <a:pt x="2391" y="0"/>
                  </a:moveTo>
                  <a:cubicBezTo>
                    <a:pt x="1784" y="0"/>
                    <a:pt x="1204" y="193"/>
                    <a:pt x="845" y="342"/>
                  </a:cubicBezTo>
                  <a:cubicBezTo>
                    <a:pt x="845" y="345"/>
                    <a:pt x="843" y="347"/>
                    <a:pt x="840" y="349"/>
                  </a:cubicBezTo>
                  <a:cubicBezTo>
                    <a:pt x="1" y="1749"/>
                    <a:pt x="826" y="3096"/>
                    <a:pt x="1228" y="4571"/>
                  </a:cubicBezTo>
                  <a:cubicBezTo>
                    <a:pt x="1716" y="6367"/>
                    <a:pt x="668" y="7522"/>
                    <a:pt x="1228" y="8882"/>
                  </a:cubicBezTo>
                  <a:cubicBezTo>
                    <a:pt x="1497" y="9534"/>
                    <a:pt x="1861" y="9730"/>
                    <a:pt x="2894" y="9730"/>
                  </a:cubicBezTo>
                  <a:cubicBezTo>
                    <a:pt x="3683" y="9730"/>
                    <a:pt x="4862" y="9616"/>
                    <a:pt x="6684" y="9504"/>
                  </a:cubicBezTo>
                  <a:cubicBezTo>
                    <a:pt x="6249" y="8890"/>
                    <a:pt x="5808" y="8240"/>
                    <a:pt x="5625" y="7872"/>
                  </a:cubicBezTo>
                  <a:cubicBezTo>
                    <a:pt x="5205" y="7034"/>
                    <a:pt x="5416" y="2915"/>
                    <a:pt x="4229" y="999"/>
                  </a:cubicBezTo>
                  <a:cubicBezTo>
                    <a:pt x="3753" y="231"/>
                    <a:pt x="3056" y="0"/>
                    <a:pt x="23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3"/>
            <p:cNvSpPr/>
            <p:nvPr/>
          </p:nvSpPr>
          <p:spPr>
            <a:xfrm>
              <a:off x="6276649" y="3090139"/>
              <a:ext cx="302047" cy="353134"/>
            </a:xfrm>
            <a:custGeom>
              <a:avLst/>
              <a:gdLst/>
              <a:ahLst/>
              <a:cxnLst/>
              <a:rect l="l" t="t" r="r" b="b"/>
              <a:pathLst>
                <a:path w="11204" h="13099" extrusionOk="0">
                  <a:moveTo>
                    <a:pt x="1144" y="0"/>
                  </a:moveTo>
                  <a:lnTo>
                    <a:pt x="1144" y="0"/>
                  </a:lnTo>
                  <a:cubicBezTo>
                    <a:pt x="1144" y="1"/>
                    <a:pt x="0" y="7234"/>
                    <a:pt x="4397" y="13098"/>
                  </a:cubicBezTo>
                  <a:lnTo>
                    <a:pt x="11204" y="7129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3"/>
            <p:cNvSpPr/>
            <p:nvPr/>
          </p:nvSpPr>
          <p:spPr>
            <a:xfrm>
              <a:off x="5823840" y="4349437"/>
              <a:ext cx="287112" cy="200978"/>
            </a:xfrm>
            <a:custGeom>
              <a:avLst/>
              <a:gdLst/>
              <a:ahLst/>
              <a:cxnLst/>
              <a:rect l="l" t="t" r="r" b="b"/>
              <a:pathLst>
                <a:path w="10650" h="7455" extrusionOk="0">
                  <a:moveTo>
                    <a:pt x="5375" y="0"/>
                  </a:moveTo>
                  <a:lnTo>
                    <a:pt x="0" y="6498"/>
                  </a:lnTo>
                  <a:lnTo>
                    <a:pt x="7155" y="7455"/>
                  </a:lnTo>
                  <a:lnTo>
                    <a:pt x="10650" y="2242"/>
                  </a:lnTo>
                  <a:lnTo>
                    <a:pt x="53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3"/>
            <p:cNvSpPr/>
            <p:nvPr/>
          </p:nvSpPr>
          <p:spPr>
            <a:xfrm>
              <a:off x="5569938" y="4723902"/>
              <a:ext cx="505560" cy="44024"/>
            </a:xfrm>
            <a:custGeom>
              <a:avLst/>
              <a:gdLst/>
              <a:ahLst/>
              <a:cxnLst/>
              <a:rect l="l" t="t" r="r" b="b"/>
              <a:pathLst>
                <a:path w="18753" h="1633" extrusionOk="0">
                  <a:moveTo>
                    <a:pt x="10532" y="1"/>
                  </a:moveTo>
                  <a:cubicBezTo>
                    <a:pt x="5619" y="1"/>
                    <a:pt x="810" y="93"/>
                    <a:pt x="810" y="93"/>
                  </a:cubicBezTo>
                  <a:cubicBezTo>
                    <a:pt x="810" y="93"/>
                    <a:pt x="1" y="905"/>
                    <a:pt x="1561" y="1162"/>
                  </a:cubicBezTo>
                  <a:cubicBezTo>
                    <a:pt x="2825" y="1372"/>
                    <a:pt x="8627" y="1633"/>
                    <a:pt x="12382" y="1633"/>
                  </a:cubicBezTo>
                  <a:cubicBezTo>
                    <a:pt x="13255" y="1633"/>
                    <a:pt x="14017" y="1619"/>
                    <a:pt x="14586" y="1587"/>
                  </a:cubicBezTo>
                  <a:cubicBezTo>
                    <a:pt x="17602" y="1414"/>
                    <a:pt x="18753" y="994"/>
                    <a:pt x="18079" y="120"/>
                  </a:cubicBezTo>
                  <a:cubicBezTo>
                    <a:pt x="16087" y="30"/>
                    <a:pt x="13293" y="1"/>
                    <a:pt x="10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3"/>
            <p:cNvSpPr/>
            <p:nvPr/>
          </p:nvSpPr>
          <p:spPr>
            <a:xfrm>
              <a:off x="5569183" y="4503402"/>
              <a:ext cx="509766" cy="233787"/>
            </a:xfrm>
            <a:custGeom>
              <a:avLst/>
              <a:gdLst/>
              <a:ahLst/>
              <a:cxnLst/>
              <a:rect l="l" t="t" r="r" b="b"/>
              <a:pathLst>
                <a:path w="18909" h="8672" extrusionOk="0">
                  <a:moveTo>
                    <a:pt x="9517" y="1"/>
                  </a:moveTo>
                  <a:cubicBezTo>
                    <a:pt x="9517" y="1"/>
                    <a:pt x="8033" y="1477"/>
                    <a:pt x="4634" y="2366"/>
                  </a:cubicBezTo>
                  <a:cubicBezTo>
                    <a:pt x="1233" y="3257"/>
                    <a:pt x="1" y="6761"/>
                    <a:pt x="838" y="8272"/>
                  </a:cubicBezTo>
                  <a:cubicBezTo>
                    <a:pt x="3788" y="8573"/>
                    <a:pt x="6731" y="8672"/>
                    <a:pt x="9329" y="8672"/>
                  </a:cubicBezTo>
                  <a:cubicBezTo>
                    <a:pt x="14363" y="8672"/>
                    <a:pt x="18105" y="8299"/>
                    <a:pt x="18105" y="8299"/>
                  </a:cubicBezTo>
                  <a:cubicBezTo>
                    <a:pt x="18105" y="8299"/>
                    <a:pt x="18909" y="2115"/>
                    <a:pt x="17319" y="572"/>
                  </a:cubicBezTo>
                  <a:cubicBezTo>
                    <a:pt x="16503" y="738"/>
                    <a:pt x="15667" y="802"/>
                    <a:pt x="14859" y="802"/>
                  </a:cubicBezTo>
                  <a:cubicBezTo>
                    <a:pt x="12012" y="802"/>
                    <a:pt x="9517" y="1"/>
                    <a:pt x="9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3"/>
            <p:cNvSpPr/>
            <p:nvPr/>
          </p:nvSpPr>
          <p:spPr>
            <a:xfrm>
              <a:off x="5569183" y="4560960"/>
              <a:ext cx="269211" cy="176257"/>
            </a:xfrm>
            <a:custGeom>
              <a:avLst/>
              <a:gdLst/>
              <a:ahLst/>
              <a:cxnLst/>
              <a:rect l="l" t="t" r="r" b="b"/>
              <a:pathLst>
                <a:path w="9986" h="6538" extrusionOk="0">
                  <a:moveTo>
                    <a:pt x="5431" y="1"/>
                  </a:moveTo>
                  <a:cubicBezTo>
                    <a:pt x="5175" y="80"/>
                    <a:pt x="4913" y="161"/>
                    <a:pt x="4634" y="231"/>
                  </a:cubicBezTo>
                  <a:cubicBezTo>
                    <a:pt x="1233" y="1122"/>
                    <a:pt x="1" y="4626"/>
                    <a:pt x="838" y="6137"/>
                  </a:cubicBezTo>
                  <a:cubicBezTo>
                    <a:pt x="3797" y="6438"/>
                    <a:pt x="6744" y="6537"/>
                    <a:pt x="9347" y="6537"/>
                  </a:cubicBezTo>
                  <a:cubicBezTo>
                    <a:pt x="9562" y="6537"/>
                    <a:pt x="9775" y="6536"/>
                    <a:pt x="9985" y="6535"/>
                  </a:cubicBezTo>
                  <a:cubicBezTo>
                    <a:pt x="9280" y="3057"/>
                    <a:pt x="6895" y="977"/>
                    <a:pt x="5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3"/>
            <p:cNvSpPr/>
            <p:nvPr/>
          </p:nvSpPr>
          <p:spPr>
            <a:xfrm>
              <a:off x="7621650" y="4424869"/>
              <a:ext cx="210953" cy="125548"/>
            </a:xfrm>
            <a:custGeom>
              <a:avLst/>
              <a:gdLst/>
              <a:ahLst/>
              <a:cxnLst/>
              <a:rect l="l" t="t" r="r" b="b"/>
              <a:pathLst>
                <a:path w="7825" h="4657" extrusionOk="0">
                  <a:moveTo>
                    <a:pt x="6746" y="0"/>
                  </a:moveTo>
                  <a:lnTo>
                    <a:pt x="1" y="512"/>
                  </a:lnTo>
                  <a:lnTo>
                    <a:pt x="723" y="4593"/>
                  </a:lnTo>
                  <a:lnTo>
                    <a:pt x="7824" y="4657"/>
                  </a:lnTo>
                  <a:lnTo>
                    <a:pt x="67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3"/>
            <p:cNvSpPr/>
            <p:nvPr/>
          </p:nvSpPr>
          <p:spPr>
            <a:xfrm>
              <a:off x="7574498" y="4736897"/>
              <a:ext cx="504455" cy="60091"/>
            </a:xfrm>
            <a:custGeom>
              <a:avLst/>
              <a:gdLst/>
              <a:ahLst/>
              <a:cxnLst/>
              <a:rect l="l" t="t" r="r" b="b"/>
              <a:pathLst>
                <a:path w="18712" h="2229" extrusionOk="0">
                  <a:moveTo>
                    <a:pt x="731" y="1"/>
                  </a:moveTo>
                  <a:lnTo>
                    <a:pt x="731" y="1"/>
                  </a:lnTo>
                  <a:cubicBezTo>
                    <a:pt x="0" y="825"/>
                    <a:pt x="1121" y="1326"/>
                    <a:pt x="4115" y="1706"/>
                  </a:cubicBezTo>
                  <a:cubicBezTo>
                    <a:pt x="6511" y="2007"/>
                    <a:pt x="12404" y="2229"/>
                    <a:pt x="15469" y="2229"/>
                  </a:cubicBezTo>
                  <a:cubicBezTo>
                    <a:pt x="16235" y="2229"/>
                    <a:pt x="16825" y="2215"/>
                    <a:pt x="17139" y="2185"/>
                  </a:cubicBezTo>
                  <a:cubicBezTo>
                    <a:pt x="18712" y="2034"/>
                    <a:pt x="17959" y="1168"/>
                    <a:pt x="17959" y="1168"/>
                  </a:cubicBezTo>
                  <a:cubicBezTo>
                    <a:pt x="17959" y="1168"/>
                    <a:pt x="6274" y="131"/>
                    <a:pt x="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3"/>
            <p:cNvSpPr/>
            <p:nvPr/>
          </p:nvSpPr>
          <p:spPr>
            <a:xfrm>
              <a:off x="7584203" y="4529714"/>
              <a:ext cx="499872" cy="239691"/>
            </a:xfrm>
            <a:custGeom>
              <a:avLst/>
              <a:gdLst/>
              <a:ahLst/>
              <a:cxnLst/>
              <a:rect l="l" t="t" r="r" b="b"/>
              <a:pathLst>
                <a:path w="18542" h="8891" extrusionOk="0">
                  <a:moveTo>
                    <a:pt x="9516" y="1"/>
                  </a:moveTo>
                  <a:cubicBezTo>
                    <a:pt x="9516" y="1"/>
                    <a:pt x="7615" y="469"/>
                    <a:pt x="5266" y="469"/>
                  </a:cubicBezTo>
                  <a:cubicBezTo>
                    <a:pt x="4125" y="469"/>
                    <a:pt x="2879" y="359"/>
                    <a:pt x="1692" y="30"/>
                  </a:cubicBezTo>
                  <a:cubicBezTo>
                    <a:pt x="0" y="1460"/>
                    <a:pt x="373" y="7686"/>
                    <a:pt x="373" y="7686"/>
                  </a:cubicBezTo>
                  <a:cubicBezTo>
                    <a:pt x="373" y="7686"/>
                    <a:pt x="7445" y="8890"/>
                    <a:pt x="15286" y="8890"/>
                  </a:cubicBezTo>
                  <a:cubicBezTo>
                    <a:pt x="16052" y="8890"/>
                    <a:pt x="16825" y="8879"/>
                    <a:pt x="17599" y="8853"/>
                  </a:cubicBezTo>
                  <a:cubicBezTo>
                    <a:pt x="18541" y="7404"/>
                    <a:pt x="17555" y="3824"/>
                    <a:pt x="14224" y="2701"/>
                  </a:cubicBezTo>
                  <a:cubicBezTo>
                    <a:pt x="10893" y="1578"/>
                    <a:pt x="9516" y="1"/>
                    <a:pt x="95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3"/>
            <p:cNvSpPr/>
            <p:nvPr/>
          </p:nvSpPr>
          <p:spPr>
            <a:xfrm>
              <a:off x="7811955" y="4594767"/>
              <a:ext cx="272123" cy="174613"/>
            </a:xfrm>
            <a:custGeom>
              <a:avLst/>
              <a:gdLst/>
              <a:ahLst/>
              <a:cxnLst/>
              <a:rect l="l" t="t" r="r" b="b"/>
              <a:pathLst>
                <a:path w="10094" h="6477" extrusionOk="0">
                  <a:moveTo>
                    <a:pt x="4996" y="0"/>
                  </a:moveTo>
                  <a:cubicBezTo>
                    <a:pt x="3468" y="874"/>
                    <a:pt x="944" y="2783"/>
                    <a:pt x="0" y="6204"/>
                  </a:cubicBezTo>
                  <a:cubicBezTo>
                    <a:pt x="2086" y="6363"/>
                    <a:pt x="4429" y="6477"/>
                    <a:pt x="6844" y="6477"/>
                  </a:cubicBezTo>
                  <a:cubicBezTo>
                    <a:pt x="7608" y="6477"/>
                    <a:pt x="8379" y="6466"/>
                    <a:pt x="9151" y="6440"/>
                  </a:cubicBezTo>
                  <a:cubicBezTo>
                    <a:pt x="10093" y="4991"/>
                    <a:pt x="9107" y="1411"/>
                    <a:pt x="5776" y="288"/>
                  </a:cubicBezTo>
                  <a:cubicBezTo>
                    <a:pt x="5503" y="194"/>
                    <a:pt x="5245" y="98"/>
                    <a:pt x="49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3"/>
            <p:cNvSpPr/>
            <p:nvPr/>
          </p:nvSpPr>
          <p:spPr>
            <a:xfrm>
              <a:off x="6434065" y="2100651"/>
              <a:ext cx="387830" cy="427945"/>
            </a:xfrm>
            <a:custGeom>
              <a:avLst/>
              <a:gdLst/>
              <a:ahLst/>
              <a:cxnLst/>
              <a:rect l="l" t="t" r="r" b="b"/>
              <a:pathLst>
                <a:path w="14386" h="15874" extrusionOk="0">
                  <a:moveTo>
                    <a:pt x="11176" y="0"/>
                  </a:moveTo>
                  <a:lnTo>
                    <a:pt x="0" y="14219"/>
                  </a:lnTo>
                  <a:lnTo>
                    <a:pt x="10812" y="15873"/>
                  </a:lnTo>
                  <a:lnTo>
                    <a:pt x="14386" y="5612"/>
                  </a:lnTo>
                  <a:lnTo>
                    <a:pt x="11176" y="0"/>
                  </a:lnTo>
                  <a:close/>
                </a:path>
              </a:pathLst>
            </a:custGeom>
            <a:solidFill>
              <a:srgbClr val="E063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3"/>
            <p:cNvSpPr/>
            <p:nvPr/>
          </p:nvSpPr>
          <p:spPr>
            <a:xfrm>
              <a:off x="7626017" y="1876052"/>
              <a:ext cx="228126" cy="336366"/>
            </a:xfrm>
            <a:custGeom>
              <a:avLst/>
              <a:gdLst/>
              <a:ahLst/>
              <a:cxnLst/>
              <a:rect l="l" t="t" r="r" b="b"/>
              <a:pathLst>
                <a:path w="8462" h="12477" extrusionOk="0">
                  <a:moveTo>
                    <a:pt x="1925" y="1"/>
                  </a:moveTo>
                  <a:lnTo>
                    <a:pt x="1925" y="1"/>
                  </a:lnTo>
                  <a:cubicBezTo>
                    <a:pt x="1" y="8427"/>
                    <a:pt x="5759" y="12476"/>
                    <a:pt x="5759" y="12476"/>
                  </a:cubicBezTo>
                  <a:cubicBezTo>
                    <a:pt x="5759" y="12476"/>
                    <a:pt x="8462" y="8743"/>
                    <a:pt x="1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3"/>
            <p:cNvSpPr/>
            <p:nvPr/>
          </p:nvSpPr>
          <p:spPr>
            <a:xfrm>
              <a:off x="5850315" y="3053637"/>
              <a:ext cx="2283822" cy="1457775"/>
            </a:xfrm>
            <a:custGeom>
              <a:avLst/>
              <a:gdLst/>
              <a:ahLst/>
              <a:cxnLst/>
              <a:rect l="l" t="t" r="r" b="b"/>
              <a:pathLst>
                <a:path w="84715" h="54074" extrusionOk="0">
                  <a:moveTo>
                    <a:pt x="65762" y="1"/>
                  </a:moveTo>
                  <a:lnTo>
                    <a:pt x="39845" y="1572"/>
                  </a:lnTo>
                  <a:lnTo>
                    <a:pt x="36861" y="5550"/>
                  </a:lnTo>
                  <a:cubicBezTo>
                    <a:pt x="36861" y="5550"/>
                    <a:pt x="17174" y="27018"/>
                    <a:pt x="1" y="47543"/>
                  </a:cubicBezTo>
                  <a:cubicBezTo>
                    <a:pt x="2631" y="52126"/>
                    <a:pt x="8009" y="52773"/>
                    <a:pt x="10838" y="52773"/>
                  </a:cubicBezTo>
                  <a:cubicBezTo>
                    <a:pt x="11952" y="52773"/>
                    <a:pt x="12670" y="52673"/>
                    <a:pt x="12670" y="52673"/>
                  </a:cubicBezTo>
                  <a:lnTo>
                    <a:pt x="49531" y="12568"/>
                  </a:lnTo>
                  <a:lnTo>
                    <a:pt x="55641" y="12568"/>
                  </a:lnTo>
                  <a:lnTo>
                    <a:pt x="68590" y="24609"/>
                  </a:lnTo>
                  <a:lnTo>
                    <a:pt x="63354" y="51417"/>
                  </a:lnTo>
                  <a:cubicBezTo>
                    <a:pt x="65112" y="53537"/>
                    <a:pt x="68173" y="54074"/>
                    <a:pt x="70821" y="54074"/>
                  </a:cubicBezTo>
                  <a:cubicBezTo>
                    <a:pt x="73535" y="54074"/>
                    <a:pt x="75815" y="53510"/>
                    <a:pt x="75815" y="53510"/>
                  </a:cubicBezTo>
                  <a:cubicBezTo>
                    <a:pt x="75815" y="53510"/>
                    <a:pt x="81993" y="33827"/>
                    <a:pt x="83353" y="28379"/>
                  </a:cubicBezTo>
                  <a:cubicBezTo>
                    <a:pt x="84715" y="22934"/>
                    <a:pt x="81574" y="20317"/>
                    <a:pt x="81574" y="20317"/>
                  </a:cubicBezTo>
                  <a:cubicBezTo>
                    <a:pt x="81574" y="20317"/>
                    <a:pt x="68904" y="5028"/>
                    <a:pt x="67793" y="4086"/>
                  </a:cubicBezTo>
                  <a:cubicBezTo>
                    <a:pt x="66683" y="3142"/>
                    <a:pt x="65762" y="1"/>
                    <a:pt x="65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3"/>
            <p:cNvSpPr/>
            <p:nvPr/>
          </p:nvSpPr>
          <p:spPr>
            <a:xfrm>
              <a:off x="7231090" y="3071861"/>
              <a:ext cx="103549" cy="320622"/>
            </a:xfrm>
            <a:custGeom>
              <a:avLst/>
              <a:gdLst/>
              <a:ahLst/>
              <a:cxnLst/>
              <a:rect l="l" t="t" r="r" b="b"/>
              <a:pathLst>
                <a:path w="3841" h="11893" extrusionOk="0">
                  <a:moveTo>
                    <a:pt x="3401" y="0"/>
                  </a:moveTo>
                  <a:lnTo>
                    <a:pt x="0" y="207"/>
                  </a:lnTo>
                  <a:cubicBezTo>
                    <a:pt x="563" y="2741"/>
                    <a:pt x="1362" y="7641"/>
                    <a:pt x="409" y="11892"/>
                  </a:cubicBezTo>
                  <a:lnTo>
                    <a:pt x="2741" y="11892"/>
                  </a:lnTo>
                  <a:cubicBezTo>
                    <a:pt x="3067" y="9761"/>
                    <a:pt x="3840" y="4007"/>
                    <a:pt x="34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3"/>
            <p:cNvSpPr/>
            <p:nvPr/>
          </p:nvSpPr>
          <p:spPr>
            <a:xfrm>
              <a:off x="7865955" y="3532192"/>
              <a:ext cx="268214" cy="343025"/>
            </a:xfrm>
            <a:custGeom>
              <a:avLst/>
              <a:gdLst/>
              <a:ahLst/>
              <a:cxnLst/>
              <a:rect l="l" t="t" r="r" b="b"/>
              <a:pathLst>
                <a:path w="9949" h="12724" extrusionOk="0">
                  <a:moveTo>
                    <a:pt x="4676" y="0"/>
                  </a:moveTo>
                  <a:cubicBezTo>
                    <a:pt x="1976" y="787"/>
                    <a:pt x="1" y="3278"/>
                    <a:pt x="1" y="6230"/>
                  </a:cubicBezTo>
                  <a:cubicBezTo>
                    <a:pt x="1" y="9817"/>
                    <a:pt x="2907" y="12723"/>
                    <a:pt x="6492" y="12723"/>
                  </a:cubicBezTo>
                  <a:cubicBezTo>
                    <a:pt x="7029" y="12721"/>
                    <a:pt x="7564" y="12651"/>
                    <a:pt x="8084" y="12519"/>
                  </a:cubicBezTo>
                  <a:cubicBezTo>
                    <a:pt x="8289" y="11781"/>
                    <a:pt x="8459" y="11142"/>
                    <a:pt x="8587" y="10628"/>
                  </a:cubicBezTo>
                  <a:cubicBezTo>
                    <a:pt x="9949" y="5183"/>
                    <a:pt x="6808" y="2566"/>
                    <a:pt x="6808" y="2566"/>
                  </a:cubicBezTo>
                  <a:cubicBezTo>
                    <a:pt x="6808" y="2566"/>
                    <a:pt x="5955" y="1537"/>
                    <a:pt x="46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3"/>
            <p:cNvSpPr/>
            <p:nvPr/>
          </p:nvSpPr>
          <p:spPr>
            <a:xfrm>
              <a:off x="6259854" y="3612638"/>
              <a:ext cx="330327" cy="339116"/>
            </a:xfrm>
            <a:custGeom>
              <a:avLst/>
              <a:gdLst/>
              <a:ahLst/>
              <a:cxnLst/>
              <a:rect l="l" t="t" r="r" b="b"/>
              <a:pathLst>
                <a:path w="12253" h="12579" extrusionOk="0">
                  <a:moveTo>
                    <a:pt x="8003" y="0"/>
                  </a:moveTo>
                  <a:cubicBezTo>
                    <a:pt x="5518" y="2796"/>
                    <a:pt x="2818" y="5856"/>
                    <a:pt x="1" y="9079"/>
                  </a:cubicBezTo>
                  <a:cubicBezTo>
                    <a:pt x="1083" y="11157"/>
                    <a:pt x="3255" y="12578"/>
                    <a:pt x="5759" y="12578"/>
                  </a:cubicBezTo>
                  <a:cubicBezTo>
                    <a:pt x="9346" y="12578"/>
                    <a:pt x="12253" y="9671"/>
                    <a:pt x="12253" y="6087"/>
                  </a:cubicBezTo>
                  <a:cubicBezTo>
                    <a:pt x="12253" y="3288"/>
                    <a:pt x="10482" y="914"/>
                    <a:pt x="80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3"/>
            <p:cNvSpPr/>
            <p:nvPr/>
          </p:nvSpPr>
          <p:spPr>
            <a:xfrm>
              <a:off x="7558214" y="4308216"/>
              <a:ext cx="386348" cy="203216"/>
            </a:xfrm>
            <a:custGeom>
              <a:avLst/>
              <a:gdLst/>
              <a:ahLst/>
              <a:cxnLst/>
              <a:rect l="l" t="t" r="r" b="b"/>
              <a:pathLst>
                <a:path w="14331" h="7538" extrusionOk="0">
                  <a:moveTo>
                    <a:pt x="954" y="1"/>
                  </a:moveTo>
                  <a:cubicBezTo>
                    <a:pt x="657" y="1521"/>
                    <a:pt x="342" y="3142"/>
                    <a:pt x="1" y="4881"/>
                  </a:cubicBezTo>
                  <a:cubicBezTo>
                    <a:pt x="1760" y="7001"/>
                    <a:pt x="4821" y="7538"/>
                    <a:pt x="7468" y="7538"/>
                  </a:cubicBezTo>
                  <a:cubicBezTo>
                    <a:pt x="10182" y="7538"/>
                    <a:pt x="12462" y="6974"/>
                    <a:pt x="12462" y="6974"/>
                  </a:cubicBezTo>
                  <a:cubicBezTo>
                    <a:pt x="12462" y="6974"/>
                    <a:pt x="13253" y="4455"/>
                    <a:pt x="14331" y="973"/>
                  </a:cubicBezTo>
                  <a:lnTo>
                    <a:pt x="14331" y="973"/>
                  </a:lnTo>
                  <a:cubicBezTo>
                    <a:pt x="12508" y="1422"/>
                    <a:pt x="10774" y="1605"/>
                    <a:pt x="9160" y="1605"/>
                  </a:cubicBezTo>
                  <a:cubicBezTo>
                    <a:pt x="5832" y="1605"/>
                    <a:pt x="3011" y="828"/>
                    <a:pt x="9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3"/>
            <p:cNvSpPr/>
            <p:nvPr/>
          </p:nvSpPr>
          <p:spPr>
            <a:xfrm>
              <a:off x="5850315" y="4208548"/>
              <a:ext cx="451265" cy="267863"/>
            </a:xfrm>
            <a:custGeom>
              <a:avLst/>
              <a:gdLst/>
              <a:ahLst/>
              <a:cxnLst/>
              <a:rect l="l" t="t" r="r" b="b"/>
              <a:pathLst>
                <a:path w="16739" h="9936" extrusionOk="0">
                  <a:moveTo>
                    <a:pt x="3965" y="0"/>
                  </a:moveTo>
                  <a:cubicBezTo>
                    <a:pt x="2635" y="1567"/>
                    <a:pt x="1313" y="3135"/>
                    <a:pt x="1" y="4704"/>
                  </a:cubicBezTo>
                  <a:cubicBezTo>
                    <a:pt x="2632" y="9289"/>
                    <a:pt x="8014" y="9936"/>
                    <a:pt x="10842" y="9936"/>
                  </a:cubicBezTo>
                  <a:cubicBezTo>
                    <a:pt x="11954" y="9936"/>
                    <a:pt x="12670" y="9836"/>
                    <a:pt x="12670" y="9836"/>
                  </a:cubicBezTo>
                  <a:lnTo>
                    <a:pt x="16739" y="5409"/>
                  </a:lnTo>
                  <a:cubicBezTo>
                    <a:pt x="11138" y="4734"/>
                    <a:pt x="6185" y="1605"/>
                    <a:pt x="3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3"/>
            <p:cNvSpPr/>
            <p:nvPr/>
          </p:nvSpPr>
          <p:spPr>
            <a:xfrm>
              <a:off x="7316120" y="3303577"/>
              <a:ext cx="492350" cy="1195519"/>
            </a:xfrm>
            <a:custGeom>
              <a:avLst/>
              <a:gdLst/>
              <a:ahLst/>
              <a:cxnLst/>
              <a:rect l="l" t="t" r="r" b="b"/>
              <a:pathLst>
                <a:path w="18263" h="44346" extrusionOk="0">
                  <a:moveTo>
                    <a:pt x="0" y="0"/>
                  </a:moveTo>
                  <a:lnTo>
                    <a:pt x="0" y="316"/>
                  </a:lnTo>
                  <a:lnTo>
                    <a:pt x="3340" y="316"/>
                  </a:lnTo>
                  <a:lnTo>
                    <a:pt x="17921" y="14659"/>
                  </a:lnTo>
                  <a:lnTo>
                    <a:pt x="12395" y="44288"/>
                  </a:lnTo>
                  <a:lnTo>
                    <a:pt x="12706" y="44346"/>
                  </a:lnTo>
                  <a:lnTo>
                    <a:pt x="18262" y="14552"/>
                  </a:lnTo>
                  <a:lnTo>
                    <a:pt x="3517" y="45"/>
                  </a:lnTo>
                  <a:lnTo>
                    <a:pt x="34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3"/>
            <p:cNvSpPr/>
            <p:nvPr/>
          </p:nvSpPr>
          <p:spPr>
            <a:xfrm>
              <a:off x="6087152" y="3308915"/>
              <a:ext cx="1165702" cy="1167670"/>
            </a:xfrm>
            <a:custGeom>
              <a:avLst/>
              <a:gdLst/>
              <a:ahLst/>
              <a:cxnLst/>
              <a:rect l="l" t="t" r="r" b="b"/>
              <a:pathLst>
                <a:path w="43240" h="43313" extrusionOk="0">
                  <a:moveTo>
                    <a:pt x="39734" y="1"/>
                  </a:moveTo>
                  <a:lnTo>
                    <a:pt x="0" y="43097"/>
                  </a:lnTo>
                  <a:lnTo>
                    <a:pt x="233" y="43312"/>
                  </a:lnTo>
                  <a:lnTo>
                    <a:pt x="39873" y="318"/>
                  </a:lnTo>
                  <a:lnTo>
                    <a:pt x="43240" y="318"/>
                  </a:lnTo>
                  <a:lnTo>
                    <a:pt x="432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3"/>
            <p:cNvSpPr/>
            <p:nvPr/>
          </p:nvSpPr>
          <p:spPr>
            <a:xfrm>
              <a:off x="7431640" y="3061293"/>
              <a:ext cx="269265" cy="128270"/>
            </a:xfrm>
            <a:custGeom>
              <a:avLst/>
              <a:gdLst/>
              <a:ahLst/>
              <a:cxnLst/>
              <a:rect l="l" t="t" r="r" b="b"/>
              <a:pathLst>
                <a:path w="9988" h="4758" extrusionOk="0">
                  <a:moveTo>
                    <a:pt x="2473" y="0"/>
                  </a:moveTo>
                  <a:lnTo>
                    <a:pt x="1" y="152"/>
                  </a:lnTo>
                  <a:cubicBezTo>
                    <a:pt x="774" y="1622"/>
                    <a:pt x="3088" y="4757"/>
                    <a:pt x="8710" y="4757"/>
                  </a:cubicBezTo>
                  <a:cubicBezTo>
                    <a:pt x="9118" y="4757"/>
                    <a:pt x="9544" y="4741"/>
                    <a:pt x="9988" y="4706"/>
                  </a:cubicBezTo>
                  <a:cubicBezTo>
                    <a:pt x="9568" y="4233"/>
                    <a:pt x="9267" y="3913"/>
                    <a:pt x="9135" y="3802"/>
                  </a:cubicBezTo>
                  <a:cubicBezTo>
                    <a:pt x="8882" y="3587"/>
                    <a:pt x="8636" y="3253"/>
                    <a:pt x="8411" y="2871"/>
                  </a:cubicBezTo>
                  <a:cubicBezTo>
                    <a:pt x="6712" y="2664"/>
                    <a:pt x="3694" y="2019"/>
                    <a:pt x="24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3"/>
            <p:cNvSpPr/>
            <p:nvPr/>
          </p:nvSpPr>
          <p:spPr>
            <a:xfrm>
              <a:off x="6768037" y="3084909"/>
              <a:ext cx="339547" cy="201787"/>
            </a:xfrm>
            <a:custGeom>
              <a:avLst/>
              <a:gdLst/>
              <a:ahLst/>
              <a:cxnLst/>
              <a:rect l="l" t="t" r="r" b="b"/>
              <a:pathLst>
                <a:path w="12595" h="7485" extrusionOk="0">
                  <a:moveTo>
                    <a:pt x="12594" y="0"/>
                  </a:moveTo>
                  <a:lnTo>
                    <a:pt x="10214" y="145"/>
                  </a:lnTo>
                  <a:cubicBezTo>
                    <a:pt x="8873" y="2485"/>
                    <a:pt x="5090" y="3866"/>
                    <a:pt x="2693" y="4529"/>
                  </a:cubicBezTo>
                  <a:cubicBezTo>
                    <a:pt x="2367" y="4887"/>
                    <a:pt x="1422" y="5919"/>
                    <a:pt x="1" y="7485"/>
                  </a:cubicBezTo>
                  <a:cubicBezTo>
                    <a:pt x="9282" y="6596"/>
                    <a:pt x="11872" y="2257"/>
                    <a:pt x="125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3"/>
            <p:cNvSpPr/>
            <p:nvPr/>
          </p:nvSpPr>
          <p:spPr>
            <a:xfrm>
              <a:off x="6924509" y="1868019"/>
              <a:ext cx="1060050" cy="1261972"/>
            </a:xfrm>
            <a:custGeom>
              <a:avLst/>
              <a:gdLst/>
              <a:ahLst/>
              <a:cxnLst/>
              <a:rect l="l" t="t" r="r" b="b"/>
              <a:pathLst>
                <a:path w="39321" h="46811" extrusionOk="0">
                  <a:moveTo>
                    <a:pt x="34922" y="0"/>
                  </a:moveTo>
                  <a:cubicBezTo>
                    <a:pt x="34922" y="0"/>
                    <a:pt x="28323" y="105"/>
                    <a:pt x="25811" y="537"/>
                  </a:cubicBezTo>
                  <a:cubicBezTo>
                    <a:pt x="23298" y="970"/>
                    <a:pt x="14611" y="1884"/>
                    <a:pt x="14611" y="1884"/>
                  </a:cubicBezTo>
                  <a:lnTo>
                    <a:pt x="10000" y="1886"/>
                  </a:lnTo>
                  <a:lnTo>
                    <a:pt x="2564" y="3668"/>
                  </a:lnTo>
                  <a:lnTo>
                    <a:pt x="4137" y="14871"/>
                  </a:lnTo>
                  <a:cubicBezTo>
                    <a:pt x="4137" y="14871"/>
                    <a:pt x="1517" y="37909"/>
                    <a:pt x="0" y="45554"/>
                  </a:cubicBezTo>
                  <a:cubicBezTo>
                    <a:pt x="3814" y="46470"/>
                    <a:pt x="7383" y="46810"/>
                    <a:pt x="10579" y="46810"/>
                  </a:cubicBezTo>
                  <a:cubicBezTo>
                    <a:pt x="19796" y="46810"/>
                    <a:pt x="25917" y="43981"/>
                    <a:pt x="25917" y="43981"/>
                  </a:cubicBezTo>
                  <a:lnTo>
                    <a:pt x="26755" y="14976"/>
                  </a:lnTo>
                  <a:lnTo>
                    <a:pt x="31780" y="12777"/>
                  </a:lnTo>
                  <a:lnTo>
                    <a:pt x="30838" y="11206"/>
                  </a:lnTo>
                  <a:lnTo>
                    <a:pt x="39320" y="6074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3"/>
            <p:cNvSpPr/>
            <p:nvPr/>
          </p:nvSpPr>
          <p:spPr>
            <a:xfrm>
              <a:off x="7096509" y="1472768"/>
              <a:ext cx="71225" cy="199523"/>
            </a:xfrm>
            <a:custGeom>
              <a:avLst/>
              <a:gdLst/>
              <a:ahLst/>
              <a:cxnLst/>
              <a:rect l="l" t="t" r="r" b="b"/>
              <a:pathLst>
                <a:path w="2642" h="7401" extrusionOk="0">
                  <a:moveTo>
                    <a:pt x="2224" y="1"/>
                  </a:moveTo>
                  <a:cubicBezTo>
                    <a:pt x="2224" y="1"/>
                    <a:pt x="1" y="3176"/>
                    <a:pt x="1932" y="7400"/>
                  </a:cubicBezTo>
                  <a:cubicBezTo>
                    <a:pt x="2537" y="5131"/>
                    <a:pt x="2641" y="3875"/>
                    <a:pt x="2641" y="3875"/>
                  </a:cubicBezTo>
                  <a:lnTo>
                    <a:pt x="2224" y="1"/>
                  </a:lnTo>
                  <a:close/>
                </a:path>
              </a:pathLst>
            </a:custGeom>
            <a:solidFill>
              <a:srgbClr val="2D0E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3"/>
            <p:cNvSpPr/>
            <p:nvPr/>
          </p:nvSpPr>
          <p:spPr>
            <a:xfrm>
              <a:off x="7360629" y="1532995"/>
              <a:ext cx="78127" cy="173184"/>
            </a:xfrm>
            <a:custGeom>
              <a:avLst/>
              <a:gdLst/>
              <a:ahLst/>
              <a:cxnLst/>
              <a:rect l="l" t="t" r="r" b="b"/>
              <a:pathLst>
                <a:path w="2898" h="6424" extrusionOk="0">
                  <a:moveTo>
                    <a:pt x="2897" y="0"/>
                  </a:moveTo>
                  <a:lnTo>
                    <a:pt x="525" y="350"/>
                  </a:lnTo>
                  <a:lnTo>
                    <a:pt x="1" y="6396"/>
                  </a:lnTo>
                  <a:cubicBezTo>
                    <a:pt x="1" y="6396"/>
                    <a:pt x="92" y="6423"/>
                    <a:pt x="236" y="6423"/>
                  </a:cubicBezTo>
                  <a:cubicBezTo>
                    <a:pt x="560" y="6423"/>
                    <a:pt x="1153" y="6288"/>
                    <a:pt x="1606" y="5411"/>
                  </a:cubicBezTo>
                  <a:cubicBezTo>
                    <a:pt x="2513" y="3770"/>
                    <a:pt x="2897" y="1"/>
                    <a:pt x="2897" y="0"/>
                  </a:cubicBezTo>
                  <a:close/>
                </a:path>
              </a:pathLst>
            </a:custGeom>
            <a:solidFill>
              <a:srgbClr val="8E1E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3"/>
            <p:cNvSpPr/>
            <p:nvPr/>
          </p:nvSpPr>
          <p:spPr>
            <a:xfrm>
              <a:off x="7120638" y="1429768"/>
              <a:ext cx="371763" cy="127758"/>
            </a:xfrm>
            <a:custGeom>
              <a:avLst/>
              <a:gdLst/>
              <a:ahLst/>
              <a:cxnLst/>
              <a:rect l="l" t="t" r="r" b="b"/>
              <a:pathLst>
                <a:path w="13790" h="4739" extrusionOk="0">
                  <a:moveTo>
                    <a:pt x="5162" y="1"/>
                  </a:moveTo>
                  <a:cubicBezTo>
                    <a:pt x="4094" y="1"/>
                    <a:pt x="3073" y="151"/>
                    <a:pt x="2200" y="373"/>
                  </a:cubicBezTo>
                  <a:cubicBezTo>
                    <a:pt x="1" y="933"/>
                    <a:pt x="1224" y="4424"/>
                    <a:pt x="1224" y="4424"/>
                  </a:cubicBezTo>
                  <a:cubicBezTo>
                    <a:pt x="1224" y="4424"/>
                    <a:pt x="5832" y="4563"/>
                    <a:pt x="9740" y="4737"/>
                  </a:cubicBezTo>
                  <a:cubicBezTo>
                    <a:pt x="9778" y="4738"/>
                    <a:pt x="9815" y="4738"/>
                    <a:pt x="9852" y="4738"/>
                  </a:cubicBezTo>
                  <a:cubicBezTo>
                    <a:pt x="13447" y="4738"/>
                    <a:pt x="13790" y="1490"/>
                    <a:pt x="13790" y="1489"/>
                  </a:cubicBezTo>
                  <a:lnTo>
                    <a:pt x="13790" y="1489"/>
                  </a:lnTo>
                  <a:cubicBezTo>
                    <a:pt x="13789" y="1490"/>
                    <a:pt x="13230" y="2078"/>
                    <a:pt x="12185" y="2078"/>
                  </a:cubicBezTo>
                  <a:cubicBezTo>
                    <a:pt x="11600" y="2078"/>
                    <a:pt x="10862" y="1893"/>
                    <a:pt x="9985" y="1317"/>
                  </a:cubicBezTo>
                  <a:cubicBezTo>
                    <a:pt x="8511" y="348"/>
                    <a:pt x="6783" y="1"/>
                    <a:pt x="5162" y="1"/>
                  </a:cubicBezTo>
                  <a:close/>
                </a:path>
              </a:pathLst>
            </a:custGeom>
            <a:solidFill>
              <a:srgbClr val="810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3"/>
            <p:cNvSpPr/>
            <p:nvPr/>
          </p:nvSpPr>
          <p:spPr>
            <a:xfrm>
              <a:off x="7194075" y="1429848"/>
              <a:ext cx="206694" cy="125979"/>
            </a:xfrm>
            <a:custGeom>
              <a:avLst/>
              <a:gdLst/>
              <a:ahLst/>
              <a:cxnLst/>
              <a:rect l="l" t="t" r="r" b="b"/>
              <a:pathLst>
                <a:path w="7667" h="4673" extrusionOk="0">
                  <a:moveTo>
                    <a:pt x="2442" y="0"/>
                  </a:moveTo>
                  <a:cubicBezTo>
                    <a:pt x="2008" y="0"/>
                    <a:pt x="1582" y="25"/>
                    <a:pt x="1171" y="69"/>
                  </a:cubicBezTo>
                  <a:lnTo>
                    <a:pt x="1" y="3656"/>
                  </a:lnTo>
                  <a:lnTo>
                    <a:pt x="546" y="4485"/>
                  </a:lnTo>
                  <a:cubicBezTo>
                    <a:pt x="1899" y="4530"/>
                    <a:pt x="3754" y="4596"/>
                    <a:pt x="5597" y="4673"/>
                  </a:cubicBezTo>
                  <a:cubicBezTo>
                    <a:pt x="5254" y="3483"/>
                    <a:pt x="5190" y="1738"/>
                    <a:pt x="7662" y="1555"/>
                  </a:cubicBezTo>
                  <a:lnTo>
                    <a:pt x="7666" y="1555"/>
                  </a:lnTo>
                  <a:cubicBezTo>
                    <a:pt x="7534" y="1482"/>
                    <a:pt x="7400" y="1405"/>
                    <a:pt x="7261" y="1314"/>
                  </a:cubicBezTo>
                  <a:cubicBezTo>
                    <a:pt x="5789" y="345"/>
                    <a:pt x="4063" y="0"/>
                    <a:pt x="2442" y="0"/>
                  </a:cubicBezTo>
                  <a:close/>
                </a:path>
              </a:pathLst>
            </a:custGeom>
            <a:solidFill>
              <a:srgbClr val="5E1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3"/>
            <p:cNvSpPr/>
            <p:nvPr/>
          </p:nvSpPr>
          <p:spPr>
            <a:xfrm>
              <a:off x="7120638" y="1429929"/>
              <a:ext cx="156146" cy="122447"/>
            </a:xfrm>
            <a:custGeom>
              <a:avLst/>
              <a:gdLst/>
              <a:ahLst/>
              <a:cxnLst/>
              <a:rect l="l" t="t" r="r" b="b"/>
              <a:pathLst>
                <a:path w="5792" h="4542" extrusionOk="0">
                  <a:moveTo>
                    <a:pt x="5157" y="0"/>
                  </a:moveTo>
                  <a:cubicBezTo>
                    <a:pt x="4161" y="0"/>
                    <a:pt x="3167" y="124"/>
                    <a:pt x="2200" y="369"/>
                  </a:cubicBezTo>
                  <a:cubicBezTo>
                    <a:pt x="1" y="927"/>
                    <a:pt x="1224" y="4418"/>
                    <a:pt x="1224" y="4418"/>
                  </a:cubicBezTo>
                  <a:cubicBezTo>
                    <a:pt x="1224" y="4418"/>
                    <a:pt x="2838" y="4467"/>
                    <a:pt x="4967" y="4542"/>
                  </a:cubicBezTo>
                  <a:cubicBezTo>
                    <a:pt x="4496" y="3250"/>
                    <a:pt x="3901" y="799"/>
                    <a:pt x="5791" y="17"/>
                  </a:cubicBezTo>
                  <a:cubicBezTo>
                    <a:pt x="5580" y="6"/>
                    <a:pt x="5368" y="0"/>
                    <a:pt x="5157" y="0"/>
                  </a:cubicBezTo>
                  <a:close/>
                </a:path>
              </a:pathLst>
            </a:custGeom>
            <a:solidFill>
              <a:srgbClr val="5E1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3"/>
            <p:cNvSpPr/>
            <p:nvPr/>
          </p:nvSpPr>
          <p:spPr>
            <a:xfrm>
              <a:off x="7169542" y="1780509"/>
              <a:ext cx="183590" cy="244463"/>
            </a:xfrm>
            <a:custGeom>
              <a:avLst/>
              <a:gdLst/>
              <a:ahLst/>
              <a:cxnLst/>
              <a:rect l="l" t="t" r="r" b="b"/>
              <a:pathLst>
                <a:path w="6810" h="9068" extrusionOk="0">
                  <a:moveTo>
                    <a:pt x="6285" y="0"/>
                  </a:moveTo>
                  <a:lnTo>
                    <a:pt x="457" y="1081"/>
                  </a:lnTo>
                  <a:lnTo>
                    <a:pt x="114" y="5944"/>
                  </a:lnTo>
                  <a:cubicBezTo>
                    <a:pt x="1" y="7536"/>
                    <a:pt x="1194" y="8941"/>
                    <a:pt x="2786" y="9045"/>
                  </a:cubicBezTo>
                  <a:cubicBezTo>
                    <a:pt x="3000" y="9060"/>
                    <a:pt x="3214" y="9068"/>
                    <a:pt x="3428" y="9068"/>
                  </a:cubicBezTo>
                  <a:cubicBezTo>
                    <a:pt x="3609" y="9068"/>
                    <a:pt x="3790" y="9062"/>
                    <a:pt x="3971" y="9052"/>
                  </a:cubicBezTo>
                  <a:cubicBezTo>
                    <a:pt x="5582" y="8949"/>
                    <a:pt x="6810" y="7560"/>
                    <a:pt x="6697" y="5949"/>
                  </a:cubicBezTo>
                  <a:lnTo>
                    <a:pt x="6285" y="0"/>
                  </a:lnTo>
                  <a:close/>
                </a:path>
              </a:pathLst>
            </a:custGeom>
            <a:solidFill>
              <a:srgbClr val="FD8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3"/>
            <p:cNvSpPr/>
            <p:nvPr/>
          </p:nvSpPr>
          <p:spPr>
            <a:xfrm>
              <a:off x="7172993" y="1818548"/>
              <a:ext cx="139297" cy="117460"/>
            </a:xfrm>
            <a:custGeom>
              <a:avLst/>
              <a:gdLst/>
              <a:ahLst/>
              <a:cxnLst/>
              <a:rect l="l" t="t" r="r" b="b"/>
              <a:pathLst>
                <a:path w="5167" h="4357" extrusionOk="0">
                  <a:moveTo>
                    <a:pt x="305" y="0"/>
                  </a:moveTo>
                  <a:lnTo>
                    <a:pt x="0" y="4337"/>
                  </a:lnTo>
                  <a:cubicBezTo>
                    <a:pt x="129" y="4350"/>
                    <a:pt x="256" y="4356"/>
                    <a:pt x="380" y="4356"/>
                  </a:cubicBezTo>
                  <a:cubicBezTo>
                    <a:pt x="3315" y="4356"/>
                    <a:pt x="5166" y="942"/>
                    <a:pt x="5166" y="942"/>
                  </a:cubicBezTo>
                  <a:lnTo>
                    <a:pt x="4482" y="299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A53F32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3"/>
            <p:cNvSpPr/>
            <p:nvPr/>
          </p:nvSpPr>
          <p:spPr>
            <a:xfrm>
              <a:off x="7133875" y="1528412"/>
              <a:ext cx="249370" cy="354078"/>
            </a:xfrm>
            <a:custGeom>
              <a:avLst/>
              <a:gdLst/>
              <a:ahLst/>
              <a:cxnLst/>
              <a:rect l="l" t="t" r="r" b="b"/>
              <a:pathLst>
                <a:path w="9250" h="13134" extrusionOk="0">
                  <a:moveTo>
                    <a:pt x="4283" y="1"/>
                  </a:moveTo>
                  <a:cubicBezTo>
                    <a:pt x="3128" y="1"/>
                    <a:pt x="1896" y="199"/>
                    <a:pt x="733" y="765"/>
                  </a:cubicBezTo>
                  <a:cubicBezTo>
                    <a:pt x="733" y="765"/>
                    <a:pt x="0" y="8618"/>
                    <a:pt x="1430" y="11027"/>
                  </a:cubicBezTo>
                  <a:cubicBezTo>
                    <a:pt x="2251" y="12407"/>
                    <a:pt x="3244" y="13134"/>
                    <a:pt x="4251" y="13134"/>
                  </a:cubicBezTo>
                  <a:cubicBezTo>
                    <a:pt x="5001" y="13134"/>
                    <a:pt x="5758" y="12732"/>
                    <a:pt x="6458" y="11898"/>
                  </a:cubicBezTo>
                  <a:cubicBezTo>
                    <a:pt x="8099" y="9944"/>
                    <a:pt x="8970" y="7990"/>
                    <a:pt x="9111" y="4533"/>
                  </a:cubicBezTo>
                  <a:lnTo>
                    <a:pt x="9249" y="1078"/>
                  </a:lnTo>
                  <a:cubicBezTo>
                    <a:pt x="9249" y="1078"/>
                    <a:pt x="6976" y="1"/>
                    <a:pt x="4283" y="1"/>
                  </a:cubicBezTo>
                  <a:close/>
                </a:path>
              </a:pathLst>
            </a:custGeom>
            <a:solidFill>
              <a:srgbClr val="FD8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3"/>
            <p:cNvSpPr/>
            <p:nvPr/>
          </p:nvSpPr>
          <p:spPr>
            <a:xfrm>
              <a:off x="7358742" y="1665716"/>
              <a:ext cx="83788" cy="91310"/>
            </a:xfrm>
            <a:custGeom>
              <a:avLst/>
              <a:gdLst/>
              <a:ahLst/>
              <a:cxnLst/>
              <a:rect l="l" t="t" r="r" b="b"/>
              <a:pathLst>
                <a:path w="3108" h="3387" extrusionOk="0">
                  <a:moveTo>
                    <a:pt x="1554" y="0"/>
                  </a:moveTo>
                  <a:cubicBezTo>
                    <a:pt x="697" y="0"/>
                    <a:pt x="1" y="757"/>
                    <a:pt x="1" y="1693"/>
                  </a:cubicBezTo>
                  <a:cubicBezTo>
                    <a:pt x="1" y="2628"/>
                    <a:pt x="697" y="3387"/>
                    <a:pt x="1554" y="3387"/>
                  </a:cubicBezTo>
                  <a:cubicBezTo>
                    <a:pt x="2411" y="3387"/>
                    <a:pt x="3108" y="2628"/>
                    <a:pt x="3108" y="1693"/>
                  </a:cubicBezTo>
                  <a:cubicBezTo>
                    <a:pt x="3108" y="757"/>
                    <a:pt x="2411" y="0"/>
                    <a:pt x="1554" y="0"/>
                  </a:cubicBezTo>
                  <a:close/>
                </a:path>
              </a:pathLst>
            </a:custGeom>
            <a:solidFill>
              <a:srgbClr val="FD8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3"/>
            <p:cNvSpPr/>
            <p:nvPr/>
          </p:nvSpPr>
          <p:spPr>
            <a:xfrm>
              <a:off x="7383167" y="1684506"/>
              <a:ext cx="59363" cy="72465"/>
            </a:xfrm>
            <a:custGeom>
              <a:avLst/>
              <a:gdLst/>
              <a:ahLst/>
              <a:cxnLst/>
              <a:rect l="l" t="t" r="r" b="b"/>
              <a:pathLst>
                <a:path w="2202" h="2688" extrusionOk="0">
                  <a:moveTo>
                    <a:pt x="1556" y="0"/>
                  </a:moveTo>
                  <a:cubicBezTo>
                    <a:pt x="697" y="0"/>
                    <a:pt x="2" y="759"/>
                    <a:pt x="2" y="1692"/>
                  </a:cubicBezTo>
                  <a:cubicBezTo>
                    <a:pt x="0" y="2023"/>
                    <a:pt x="92" y="2347"/>
                    <a:pt x="262" y="2628"/>
                  </a:cubicBezTo>
                  <a:cubicBezTo>
                    <a:pt x="388" y="2666"/>
                    <a:pt x="518" y="2686"/>
                    <a:pt x="648" y="2688"/>
                  </a:cubicBezTo>
                  <a:cubicBezTo>
                    <a:pt x="1507" y="2688"/>
                    <a:pt x="2202" y="1929"/>
                    <a:pt x="2202" y="996"/>
                  </a:cubicBezTo>
                  <a:cubicBezTo>
                    <a:pt x="2202" y="665"/>
                    <a:pt x="2112" y="341"/>
                    <a:pt x="1942" y="60"/>
                  </a:cubicBezTo>
                  <a:cubicBezTo>
                    <a:pt x="1816" y="22"/>
                    <a:pt x="1686" y="2"/>
                    <a:pt x="1556" y="0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3"/>
            <p:cNvSpPr/>
            <p:nvPr/>
          </p:nvSpPr>
          <p:spPr>
            <a:xfrm>
              <a:off x="7276112" y="1680894"/>
              <a:ext cx="83114" cy="19734"/>
            </a:xfrm>
            <a:custGeom>
              <a:avLst/>
              <a:gdLst/>
              <a:ahLst/>
              <a:cxnLst/>
              <a:rect l="l" t="t" r="r" b="b"/>
              <a:pathLst>
                <a:path w="3083" h="732" extrusionOk="0">
                  <a:moveTo>
                    <a:pt x="2910" y="0"/>
                  </a:moveTo>
                  <a:cubicBezTo>
                    <a:pt x="2402" y="329"/>
                    <a:pt x="1692" y="411"/>
                    <a:pt x="1108" y="411"/>
                  </a:cubicBezTo>
                  <a:cubicBezTo>
                    <a:pt x="526" y="411"/>
                    <a:pt x="68" y="329"/>
                    <a:pt x="58" y="328"/>
                  </a:cubicBezTo>
                  <a:lnTo>
                    <a:pt x="1" y="639"/>
                  </a:lnTo>
                  <a:cubicBezTo>
                    <a:pt x="365" y="701"/>
                    <a:pt x="736" y="731"/>
                    <a:pt x="1107" y="731"/>
                  </a:cubicBezTo>
                  <a:cubicBezTo>
                    <a:pt x="1736" y="731"/>
                    <a:pt x="2507" y="637"/>
                    <a:pt x="3083" y="266"/>
                  </a:cubicBezTo>
                  <a:lnTo>
                    <a:pt x="2910" y="0"/>
                  </a:lnTo>
                  <a:close/>
                </a:path>
              </a:pathLst>
            </a:custGeom>
            <a:solidFill>
              <a:srgbClr val="5E1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3"/>
            <p:cNvSpPr/>
            <p:nvPr/>
          </p:nvSpPr>
          <p:spPr>
            <a:xfrm>
              <a:off x="7148621" y="1680813"/>
              <a:ext cx="70875" cy="19464"/>
            </a:xfrm>
            <a:custGeom>
              <a:avLst/>
              <a:gdLst/>
              <a:ahLst/>
              <a:cxnLst/>
              <a:rect l="l" t="t" r="r" b="b"/>
              <a:pathLst>
                <a:path w="2629" h="722" extrusionOk="0">
                  <a:moveTo>
                    <a:pt x="161" y="1"/>
                  </a:moveTo>
                  <a:lnTo>
                    <a:pt x="1" y="274"/>
                  </a:lnTo>
                  <a:cubicBezTo>
                    <a:pt x="604" y="634"/>
                    <a:pt x="1280" y="721"/>
                    <a:pt x="1793" y="721"/>
                  </a:cubicBezTo>
                  <a:cubicBezTo>
                    <a:pt x="2074" y="721"/>
                    <a:pt x="2354" y="696"/>
                    <a:pt x="2629" y="640"/>
                  </a:cubicBezTo>
                  <a:lnTo>
                    <a:pt x="2558" y="331"/>
                  </a:lnTo>
                  <a:cubicBezTo>
                    <a:pt x="2552" y="333"/>
                    <a:pt x="2238" y="401"/>
                    <a:pt x="1797" y="401"/>
                  </a:cubicBezTo>
                  <a:cubicBezTo>
                    <a:pt x="1323" y="401"/>
                    <a:pt x="703" y="323"/>
                    <a:pt x="161" y="1"/>
                  </a:cubicBezTo>
                  <a:close/>
                </a:path>
              </a:pathLst>
            </a:custGeom>
            <a:solidFill>
              <a:srgbClr val="5E1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3"/>
            <p:cNvSpPr/>
            <p:nvPr/>
          </p:nvSpPr>
          <p:spPr>
            <a:xfrm>
              <a:off x="5584927" y="2793964"/>
              <a:ext cx="1369161" cy="1704314"/>
            </a:xfrm>
            <a:custGeom>
              <a:avLst/>
              <a:gdLst/>
              <a:ahLst/>
              <a:cxnLst/>
              <a:rect l="l" t="t" r="r" b="b"/>
              <a:pathLst>
                <a:path w="50787" h="63219" extrusionOk="0">
                  <a:moveTo>
                    <a:pt x="32846" y="0"/>
                  </a:moveTo>
                  <a:cubicBezTo>
                    <a:pt x="32846" y="0"/>
                    <a:pt x="30368" y="838"/>
                    <a:pt x="27542" y="7329"/>
                  </a:cubicBezTo>
                  <a:cubicBezTo>
                    <a:pt x="24296" y="14347"/>
                    <a:pt x="32567" y="18326"/>
                    <a:pt x="32567" y="18326"/>
                  </a:cubicBezTo>
                  <a:lnTo>
                    <a:pt x="30596" y="20734"/>
                  </a:lnTo>
                  <a:cubicBezTo>
                    <a:pt x="28625" y="23142"/>
                    <a:pt x="22619" y="33717"/>
                    <a:pt x="18214" y="38745"/>
                  </a:cubicBezTo>
                  <a:cubicBezTo>
                    <a:pt x="16950" y="39478"/>
                    <a:pt x="10998" y="43876"/>
                    <a:pt x="8483" y="47644"/>
                  </a:cubicBezTo>
                  <a:cubicBezTo>
                    <a:pt x="5970" y="51414"/>
                    <a:pt x="1" y="58848"/>
                    <a:pt x="1" y="58848"/>
                  </a:cubicBezTo>
                  <a:cubicBezTo>
                    <a:pt x="1" y="58848"/>
                    <a:pt x="210" y="62722"/>
                    <a:pt x="2829" y="63219"/>
                  </a:cubicBezTo>
                  <a:cubicBezTo>
                    <a:pt x="9845" y="58690"/>
                    <a:pt x="21468" y="45132"/>
                    <a:pt x="21468" y="45132"/>
                  </a:cubicBezTo>
                  <a:lnTo>
                    <a:pt x="23456" y="43350"/>
                  </a:lnTo>
                  <a:cubicBezTo>
                    <a:pt x="23456" y="43350"/>
                    <a:pt x="35289" y="33822"/>
                    <a:pt x="43038" y="25235"/>
                  </a:cubicBezTo>
                  <a:cubicBezTo>
                    <a:pt x="50787" y="16651"/>
                    <a:pt x="49182" y="6144"/>
                    <a:pt x="49182" y="6144"/>
                  </a:cubicBezTo>
                  <a:lnTo>
                    <a:pt x="328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3"/>
            <p:cNvSpPr/>
            <p:nvPr/>
          </p:nvSpPr>
          <p:spPr>
            <a:xfrm>
              <a:off x="7281585" y="1608454"/>
              <a:ext cx="83546" cy="40330"/>
            </a:xfrm>
            <a:custGeom>
              <a:avLst/>
              <a:gdLst/>
              <a:ahLst/>
              <a:cxnLst/>
              <a:rect l="l" t="t" r="r" b="b"/>
              <a:pathLst>
                <a:path w="3099" h="1496" extrusionOk="0">
                  <a:moveTo>
                    <a:pt x="738" y="0"/>
                  </a:moveTo>
                  <a:cubicBezTo>
                    <a:pt x="629" y="0"/>
                    <a:pt x="543" y="10"/>
                    <a:pt x="491" y="29"/>
                  </a:cubicBezTo>
                  <a:cubicBezTo>
                    <a:pt x="105" y="170"/>
                    <a:pt x="0" y="1006"/>
                    <a:pt x="0" y="1006"/>
                  </a:cubicBezTo>
                  <a:cubicBezTo>
                    <a:pt x="0" y="1006"/>
                    <a:pt x="2129" y="1042"/>
                    <a:pt x="3037" y="1496"/>
                  </a:cubicBezTo>
                  <a:cubicBezTo>
                    <a:pt x="3098" y="409"/>
                    <a:pt x="1438" y="0"/>
                    <a:pt x="738" y="0"/>
                  </a:cubicBezTo>
                  <a:close/>
                </a:path>
              </a:pathLst>
            </a:custGeom>
            <a:solidFill>
              <a:srgbClr val="810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3"/>
            <p:cNvSpPr/>
            <p:nvPr/>
          </p:nvSpPr>
          <p:spPr>
            <a:xfrm>
              <a:off x="7150805" y="1606378"/>
              <a:ext cx="73409" cy="26393"/>
            </a:xfrm>
            <a:custGeom>
              <a:avLst/>
              <a:gdLst/>
              <a:ahLst/>
              <a:cxnLst/>
              <a:rect l="l" t="t" r="r" b="b"/>
              <a:pathLst>
                <a:path w="2723" h="979" extrusionOk="0">
                  <a:moveTo>
                    <a:pt x="1842" y="0"/>
                  </a:moveTo>
                  <a:cubicBezTo>
                    <a:pt x="1082" y="0"/>
                    <a:pt x="75" y="506"/>
                    <a:pt x="1" y="978"/>
                  </a:cubicBezTo>
                  <a:cubicBezTo>
                    <a:pt x="338" y="909"/>
                    <a:pt x="753" y="885"/>
                    <a:pt x="1156" y="885"/>
                  </a:cubicBezTo>
                  <a:cubicBezTo>
                    <a:pt x="1963" y="885"/>
                    <a:pt x="2722" y="978"/>
                    <a:pt x="2722" y="978"/>
                  </a:cubicBezTo>
                  <a:cubicBezTo>
                    <a:pt x="2722" y="978"/>
                    <a:pt x="2688" y="36"/>
                    <a:pt x="1919" y="2"/>
                  </a:cubicBezTo>
                  <a:cubicBezTo>
                    <a:pt x="1894" y="1"/>
                    <a:pt x="1868" y="0"/>
                    <a:pt x="1842" y="0"/>
                  </a:cubicBezTo>
                  <a:close/>
                </a:path>
              </a:pathLst>
            </a:custGeom>
            <a:solidFill>
              <a:srgbClr val="810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3"/>
            <p:cNvSpPr/>
            <p:nvPr/>
          </p:nvSpPr>
          <p:spPr>
            <a:xfrm>
              <a:off x="7227963" y="1720416"/>
              <a:ext cx="29978" cy="56910"/>
            </a:xfrm>
            <a:custGeom>
              <a:avLst/>
              <a:gdLst/>
              <a:ahLst/>
              <a:cxnLst/>
              <a:rect l="l" t="t" r="r" b="b"/>
              <a:pathLst>
                <a:path w="1112" h="2111" extrusionOk="0">
                  <a:moveTo>
                    <a:pt x="157" y="0"/>
                  </a:moveTo>
                  <a:lnTo>
                    <a:pt x="1" y="2110"/>
                  </a:lnTo>
                  <a:lnTo>
                    <a:pt x="1111" y="1895"/>
                  </a:lnTo>
                  <a:lnTo>
                    <a:pt x="1052" y="1584"/>
                  </a:lnTo>
                  <a:lnTo>
                    <a:pt x="348" y="1720"/>
                  </a:lnTo>
                  <a:lnTo>
                    <a:pt x="472" y="2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5E1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3"/>
            <p:cNvSpPr/>
            <p:nvPr/>
          </p:nvSpPr>
          <p:spPr>
            <a:xfrm>
              <a:off x="7229580" y="1779134"/>
              <a:ext cx="60711" cy="19896"/>
            </a:xfrm>
            <a:custGeom>
              <a:avLst/>
              <a:gdLst/>
              <a:ahLst/>
              <a:cxnLst/>
              <a:rect l="l" t="t" r="r" b="b"/>
              <a:pathLst>
                <a:path w="2252" h="738" extrusionOk="0">
                  <a:moveTo>
                    <a:pt x="2166" y="0"/>
                  </a:moveTo>
                  <a:cubicBezTo>
                    <a:pt x="1354" y="405"/>
                    <a:pt x="13" y="548"/>
                    <a:pt x="1" y="548"/>
                  </a:cubicBezTo>
                  <a:lnTo>
                    <a:pt x="20" y="738"/>
                  </a:lnTo>
                  <a:cubicBezTo>
                    <a:pt x="75" y="733"/>
                    <a:pt x="1407" y="593"/>
                    <a:pt x="2251" y="169"/>
                  </a:cubicBezTo>
                  <a:lnTo>
                    <a:pt x="21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3"/>
            <p:cNvSpPr/>
            <p:nvPr/>
          </p:nvSpPr>
          <p:spPr>
            <a:xfrm>
              <a:off x="7482513" y="1899318"/>
              <a:ext cx="166013" cy="375672"/>
            </a:xfrm>
            <a:custGeom>
              <a:avLst/>
              <a:gdLst/>
              <a:ahLst/>
              <a:cxnLst/>
              <a:rect l="l" t="t" r="r" b="b"/>
              <a:pathLst>
                <a:path w="6158" h="13935" extrusionOk="0">
                  <a:moveTo>
                    <a:pt x="209" y="1"/>
                  </a:moveTo>
                  <a:cubicBezTo>
                    <a:pt x="0" y="8890"/>
                    <a:pt x="5895" y="13885"/>
                    <a:pt x="5955" y="13934"/>
                  </a:cubicBezTo>
                  <a:lnTo>
                    <a:pt x="6157" y="13691"/>
                  </a:lnTo>
                  <a:cubicBezTo>
                    <a:pt x="6099" y="13642"/>
                    <a:pt x="320" y="8738"/>
                    <a:pt x="524" y="7"/>
                  </a:cubicBezTo>
                  <a:lnTo>
                    <a:pt x="209" y="1"/>
                  </a:lnTo>
                  <a:close/>
                </a:path>
              </a:pathLst>
            </a:custGeom>
            <a:solidFill>
              <a:srgbClr val="6B1B14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3"/>
            <p:cNvSpPr/>
            <p:nvPr/>
          </p:nvSpPr>
          <p:spPr>
            <a:xfrm>
              <a:off x="6946507" y="2044225"/>
              <a:ext cx="744793" cy="921589"/>
            </a:xfrm>
            <a:custGeom>
              <a:avLst/>
              <a:gdLst/>
              <a:ahLst/>
              <a:cxnLst/>
              <a:rect l="l" t="t" r="r" b="b"/>
              <a:pathLst>
                <a:path w="27627" h="34185" extrusionOk="0">
                  <a:moveTo>
                    <a:pt x="27627" y="1"/>
                  </a:moveTo>
                  <a:lnTo>
                    <a:pt x="9797" y="2573"/>
                  </a:lnTo>
                  <a:lnTo>
                    <a:pt x="2413" y="15999"/>
                  </a:lnTo>
                  <a:cubicBezTo>
                    <a:pt x="1748" y="21478"/>
                    <a:pt x="823" y="28801"/>
                    <a:pt x="0" y="34184"/>
                  </a:cubicBezTo>
                  <a:cubicBezTo>
                    <a:pt x="2255" y="33070"/>
                    <a:pt x="7474" y="22096"/>
                    <a:pt x="9644" y="17233"/>
                  </a:cubicBezTo>
                  <a:cubicBezTo>
                    <a:pt x="13668" y="14929"/>
                    <a:pt x="13565" y="7598"/>
                    <a:pt x="13565" y="7598"/>
                  </a:cubicBezTo>
                  <a:cubicBezTo>
                    <a:pt x="13565" y="7598"/>
                    <a:pt x="15780" y="6761"/>
                    <a:pt x="17994" y="5714"/>
                  </a:cubicBezTo>
                  <a:cubicBezTo>
                    <a:pt x="20210" y="4668"/>
                    <a:pt x="27626" y="1"/>
                    <a:pt x="27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3"/>
            <p:cNvSpPr/>
            <p:nvPr/>
          </p:nvSpPr>
          <p:spPr>
            <a:xfrm>
              <a:off x="7677914" y="1868019"/>
              <a:ext cx="306603" cy="302101"/>
            </a:xfrm>
            <a:custGeom>
              <a:avLst/>
              <a:gdLst/>
              <a:ahLst/>
              <a:cxnLst/>
              <a:rect l="l" t="t" r="r" b="b"/>
              <a:pathLst>
                <a:path w="11373" h="11206" extrusionOk="0">
                  <a:moveTo>
                    <a:pt x="6973" y="0"/>
                  </a:moveTo>
                  <a:cubicBezTo>
                    <a:pt x="6973" y="0"/>
                    <a:pt x="2960" y="64"/>
                    <a:pt x="0" y="299"/>
                  </a:cubicBezTo>
                  <a:cubicBezTo>
                    <a:pt x="354" y="7035"/>
                    <a:pt x="2890" y="11206"/>
                    <a:pt x="2890" y="11206"/>
                  </a:cubicBezTo>
                  <a:lnTo>
                    <a:pt x="11372" y="6074"/>
                  </a:lnTo>
                  <a:lnTo>
                    <a:pt x="6973" y="0"/>
                  </a:lnTo>
                  <a:close/>
                </a:path>
              </a:pathLst>
            </a:custGeom>
            <a:solidFill>
              <a:srgbClr val="FD8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3"/>
            <p:cNvSpPr/>
            <p:nvPr/>
          </p:nvSpPr>
          <p:spPr>
            <a:xfrm>
              <a:off x="7124088" y="1442843"/>
              <a:ext cx="82494" cy="423470"/>
            </a:xfrm>
            <a:custGeom>
              <a:avLst/>
              <a:gdLst/>
              <a:ahLst/>
              <a:cxnLst/>
              <a:rect l="l" t="t" r="r" b="b"/>
              <a:pathLst>
                <a:path w="3060" h="15708" extrusionOk="0">
                  <a:moveTo>
                    <a:pt x="1759" y="1"/>
                  </a:moveTo>
                  <a:cubicBezTo>
                    <a:pt x="1" y="804"/>
                    <a:pt x="1096" y="3939"/>
                    <a:pt x="1096" y="3939"/>
                  </a:cubicBezTo>
                  <a:cubicBezTo>
                    <a:pt x="1096" y="3939"/>
                    <a:pt x="363" y="11792"/>
                    <a:pt x="1793" y="14201"/>
                  </a:cubicBezTo>
                  <a:cubicBezTo>
                    <a:pt x="2181" y="14853"/>
                    <a:pt x="2609" y="15356"/>
                    <a:pt x="3059" y="15707"/>
                  </a:cubicBezTo>
                  <a:cubicBezTo>
                    <a:pt x="2795" y="15053"/>
                    <a:pt x="2262" y="13591"/>
                    <a:pt x="2053" y="12001"/>
                  </a:cubicBezTo>
                  <a:cubicBezTo>
                    <a:pt x="1772" y="9855"/>
                    <a:pt x="1968" y="5719"/>
                    <a:pt x="2351" y="3468"/>
                  </a:cubicBezTo>
                  <a:cubicBezTo>
                    <a:pt x="1785" y="2673"/>
                    <a:pt x="1736" y="972"/>
                    <a:pt x="1759" y="1"/>
                  </a:cubicBezTo>
                  <a:close/>
                </a:path>
              </a:pathLst>
            </a:custGeom>
            <a:solidFill>
              <a:srgbClr val="6B1B14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3"/>
            <p:cNvSpPr/>
            <p:nvPr/>
          </p:nvSpPr>
          <p:spPr>
            <a:xfrm>
              <a:off x="7265894" y="2554026"/>
              <a:ext cx="289431" cy="382654"/>
            </a:xfrm>
            <a:custGeom>
              <a:avLst/>
              <a:gdLst/>
              <a:ahLst/>
              <a:cxnLst/>
              <a:rect l="l" t="t" r="r" b="b"/>
              <a:pathLst>
                <a:path w="10736" h="14194" extrusionOk="0">
                  <a:moveTo>
                    <a:pt x="10531" y="0"/>
                  </a:moveTo>
                  <a:cubicBezTo>
                    <a:pt x="10530" y="1"/>
                    <a:pt x="7165" y="10976"/>
                    <a:pt x="1" y="14179"/>
                  </a:cubicBezTo>
                  <a:cubicBezTo>
                    <a:pt x="119" y="14189"/>
                    <a:pt x="237" y="14193"/>
                    <a:pt x="354" y="14193"/>
                  </a:cubicBezTo>
                  <a:cubicBezTo>
                    <a:pt x="6114" y="14193"/>
                    <a:pt x="10735" y="2874"/>
                    <a:pt x="10531" y="0"/>
                  </a:cubicBezTo>
                  <a:close/>
                </a:path>
              </a:pathLst>
            </a:custGeom>
            <a:solidFill>
              <a:srgbClr val="6B1B14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3"/>
            <p:cNvSpPr/>
            <p:nvPr/>
          </p:nvSpPr>
          <p:spPr>
            <a:xfrm>
              <a:off x="6427352" y="1218703"/>
              <a:ext cx="1444807" cy="1754592"/>
            </a:xfrm>
            <a:custGeom>
              <a:avLst/>
              <a:gdLst/>
              <a:ahLst/>
              <a:cxnLst/>
              <a:rect l="l" t="t" r="r" b="b"/>
              <a:pathLst>
                <a:path w="53593" h="65084" extrusionOk="0">
                  <a:moveTo>
                    <a:pt x="45718" y="1"/>
                  </a:moveTo>
                  <a:lnTo>
                    <a:pt x="45579" y="1606"/>
                  </a:lnTo>
                  <a:cubicBezTo>
                    <a:pt x="45579" y="1606"/>
                    <a:pt x="46362" y="2793"/>
                    <a:pt x="46389" y="3492"/>
                  </a:cubicBezTo>
                  <a:cubicBezTo>
                    <a:pt x="45481" y="3052"/>
                    <a:pt x="44697" y="2749"/>
                    <a:pt x="44355" y="2749"/>
                  </a:cubicBezTo>
                  <a:cubicBezTo>
                    <a:pt x="44207" y="2749"/>
                    <a:pt x="44142" y="2806"/>
                    <a:pt x="44184" y="2931"/>
                  </a:cubicBezTo>
                  <a:cubicBezTo>
                    <a:pt x="44320" y="3349"/>
                    <a:pt x="46138" y="5655"/>
                    <a:pt x="46556" y="6352"/>
                  </a:cubicBezTo>
                  <a:cubicBezTo>
                    <a:pt x="46975" y="7051"/>
                    <a:pt x="47883" y="16405"/>
                    <a:pt x="47813" y="18779"/>
                  </a:cubicBezTo>
                  <a:cubicBezTo>
                    <a:pt x="47743" y="21153"/>
                    <a:pt x="47240" y="23395"/>
                    <a:pt x="47240" y="23395"/>
                  </a:cubicBezTo>
                  <a:cubicBezTo>
                    <a:pt x="47240" y="23395"/>
                    <a:pt x="41530" y="26986"/>
                    <a:pt x="38668" y="27054"/>
                  </a:cubicBezTo>
                  <a:cubicBezTo>
                    <a:pt x="35806" y="27124"/>
                    <a:pt x="32456" y="27016"/>
                    <a:pt x="29348" y="28761"/>
                  </a:cubicBezTo>
                  <a:lnTo>
                    <a:pt x="25054" y="28064"/>
                  </a:lnTo>
                  <a:cubicBezTo>
                    <a:pt x="25054" y="28064"/>
                    <a:pt x="23797" y="24294"/>
                    <a:pt x="23867" y="22687"/>
                  </a:cubicBezTo>
                  <a:lnTo>
                    <a:pt x="23867" y="22687"/>
                  </a:lnTo>
                  <a:cubicBezTo>
                    <a:pt x="21214" y="22966"/>
                    <a:pt x="19468" y="23874"/>
                    <a:pt x="19468" y="23874"/>
                  </a:cubicBezTo>
                  <a:cubicBezTo>
                    <a:pt x="19468" y="23874"/>
                    <a:pt x="20236" y="27644"/>
                    <a:pt x="18840" y="28343"/>
                  </a:cubicBezTo>
                  <a:cubicBezTo>
                    <a:pt x="18375" y="28575"/>
                    <a:pt x="17763" y="28637"/>
                    <a:pt x="17097" y="28637"/>
                  </a:cubicBezTo>
                  <a:cubicBezTo>
                    <a:pt x="16334" y="28637"/>
                    <a:pt x="15500" y="28556"/>
                    <a:pt x="14734" y="28556"/>
                  </a:cubicBezTo>
                  <a:cubicBezTo>
                    <a:pt x="14160" y="28556"/>
                    <a:pt x="13625" y="28602"/>
                    <a:pt x="13186" y="28761"/>
                  </a:cubicBezTo>
                  <a:cubicBezTo>
                    <a:pt x="11649" y="29319"/>
                    <a:pt x="8437" y="33648"/>
                    <a:pt x="6553" y="35741"/>
                  </a:cubicBezTo>
                  <a:cubicBezTo>
                    <a:pt x="5121" y="37330"/>
                    <a:pt x="2323" y="41337"/>
                    <a:pt x="1057" y="43174"/>
                  </a:cubicBezTo>
                  <a:cubicBezTo>
                    <a:pt x="399" y="44129"/>
                    <a:pt x="6" y="45254"/>
                    <a:pt x="2" y="46416"/>
                  </a:cubicBezTo>
                  <a:cubicBezTo>
                    <a:pt x="0" y="47257"/>
                    <a:pt x="200" y="48133"/>
                    <a:pt x="899" y="48655"/>
                  </a:cubicBezTo>
                  <a:cubicBezTo>
                    <a:pt x="1258" y="48925"/>
                    <a:pt x="1656" y="49040"/>
                    <a:pt x="2074" y="49040"/>
                  </a:cubicBezTo>
                  <a:cubicBezTo>
                    <a:pt x="3604" y="49040"/>
                    <a:pt x="5401" y="47489"/>
                    <a:pt x="6553" y="46283"/>
                  </a:cubicBezTo>
                  <a:cubicBezTo>
                    <a:pt x="8020" y="44747"/>
                    <a:pt x="12635" y="39650"/>
                    <a:pt x="12636" y="39649"/>
                  </a:cubicBezTo>
                  <a:lnTo>
                    <a:pt x="12636" y="39649"/>
                  </a:lnTo>
                  <a:cubicBezTo>
                    <a:pt x="12636" y="39650"/>
                    <a:pt x="10532" y="50401"/>
                    <a:pt x="7112" y="54241"/>
                  </a:cubicBezTo>
                  <a:cubicBezTo>
                    <a:pt x="3691" y="58079"/>
                    <a:pt x="1598" y="58429"/>
                    <a:pt x="1598" y="58429"/>
                  </a:cubicBezTo>
                  <a:cubicBezTo>
                    <a:pt x="1598" y="58429"/>
                    <a:pt x="5516" y="65084"/>
                    <a:pt x="13826" y="65084"/>
                  </a:cubicBezTo>
                  <a:cubicBezTo>
                    <a:pt x="15093" y="65084"/>
                    <a:pt x="16462" y="64929"/>
                    <a:pt x="17934" y="64573"/>
                  </a:cubicBezTo>
                  <a:cubicBezTo>
                    <a:pt x="25124" y="54800"/>
                    <a:pt x="27462" y="47488"/>
                    <a:pt x="27462" y="47488"/>
                  </a:cubicBezTo>
                  <a:cubicBezTo>
                    <a:pt x="27462" y="47488"/>
                    <a:pt x="30150" y="45516"/>
                    <a:pt x="30778" y="43492"/>
                  </a:cubicBezTo>
                  <a:cubicBezTo>
                    <a:pt x="31407" y="41467"/>
                    <a:pt x="30866" y="37347"/>
                    <a:pt x="30866" y="37347"/>
                  </a:cubicBezTo>
                  <a:cubicBezTo>
                    <a:pt x="30866" y="37347"/>
                    <a:pt x="32106" y="36022"/>
                    <a:pt x="34235" y="35743"/>
                  </a:cubicBezTo>
                  <a:cubicBezTo>
                    <a:pt x="36362" y="35464"/>
                    <a:pt x="50381" y="29748"/>
                    <a:pt x="53173" y="26604"/>
                  </a:cubicBezTo>
                  <a:cubicBezTo>
                    <a:pt x="53593" y="18785"/>
                    <a:pt x="51302" y="6840"/>
                    <a:pt x="50954" y="5165"/>
                  </a:cubicBezTo>
                  <a:cubicBezTo>
                    <a:pt x="50605" y="3490"/>
                    <a:pt x="49068" y="1116"/>
                    <a:pt x="48162" y="700"/>
                  </a:cubicBezTo>
                  <a:cubicBezTo>
                    <a:pt x="47255" y="282"/>
                    <a:pt x="45718" y="1"/>
                    <a:pt x="45718" y="1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3"/>
            <p:cNvSpPr/>
            <p:nvPr/>
          </p:nvSpPr>
          <p:spPr>
            <a:xfrm>
              <a:off x="7752079" y="1408200"/>
              <a:ext cx="112580" cy="587542"/>
            </a:xfrm>
            <a:custGeom>
              <a:avLst/>
              <a:gdLst/>
              <a:ahLst/>
              <a:cxnLst/>
              <a:rect l="l" t="t" r="r" b="b"/>
              <a:pathLst>
                <a:path w="4176" h="21794" extrusionOk="0">
                  <a:moveTo>
                    <a:pt x="173" y="1"/>
                  </a:moveTo>
                  <a:cubicBezTo>
                    <a:pt x="173" y="2"/>
                    <a:pt x="770" y="7758"/>
                    <a:pt x="559" y="10835"/>
                  </a:cubicBezTo>
                  <a:cubicBezTo>
                    <a:pt x="386" y="13378"/>
                    <a:pt x="1" y="18702"/>
                    <a:pt x="1049" y="21794"/>
                  </a:cubicBezTo>
                  <a:cubicBezTo>
                    <a:pt x="2387" y="20993"/>
                    <a:pt x="3455" y="20230"/>
                    <a:pt x="4035" y="19577"/>
                  </a:cubicBezTo>
                  <a:cubicBezTo>
                    <a:pt x="4176" y="16935"/>
                    <a:pt x="4007" y="13821"/>
                    <a:pt x="3711" y="10791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rgbClr val="470313">
                <a:alpha val="4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3"/>
            <p:cNvSpPr/>
            <p:nvPr/>
          </p:nvSpPr>
          <p:spPr>
            <a:xfrm>
              <a:off x="7642920" y="1136612"/>
              <a:ext cx="451723" cy="902853"/>
            </a:xfrm>
            <a:custGeom>
              <a:avLst/>
              <a:gdLst/>
              <a:ahLst/>
              <a:cxnLst/>
              <a:rect l="l" t="t" r="r" b="b"/>
              <a:pathLst>
                <a:path w="16756" h="33490" extrusionOk="0">
                  <a:moveTo>
                    <a:pt x="4287" y="0"/>
                  </a:moveTo>
                  <a:cubicBezTo>
                    <a:pt x="3568" y="0"/>
                    <a:pt x="2994" y="285"/>
                    <a:pt x="2722" y="1021"/>
                  </a:cubicBezTo>
                  <a:cubicBezTo>
                    <a:pt x="2542" y="961"/>
                    <a:pt x="2388" y="936"/>
                    <a:pt x="2256" y="936"/>
                  </a:cubicBezTo>
                  <a:cubicBezTo>
                    <a:pt x="1467" y="936"/>
                    <a:pt x="1467" y="1859"/>
                    <a:pt x="1467" y="1859"/>
                  </a:cubicBezTo>
                  <a:cubicBezTo>
                    <a:pt x="1467" y="1859"/>
                    <a:pt x="1249" y="1642"/>
                    <a:pt x="959" y="1642"/>
                  </a:cubicBezTo>
                  <a:cubicBezTo>
                    <a:pt x="814" y="1642"/>
                    <a:pt x="651" y="1696"/>
                    <a:pt x="488" y="1859"/>
                  </a:cubicBezTo>
                  <a:cubicBezTo>
                    <a:pt x="0" y="2347"/>
                    <a:pt x="488" y="4651"/>
                    <a:pt x="488" y="4651"/>
                  </a:cubicBezTo>
                  <a:lnTo>
                    <a:pt x="979" y="3675"/>
                  </a:lnTo>
                  <a:cubicBezTo>
                    <a:pt x="1605" y="4163"/>
                    <a:pt x="3630" y="6187"/>
                    <a:pt x="3630" y="6607"/>
                  </a:cubicBezTo>
                  <a:cubicBezTo>
                    <a:pt x="3630" y="7025"/>
                    <a:pt x="4608" y="12120"/>
                    <a:pt x="4608" y="12120"/>
                  </a:cubicBezTo>
                  <a:cubicBezTo>
                    <a:pt x="4608" y="12120"/>
                    <a:pt x="5096" y="26014"/>
                    <a:pt x="6633" y="30410"/>
                  </a:cubicBezTo>
                  <a:cubicBezTo>
                    <a:pt x="7521" y="32953"/>
                    <a:pt x="9400" y="33490"/>
                    <a:pt x="10828" y="33490"/>
                  </a:cubicBezTo>
                  <a:cubicBezTo>
                    <a:pt x="11869" y="33490"/>
                    <a:pt x="12670" y="33204"/>
                    <a:pt x="12670" y="33204"/>
                  </a:cubicBezTo>
                  <a:cubicBezTo>
                    <a:pt x="16756" y="32017"/>
                    <a:pt x="12704" y="21404"/>
                    <a:pt x="12146" y="19241"/>
                  </a:cubicBezTo>
                  <a:cubicBezTo>
                    <a:pt x="11588" y="17078"/>
                    <a:pt x="10051" y="8421"/>
                    <a:pt x="9701" y="5767"/>
                  </a:cubicBezTo>
                  <a:cubicBezTo>
                    <a:pt x="9354" y="3114"/>
                    <a:pt x="7747" y="1090"/>
                    <a:pt x="6213" y="461"/>
                  </a:cubicBezTo>
                  <a:cubicBezTo>
                    <a:pt x="5531" y="182"/>
                    <a:pt x="4862" y="0"/>
                    <a:pt x="4287" y="0"/>
                  </a:cubicBezTo>
                  <a:close/>
                </a:path>
              </a:pathLst>
            </a:custGeom>
            <a:solidFill>
              <a:srgbClr val="FD8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3"/>
            <p:cNvSpPr/>
            <p:nvPr/>
          </p:nvSpPr>
          <p:spPr>
            <a:xfrm>
              <a:off x="7716223" y="1162088"/>
              <a:ext cx="60253" cy="46315"/>
            </a:xfrm>
            <a:custGeom>
              <a:avLst/>
              <a:gdLst/>
              <a:ahLst/>
              <a:cxnLst/>
              <a:rect l="l" t="t" r="r" b="b"/>
              <a:pathLst>
                <a:path w="2235" h="1718" extrusionOk="0">
                  <a:moveTo>
                    <a:pt x="36" y="1"/>
                  </a:moveTo>
                  <a:cubicBezTo>
                    <a:pt x="17" y="1"/>
                    <a:pt x="5" y="1"/>
                    <a:pt x="1" y="2"/>
                  </a:cubicBezTo>
                  <a:lnTo>
                    <a:pt x="9" y="149"/>
                  </a:lnTo>
                  <a:cubicBezTo>
                    <a:pt x="10" y="149"/>
                    <a:pt x="13" y="149"/>
                    <a:pt x="20" y="149"/>
                  </a:cubicBezTo>
                  <a:cubicBezTo>
                    <a:pt x="144" y="149"/>
                    <a:pt x="1278" y="189"/>
                    <a:pt x="2104" y="1717"/>
                  </a:cubicBezTo>
                  <a:lnTo>
                    <a:pt x="2234" y="1647"/>
                  </a:lnTo>
                  <a:cubicBezTo>
                    <a:pt x="1387" y="84"/>
                    <a:pt x="253" y="1"/>
                    <a:pt x="36" y="1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3"/>
            <p:cNvSpPr/>
            <p:nvPr/>
          </p:nvSpPr>
          <p:spPr>
            <a:xfrm>
              <a:off x="7681877" y="1184815"/>
              <a:ext cx="65402" cy="53621"/>
            </a:xfrm>
            <a:custGeom>
              <a:avLst/>
              <a:gdLst/>
              <a:ahLst/>
              <a:cxnLst/>
              <a:rect l="l" t="t" r="r" b="b"/>
              <a:pathLst>
                <a:path w="2426" h="1989" extrusionOk="0">
                  <a:moveTo>
                    <a:pt x="43" y="1"/>
                  </a:moveTo>
                  <a:lnTo>
                    <a:pt x="0" y="141"/>
                  </a:lnTo>
                  <a:cubicBezTo>
                    <a:pt x="17" y="146"/>
                    <a:pt x="1586" y="638"/>
                    <a:pt x="2296" y="1989"/>
                  </a:cubicBezTo>
                  <a:lnTo>
                    <a:pt x="2426" y="1921"/>
                  </a:lnTo>
                  <a:cubicBezTo>
                    <a:pt x="1686" y="514"/>
                    <a:pt x="111" y="22"/>
                    <a:pt x="43" y="1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3"/>
            <p:cNvSpPr/>
            <p:nvPr/>
          </p:nvSpPr>
          <p:spPr>
            <a:xfrm>
              <a:off x="7876307" y="1856696"/>
              <a:ext cx="163371" cy="182727"/>
            </a:xfrm>
            <a:custGeom>
              <a:avLst/>
              <a:gdLst/>
              <a:ahLst/>
              <a:cxnLst/>
              <a:rect l="l" t="t" r="r" b="b"/>
              <a:pathLst>
                <a:path w="6060" h="6778" extrusionOk="0">
                  <a:moveTo>
                    <a:pt x="4016" y="1"/>
                  </a:moveTo>
                  <a:cubicBezTo>
                    <a:pt x="3237" y="1"/>
                    <a:pt x="2462" y="228"/>
                    <a:pt x="1792" y="672"/>
                  </a:cubicBezTo>
                  <a:cubicBezTo>
                    <a:pt x="674" y="1415"/>
                    <a:pt x="2" y="2671"/>
                    <a:pt x="2" y="4016"/>
                  </a:cubicBezTo>
                  <a:lnTo>
                    <a:pt x="0" y="4016"/>
                  </a:lnTo>
                  <a:cubicBezTo>
                    <a:pt x="0" y="4981"/>
                    <a:pt x="350" y="5912"/>
                    <a:pt x="983" y="6641"/>
                  </a:cubicBezTo>
                  <a:cubicBezTo>
                    <a:pt x="1394" y="6741"/>
                    <a:pt x="1799" y="6778"/>
                    <a:pt x="2174" y="6778"/>
                  </a:cubicBezTo>
                  <a:cubicBezTo>
                    <a:pt x="3215" y="6778"/>
                    <a:pt x="4015" y="6494"/>
                    <a:pt x="4015" y="6494"/>
                  </a:cubicBezTo>
                  <a:cubicBezTo>
                    <a:pt x="5959" y="5927"/>
                    <a:pt x="6059" y="3225"/>
                    <a:pt x="5569" y="314"/>
                  </a:cubicBezTo>
                  <a:cubicBezTo>
                    <a:pt x="5070" y="104"/>
                    <a:pt x="4542" y="1"/>
                    <a:pt x="4016" y="1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3"/>
            <p:cNvSpPr/>
            <p:nvPr/>
          </p:nvSpPr>
          <p:spPr>
            <a:xfrm>
              <a:off x="7800525" y="1374770"/>
              <a:ext cx="32890" cy="47717"/>
            </a:xfrm>
            <a:custGeom>
              <a:avLst/>
              <a:gdLst/>
              <a:ahLst/>
              <a:cxnLst/>
              <a:rect l="l" t="t" r="r" b="b"/>
              <a:pathLst>
                <a:path w="1220" h="1770" extrusionOk="0">
                  <a:moveTo>
                    <a:pt x="1029" y="0"/>
                  </a:moveTo>
                  <a:lnTo>
                    <a:pt x="891" y="45"/>
                  </a:lnTo>
                  <a:cubicBezTo>
                    <a:pt x="893" y="51"/>
                    <a:pt x="1061" y="595"/>
                    <a:pt x="810" y="1055"/>
                  </a:cubicBezTo>
                  <a:cubicBezTo>
                    <a:pt x="661" y="1330"/>
                    <a:pt x="388" y="1524"/>
                    <a:pt x="0" y="1628"/>
                  </a:cubicBezTo>
                  <a:lnTo>
                    <a:pt x="38" y="1769"/>
                  </a:lnTo>
                  <a:cubicBezTo>
                    <a:pt x="465" y="1654"/>
                    <a:pt x="769" y="1437"/>
                    <a:pt x="938" y="1123"/>
                  </a:cubicBezTo>
                  <a:cubicBezTo>
                    <a:pt x="1219" y="608"/>
                    <a:pt x="1038" y="26"/>
                    <a:pt x="1029" y="0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3"/>
            <p:cNvSpPr/>
            <p:nvPr/>
          </p:nvSpPr>
          <p:spPr>
            <a:xfrm>
              <a:off x="6846812" y="1518194"/>
              <a:ext cx="309650" cy="364322"/>
            </a:xfrm>
            <a:custGeom>
              <a:avLst/>
              <a:gdLst/>
              <a:ahLst/>
              <a:cxnLst/>
              <a:rect l="l" t="t" r="r" b="b"/>
              <a:pathLst>
                <a:path w="11486" h="13514" extrusionOk="0">
                  <a:moveTo>
                    <a:pt x="6189" y="1"/>
                  </a:moveTo>
                  <a:cubicBezTo>
                    <a:pt x="4131" y="1"/>
                    <a:pt x="1619" y="1367"/>
                    <a:pt x="875" y="2436"/>
                  </a:cubicBezTo>
                  <a:cubicBezTo>
                    <a:pt x="71" y="3586"/>
                    <a:pt x="1" y="7218"/>
                    <a:pt x="875" y="9138"/>
                  </a:cubicBezTo>
                  <a:cubicBezTo>
                    <a:pt x="1746" y="11056"/>
                    <a:pt x="3351" y="11894"/>
                    <a:pt x="3911" y="12767"/>
                  </a:cubicBezTo>
                  <a:cubicBezTo>
                    <a:pt x="4409" y="13382"/>
                    <a:pt x="5939" y="13432"/>
                    <a:pt x="6419" y="13432"/>
                  </a:cubicBezTo>
                  <a:cubicBezTo>
                    <a:pt x="6511" y="13432"/>
                    <a:pt x="6565" y="13430"/>
                    <a:pt x="6565" y="13430"/>
                  </a:cubicBezTo>
                  <a:lnTo>
                    <a:pt x="8378" y="13513"/>
                  </a:lnTo>
                  <a:cubicBezTo>
                    <a:pt x="8378" y="13513"/>
                    <a:pt x="9774" y="13430"/>
                    <a:pt x="10264" y="12976"/>
                  </a:cubicBezTo>
                  <a:cubicBezTo>
                    <a:pt x="10753" y="12522"/>
                    <a:pt x="11302" y="10721"/>
                    <a:pt x="11394" y="9004"/>
                  </a:cubicBezTo>
                  <a:cubicBezTo>
                    <a:pt x="11486" y="7286"/>
                    <a:pt x="11277" y="4526"/>
                    <a:pt x="10891" y="3271"/>
                  </a:cubicBezTo>
                  <a:cubicBezTo>
                    <a:pt x="10507" y="2018"/>
                    <a:pt x="8796" y="270"/>
                    <a:pt x="6669" y="27"/>
                  </a:cubicBezTo>
                  <a:cubicBezTo>
                    <a:pt x="6513" y="9"/>
                    <a:pt x="6353" y="1"/>
                    <a:pt x="6189" y="1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3"/>
            <p:cNvSpPr/>
            <p:nvPr/>
          </p:nvSpPr>
          <p:spPr>
            <a:xfrm>
              <a:off x="6846812" y="1518167"/>
              <a:ext cx="296548" cy="344238"/>
            </a:xfrm>
            <a:custGeom>
              <a:avLst/>
              <a:gdLst/>
              <a:ahLst/>
              <a:cxnLst/>
              <a:rect l="l" t="t" r="r" b="b"/>
              <a:pathLst>
                <a:path w="11000" h="12769" extrusionOk="0">
                  <a:moveTo>
                    <a:pt x="6193" y="0"/>
                  </a:moveTo>
                  <a:cubicBezTo>
                    <a:pt x="4132" y="0"/>
                    <a:pt x="1617" y="1368"/>
                    <a:pt x="875" y="2437"/>
                  </a:cubicBezTo>
                  <a:cubicBezTo>
                    <a:pt x="71" y="3587"/>
                    <a:pt x="1" y="7217"/>
                    <a:pt x="875" y="9137"/>
                  </a:cubicBezTo>
                  <a:cubicBezTo>
                    <a:pt x="1746" y="11057"/>
                    <a:pt x="3351" y="11895"/>
                    <a:pt x="3911" y="12768"/>
                  </a:cubicBezTo>
                  <a:cubicBezTo>
                    <a:pt x="4538" y="12349"/>
                    <a:pt x="8310" y="11581"/>
                    <a:pt x="8310" y="11581"/>
                  </a:cubicBezTo>
                  <a:cubicBezTo>
                    <a:pt x="8310" y="11581"/>
                    <a:pt x="8449" y="10185"/>
                    <a:pt x="8728" y="8998"/>
                  </a:cubicBezTo>
                  <a:cubicBezTo>
                    <a:pt x="9007" y="7811"/>
                    <a:pt x="9774" y="7357"/>
                    <a:pt x="9774" y="7357"/>
                  </a:cubicBezTo>
                  <a:cubicBezTo>
                    <a:pt x="9774" y="7357"/>
                    <a:pt x="9252" y="5262"/>
                    <a:pt x="9495" y="4634"/>
                  </a:cubicBezTo>
                  <a:cubicBezTo>
                    <a:pt x="9740" y="4007"/>
                    <a:pt x="10989" y="3694"/>
                    <a:pt x="11000" y="3692"/>
                  </a:cubicBezTo>
                  <a:cubicBezTo>
                    <a:pt x="10966" y="3538"/>
                    <a:pt x="10929" y="3396"/>
                    <a:pt x="10891" y="3272"/>
                  </a:cubicBezTo>
                  <a:cubicBezTo>
                    <a:pt x="10507" y="2017"/>
                    <a:pt x="8798" y="271"/>
                    <a:pt x="6669" y="26"/>
                  </a:cubicBezTo>
                  <a:cubicBezTo>
                    <a:pt x="6514" y="8"/>
                    <a:pt x="6355" y="0"/>
                    <a:pt x="6193" y="0"/>
                  </a:cubicBezTo>
                  <a:close/>
                </a:path>
              </a:pathLst>
            </a:custGeom>
            <a:solidFill>
              <a:srgbClr val="4F07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3"/>
            <p:cNvSpPr/>
            <p:nvPr/>
          </p:nvSpPr>
          <p:spPr>
            <a:xfrm>
              <a:off x="7080199" y="1688227"/>
              <a:ext cx="33914" cy="83815"/>
            </a:xfrm>
            <a:custGeom>
              <a:avLst/>
              <a:gdLst/>
              <a:ahLst/>
              <a:cxnLst/>
              <a:rect l="l" t="t" r="r" b="b"/>
              <a:pathLst>
                <a:path w="1258" h="3109" extrusionOk="0">
                  <a:moveTo>
                    <a:pt x="629" y="1"/>
                  </a:moveTo>
                  <a:cubicBezTo>
                    <a:pt x="282" y="1"/>
                    <a:pt x="1" y="282"/>
                    <a:pt x="1" y="630"/>
                  </a:cubicBezTo>
                  <a:lnTo>
                    <a:pt x="1" y="2479"/>
                  </a:lnTo>
                  <a:cubicBezTo>
                    <a:pt x="1" y="2827"/>
                    <a:pt x="282" y="3108"/>
                    <a:pt x="629" y="3108"/>
                  </a:cubicBezTo>
                  <a:cubicBezTo>
                    <a:pt x="977" y="3108"/>
                    <a:pt x="1258" y="2827"/>
                    <a:pt x="1258" y="2479"/>
                  </a:cubicBezTo>
                  <a:lnTo>
                    <a:pt x="1258" y="630"/>
                  </a:lnTo>
                  <a:cubicBezTo>
                    <a:pt x="1258" y="282"/>
                    <a:pt x="977" y="1"/>
                    <a:pt x="629" y="1"/>
                  </a:cubicBezTo>
                  <a:close/>
                </a:path>
              </a:pathLst>
            </a:custGeom>
            <a:solidFill>
              <a:srgbClr val="BC5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3"/>
            <p:cNvSpPr/>
            <p:nvPr/>
          </p:nvSpPr>
          <p:spPr>
            <a:xfrm>
              <a:off x="6462318" y="3283869"/>
              <a:ext cx="315122" cy="97456"/>
            </a:xfrm>
            <a:custGeom>
              <a:avLst/>
              <a:gdLst/>
              <a:ahLst/>
              <a:cxnLst/>
              <a:rect l="l" t="t" r="r" b="b"/>
              <a:pathLst>
                <a:path w="11689" h="3615" extrusionOk="0">
                  <a:moveTo>
                    <a:pt x="44" y="0"/>
                  </a:moveTo>
                  <a:lnTo>
                    <a:pt x="1" y="305"/>
                  </a:lnTo>
                  <a:lnTo>
                    <a:pt x="1416" y="508"/>
                  </a:lnTo>
                  <a:cubicBezTo>
                    <a:pt x="1787" y="864"/>
                    <a:pt x="4775" y="3615"/>
                    <a:pt x="8986" y="3615"/>
                  </a:cubicBezTo>
                  <a:cubicBezTo>
                    <a:pt x="9900" y="3615"/>
                    <a:pt x="10810" y="3487"/>
                    <a:pt x="11688" y="3233"/>
                  </a:cubicBezTo>
                  <a:lnTo>
                    <a:pt x="11605" y="2937"/>
                  </a:lnTo>
                  <a:cubicBezTo>
                    <a:pt x="10691" y="3198"/>
                    <a:pt x="9814" y="3308"/>
                    <a:pt x="8986" y="3308"/>
                  </a:cubicBezTo>
                  <a:cubicBezTo>
                    <a:pt x="4644" y="3308"/>
                    <a:pt x="1635" y="292"/>
                    <a:pt x="1599" y="256"/>
                  </a:cubicBezTo>
                  <a:lnTo>
                    <a:pt x="1563" y="218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3"/>
            <p:cNvSpPr/>
            <p:nvPr/>
          </p:nvSpPr>
          <p:spPr>
            <a:xfrm>
              <a:off x="6492674" y="3051291"/>
              <a:ext cx="100907" cy="242603"/>
            </a:xfrm>
            <a:custGeom>
              <a:avLst/>
              <a:gdLst/>
              <a:ahLst/>
              <a:cxnLst/>
              <a:rect l="l" t="t" r="r" b="b"/>
              <a:pathLst>
                <a:path w="3743" h="8999" extrusionOk="0">
                  <a:moveTo>
                    <a:pt x="3491" y="1"/>
                  </a:moveTo>
                  <a:cubicBezTo>
                    <a:pt x="3348" y="203"/>
                    <a:pt x="0" y="5011"/>
                    <a:pt x="209" y="8998"/>
                  </a:cubicBezTo>
                  <a:lnTo>
                    <a:pt x="516" y="8981"/>
                  </a:lnTo>
                  <a:cubicBezTo>
                    <a:pt x="311" y="5103"/>
                    <a:pt x="3708" y="226"/>
                    <a:pt x="3743" y="177"/>
                  </a:cubicBezTo>
                  <a:lnTo>
                    <a:pt x="34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3"/>
            <p:cNvSpPr/>
            <p:nvPr/>
          </p:nvSpPr>
          <p:spPr>
            <a:xfrm>
              <a:off x="6498983" y="3319267"/>
              <a:ext cx="126302" cy="98831"/>
            </a:xfrm>
            <a:custGeom>
              <a:avLst/>
              <a:gdLst/>
              <a:ahLst/>
              <a:cxnLst/>
              <a:rect l="l" t="t" r="r" b="b"/>
              <a:pathLst>
                <a:path w="4685" h="3666" extrusionOk="0">
                  <a:moveTo>
                    <a:pt x="237" y="0"/>
                  </a:moveTo>
                  <a:lnTo>
                    <a:pt x="1" y="194"/>
                  </a:lnTo>
                  <a:cubicBezTo>
                    <a:pt x="73" y="286"/>
                    <a:pt x="1838" y="2434"/>
                    <a:pt x="3945" y="3276"/>
                  </a:cubicBezTo>
                  <a:cubicBezTo>
                    <a:pt x="4031" y="3310"/>
                    <a:pt x="4099" y="3340"/>
                    <a:pt x="4154" y="3365"/>
                  </a:cubicBezTo>
                  <a:cubicBezTo>
                    <a:pt x="3366" y="3355"/>
                    <a:pt x="1188" y="2946"/>
                    <a:pt x="1004" y="2658"/>
                  </a:cubicBezTo>
                  <a:lnTo>
                    <a:pt x="719" y="2771"/>
                  </a:lnTo>
                  <a:cubicBezTo>
                    <a:pt x="909" y="3248"/>
                    <a:pt x="3334" y="3666"/>
                    <a:pt x="4203" y="3666"/>
                  </a:cubicBezTo>
                  <a:cubicBezTo>
                    <a:pt x="4267" y="3666"/>
                    <a:pt x="4329" y="3664"/>
                    <a:pt x="4391" y="3657"/>
                  </a:cubicBezTo>
                  <a:cubicBezTo>
                    <a:pt x="4557" y="3636"/>
                    <a:pt x="4651" y="3570"/>
                    <a:pt x="4664" y="3459"/>
                  </a:cubicBezTo>
                  <a:cubicBezTo>
                    <a:pt x="4685" y="3297"/>
                    <a:pt x="4532" y="3180"/>
                    <a:pt x="4061" y="2990"/>
                  </a:cubicBezTo>
                  <a:cubicBezTo>
                    <a:pt x="2027" y="2178"/>
                    <a:pt x="256" y="22"/>
                    <a:pt x="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3"/>
            <p:cNvSpPr/>
            <p:nvPr/>
          </p:nvSpPr>
          <p:spPr>
            <a:xfrm>
              <a:off x="6062916" y="3843006"/>
              <a:ext cx="115734" cy="66346"/>
            </a:xfrm>
            <a:custGeom>
              <a:avLst/>
              <a:gdLst/>
              <a:ahLst/>
              <a:cxnLst/>
              <a:rect l="l" t="t" r="r" b="b"/>
              <a:pathLst>
                <a:path w="4293" h="2461" extrusionOk="0">
                  <a:moveTo>
                    <a:pt x="2636" y="1"/>
                  </a:moveTo>
                  <a:lnTo>
                    <a:pt x="2534" y="291"/>
                  </a:lnTo>
                  <a:cubicBezTo>
                    <a:pt x="3252" y="547"/>
                    <a:pt x="3815" y="1382"/>
                    <a:pt x="3945" y="1885"/>
                  </a:cubicBezTo>
                  <a:cubicBezTo>
                    <a:pt x="3992" y="2066"/>
                    <a:pt x="3968" y="2143"/>
                    <a:pt x="3960" y="2151"/>
                  </a:cubicBezTo>
                  <a:cubicBezTo>
                    <a:pt x="3960" y="2152"/>
                    <a:pt x="3955" y="2153"/>
                    <a:pt x="3945" y="2153"/>
                  </a:cubicBezTo>
                  <a:cubicBezTo>
                    <a:pt x="3896" y="2153"/>
                    <a:pt x="3723" y="2118"/>
                    <a:pt x="3316" y="1755"/>
                  </a:cubicBezTo>
                  <a:cubicBezTo>
                    <a:pt x="2496" y="1022"/>
                    <a:pt x="1702" y="831"/>
                    <a:pt x="1096" y="831"/>
                  </a:cubicBezTo>
                  <a:cubicBezTo>
                    <a:pt x="443" y="831"/>
                    <a:pt x="9" y="1054"/>
                    <a:pt x="0" y="1058"/>
                  </a:cubicBezTo>
                  <a:lnTo>
                    <a:pt x="145" y="1329"/>
                  </a:lnTo>
                  <a:cubicBezTo>
                    <a:pt x="174" y="1314"/>
                    <a:pt x="538" y="1130"/>
                    <a:pt x="1090" y="1130"/>
                  </a:cubicBezTo>
                  <a:cubicBezTo>
                    <a:pt x="1630" y="1130"/>
                    <a:pt x="2350" y="1306"/>
                    <a:pt x="3112" y="1985"/>
                  </a:cubicBezTo>
                  <a:cubicBezTo>
                    <a:pt x="3472" y="2307"/>
                    <a:pt x="3740" y="2460"/>
                    <a:pt x="3945" y="2460"/>
                  </a:cubicBezTo>
                  <a:cubicBezTo>
                    <a:pt x="3996" y="2460"/>
                    <a:pt x="4047" y="2450"/>
                    <a:pt x="4092" y="2428"/>
                  </a:cubicBezTo>
                  <a:cubicBezTo>
                    <a:pt x="4169" y="2392"/>
                    <a:pt x="4292" y="2292"/>
                    <a:pt x="4279" y="2030"/>
                  </a:cubicBezTo>
                  <a:cubicBezTo>
                    <a:pt x="4247" y="1437"/>
                    <a:pt x="3544" y="325"/>
                    <a:pt x="2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3"/>
            <p:cNvSpPr/>
            <p:nvPr/>
          </p:nvSpPr>
          <p:spPr>
            <a:xfrm>
              <a:off x="7066692" y="1850091"/>
              <a:ext cx="51734" cy="32027"/>
            </a:xfrm>
            <a:custGeom>
              <a:avLst/>
              <a:gdLst/>
              <a:ahLst/>
              <a:cxnLst/>
              <a:rect l="l" t="t" r="r" b="b"/>
              <a:pathLst>
                <a:path w="1919" h="1188" extrusionOk="0">
                  <a:moveTo>
                    <a:pt x="388" y="1"/>
                  </a:moveTo>
                  <a:cubicBezTo>
                    <a:pt x="358" y="1"/>
                    <a:pt x="330" y="8"/>
                    <a:pt x="303" y="24"/>
                  </a:cubicBezTo>
                  <a:cubicBezTo>
                    <a:pt x="1" y="201"/>
                    <a:pt x="389" y="1187"/>
                    <a:pt x="389" y="1187"/>
                  </a:cubicBezTo>
                  <a:cubicBezTo>
                    <a:pt x="721" y="1155"/>
                    <a:pt x="1469" y="1055"/>
                    <a:pt x="1919" y="800"/>
                  </a:cubicBezTo>
                  <a:cubicBezTo>
                    <a:pt x="1102" y="641"/>
                    <a:pt x="670" y="1"/>
                    <a:pt x="388" y="1"/>
                  </a:cubicBezTo>
                  <a:close/>
                </a:path>
              </a:pathLst>
            </a:custGeom>
            <a:solidFill>
              <a:srgbClr val="810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3"/>
            <p:cNvSpPr/>
            <p:nvPr/>
          </p:nvSpPr>
          <p:spPr>
            <a:xfrm>
              <a:off x="7768281" y="1137232"/>
              <a:ext cx="298381" cy="868507"/>
            </a:xfrm>
            <a:custGeom>
              <a:avLst/>
              <a:gdLst/>
              <a:ahLst/>
              <a:cxnLst/>
              <a:rect l="l" t="t" r="r" b="b"/>
              <a:pathLst>
                <a:path w="11068" h="32216" extrusionOk="0">
                  <a:moveTo>
                    <a:pt x="1" y="1"/>
                  </a:moveTo>
                  <a:lnTo>
                    <a:pt x="1" y="1"/>
                  </a:lnTo>
                  <a:cubicBezTo>
                    <a:pt x="1439" y="677"/>
                    <a:pt x="3511" y="2234"/>
                    <a:pt x="3485" y="5606"/>
                  </a:cubicBezTo>
                  <a:cubicBezTo>
                    <a:pt x="3453" y="10380"/>
                    <a:pt x="1364" y="30180"/>
                    <a:pt x="9260" y="32216"/>
                  </a:cubicBezTo>
                  <a:cubicBezTo>
                    <a:pt x="11068" y="29264"/>
                    <a:pt x="7982" y="21089"/>
                    <a:pt x="7498" y="19218"/>
                  </a:cubicBezTo>
                  <a:cubicBezTo>
                    <a:pt x="6940" y="17055"/>
                    <a:pt x="5403" y="8398"/>
                    <a:pt x="5056" y="5744"/>
                  </a:cubicBezTo>
                  <a:cubicBezTo>
                    <a:pt x="4706" y="3091"/>
                    <a:pt x="3099" y="1069"/>
                    <a:pt x="1565" y="440"/>
                  </a:cubicBezTo>
                  <a:cubicBezTo>
                    <a:pt x="1021" y="216"/>
                    <a:pt x="486" y="59"/>
                    <a:pt x="1" y="1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3"/>
            <p:cNvSpPr/>
            <p:nvPr/>
          </p:nvSpPr>
          <p:spPr>
            <a:xfrm>
              <a:off x="7239474" y="1540759"/>
              <a:ext cx="203054" cy="341677"/>
            </a:xfrm>
            <a:custGeom>
              <a:avLst/>
              <a:gdLst/>
              <a:ahLst/>
              <a:cxnLst/>
              <a:rect l="l" t="t" r="r" b="b"/>
              <a:pathLst>
                <a:path w="7532" h="12674" extrusionOk="0">
                  <a:moveTo>
                    <a:pt x="3570" y="0"/>
                  </a:moveTo>
                  <a:cubicBezTo>
                    <a:pt x="3485" y="2875"/>
                    <a:pt x="2975" y="10760"/>
                    <a:pt x="0" y="12646"/>
                  </a:cubicBezTo>
                  <a:cubicBezTo>
                    <a:pt x="112" y="12664"/>
                    <a:pt x="224" y="12673"/>
                    <a:pt x="336" y="12673"/>
                  </a:cubicBezTo>
                  <a:cubicBezTo>
                    <a:pt x="1085" y="12673"/>
                    <a:pt x="1842" y="12274"/>
                    <a:pt x="2541" y="11440"/>
                  </a:cubicBezTo>
                  <a:cubicBezTo>
                    <a:pt x="3581" y="10202"/>
                    <a:pt x="4312" y="8964"/>
                    <a:pt x="4742" y="7342"/>
                  </a:cubicBezTo>
                  <a:cubicBezTo>
                    <a:pt x="5026" y="7751"/>
                    <a:pt x="5473" y="8020"/>
                    <a:pt x="5980" y="8020"/>
                  </a:cubicBezTo>
                  <a:cubicBezTo>
                    <a:pt x="6837" y="8020"/>
                    <a:pt x="7532" y="7261"/>
                    <a:pt x="7532" y="6328"/>
                  </a:cubicBezTo>
                  <a:cubicBezTo>
                    <a:pt x="7532" y="5392"/>
                    <a:pt x="6835" y="4633"/>
                    <a:pt x="5978" y="4633"/>
                  </a:cubicBezTo>
                  <a:cubicBezTo>
                    <a:pt x="5678" y="4635"/>
                    <a:pt x="5386" y="4729"/>
                    <a:pt x="5141" y="4904"/>
                  </a:cubicBezTo>
                  <a:cubicBezTo>
                    <a:pt x="5162" y="4638"/>
                    <a:pt x="5181" y="4363"/>
                    <a:pt x="5194" y="4075"/>
                  </a:cubicBezTo>
                  <a:lnTo>
                    <a:pt x="5335" y="620"/>
                  </a:lnTo>
                  <a:cubicBezTo>
                    <a:pt x="5335" y="620"/>
                    <a:pt x="4642" y="292"/>
                    <a:pt x="3570" y="0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3"/>
            <p:cNvSpPr/>
            <p:nvPr/>
          </p:nvSpPr>
          <p:spPr>
            <a:xfrm>
              <a:off x="7696111" y="3693409"/>
              <a:ext cx="414115" cy="817959"/>
            </a:xfrm>
            <a:custGeom>
              <a:avLst/>
              <a:gdLst/>
              <a:ahLst/>
              <a:cxnLst/>
              <a:rect l="l" t="t" r="r" b="b"/>
              <a:pathLst>
                <a:path w="15361" h="30341" extrusionOk="0">
                  <a:moveTo>
                    <a:pt x="14998" y="0"/>
                  </a:moveTo>
                  <a:lnTo>
                    <a:pt x="14998" y="0"/>
                  </a:lnTo>
                  <a:cubicBezTo>
                    <a:pt x="12148" y="621"/>
                    <a:pt x="7488" y="3506"/>
                    <a:pt x="5401" y="15294"/>
                  </a:cubicBezTo>
                  <a:cubicBezTo>
                    <a:pt x="4764" y="18955"/>
                    <a:pt x="2707" y="25447"/>
                    <a:pt x="1" y="30182"/>
                  </a:cubicBezTo>
                  <a:cubicBezTo>
                    <a:pt x="792" y="30296"/>
                    <a:pt x="1591" y="30341"/>
                    <a:pt x="2355" y="30341"/>
                  </a:cubicBezTo>
                  <a:cubicBezTo>
                    <a:pt x="5068" y="30341"/>
                    <a:pt x="7347" y="29779"/>
                    <a:pt x="7347" y="29779"/>
                  </a:cubicBezTo>
                  <a:cubicBezTo>
                    <a:pt x="7347" y="29779"/>
                    <a:pt x="13525" y="10091"/>
                    <a:pt x="14887" y="4648"/>
                  </a:cubicBezTo>
                  <a:cubicBezTo>
                    <a:pt x="15360" y="2762"/>
                    <a:pt x="15290" y="1215"/>
                    <a:pt x="14998" y="0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3"/>
            <p:cNvSpPr/>
            <p:nvPr/>
          </p:nvSpPr>
          <p:spPr>
            <a:xfrm>
              <a:off x="6503350" y="2686855"/>
              <a:ext cx="505614" cy="256676"/>
            </a:xfrm>
            <a:custGeom>
              <a:avLst/>
              <a:gdLst/>
              <a:ahLst/>
              <a:cxnLst/>
              <a:rect l="l" t="t" r="r" b="b"/>
              <a:pathLst>
                <a:path w="18755" h="9521" extrusionOk="0">
                  <a:moveTo>
                    <a:pt x="4131" y="1"/>
                  </a:moveTo>
                  <a:lnTo>
                    <a:pt x="3973" y="107"/>
                  </a:lnTo>
                  <a:cubicBezTo>
                    <a:pt x="3014" y="1243"/>
                    <a:pt x="1" y="2773"/>
                    <a:pt x="1" y="2773"/>
                  </a:cubicBezTo>
                  <a:lnTo>
                    <a:pt x="71" y="2863"/>
                  </a:lnTo>
                  <a:cubicBezTo>
                    <a:pt x="2982" y="1524"/>
                    <a:pt x="4086" y="261"/>
                    <a:pt x="4086" y="261"/>
                  </a:cubicBezTo>
                  <a:cubicBezTo>
                    <a:pt x="4122" y="310"/>
                    <a:pt x="4171" y="371"/>
                    <a:pt x="4229" y="442"/>
                  </a:cubicBezTo>
                  <a:cubicBezTo>
                    <a:pt x="3257" y="1578"/>
                    <a:pt x="265" y="3097"/>
                    <a:pt x="265" y="3097"/>
                  </a:cubicBezTo>
                  <a:lnTo>
                    <a:pt x="335" y="3187"/>
                  </a:lnTo>
                  <a:cubicBezTo>
                    <a:pt x="3150" y="1893"/>
                    <a:pt x="4276" y="665"/>
                    <a:pt x="4346" y="587"/>
                  </a:cubicBezTo>
                  <a:cubicBezTo>
                    <a:pt x="4391" y="642"/>
                    <a:pt x="4442" y="702"/>
                    <a:pt x="4495" y="764"/>
                  </a:cubicBezTo>
                  <a:cubicBezTo>
                    <a:pt x="3515" y="1899"/>
                    <a:pt x="540" y="3408"/>
                    <a:pt x="540" y="3408"/>
                  </a:cubicBezTo>
                  <a:lnTo>
                    <a:pt x="610" y="3500"/>
                  </a:lnTo>
                  <a:cubicBezTo>
                    <a:pt x="3381" y="2226"/>
                    <a:pt x="4514" y="1017"/>
                    <a:pt x="4617" y="904"/>
                  </a:cubicBezTo>
                  <a:cubicBezTo>
                    <a:pt x="4674" y="968"/>
                    <a:pt x="4736" y="1036"/>
                    <a:pt x="4800" y="1107"/>
                  </a:cubicBezTo>
                  <a:cubicBezTo>
                    <a:pt x="3815" y="2240"/>
                    <a:pt x="851" y="3743"/>
                    <a:pt x="851" y="3743"/>
                  </a:cubicBezTo>
                  <a:lnTo>
                    <a:pt x="921" y="3835"/>
                  </a:lnTo>
                  <a:cubicBezTo>
                    <a:pt x="3679" y="2566"/>
                    <a:pt x="4813" y="1365"/>
                    <a:pt x="4926" y="1241"/>
                  </a:cubicBezTo>
                  <a:cubicBezTo>
                    <a:pt x="4979" y="1298"/>
                    <a:pt x="5037" y="1356"/>
                    <a:pt x="5096" y="1416"/>
                  </a:cubicBezTo>
                  <a:cubicBezTo>
                    <a:pt x="4118" y="2549"/>
                    <a:pt x="1139" y="4060"/>
                    <a:pt x="1139" y="4060"/>
                  </a:cubicBezTo>
                  <a:lnTo>
                    <a:pt x="1209" y="4152"/>
                  </a:lnTo>
                  <a:cubicBezTo>
                    <a:pt x="4120" y="2812"/>
                    <a:pt x="5224" y="1548"/>
                    <a:pt x="5224" y="1548"/>
                  </a:cubicBezTo>
                  <a:lnTo>
                    <a:pt x="5216" y="1537"/>
                  </a:lnTo>
                  <a:lnTo>
                    <a:pt x="5216" y="1537"/>
                  </a:lnTo>
                  <a:cubicBezTo>
                    <a:pt x="5286" y="1605"/>
                    <a:pt x="5358" y="1678"/>
                    <a:pt x="5433" y="1748"/>
                  </a:cubicBezTo>
                  <a:cubicBezTo>
                    <a:pt x="4448" y="2882"/>
                    <a:pt x="1486" y="4387"/>
                    <a:pt x="1486" y="4387"/>
                  </a:cubicBezTo>
                  <a:lnTo>
                    <a:pt x="1556" y="4476"/>
                  </a:lnTo>
                  <a:cubicBezTo>
                    <a:pt x="4374" y="3180"/>
                    <a:pt x="5497" y="1955"/>
                    <a:pt x="5567" y="1876"/>
                  </a:cubicBezTo>
                  <a:cubicBezTo>
                    <a:pt x="5640" y="1942"/>
                    <a:pt x="5712" y="2010"/>
                    <a:pt x="5789" y="2076"/>
                  </a:cubicBezTo>
                  <a:cubicBezTo>
                    <a:pt x="4802" y="3210"/>
                    <a:pt x="1840" y="4715"/>
                    <a:pt x="1840" y="4715"/>
                  </a:cubicBezTo>
                  <a:lnTo>
                    <a:pt x="1910" y="4804"/>
                  </a:lnTo>
                  <a:cubicBezTo>
                    <a:pt x="4821" y="3466"/>
                    <a:pt x="5925" y="2200"/>
                    <a:pt x="5925" y="2200"/>
                  </a:cubicBezTo>
                  <a:lnTo>
                    <a:pt x="5917" y="2189"/>
                  </a:lnTo>
                  <a:lnTo>
                    <a:pt x="5917" y="2189"/>
                  </a:lnTo>
                  <a:cubicBezTo>
                    <a:pt x="5985" y="2249"/>
                    <a:pt x="6055" y="2309"/>
                    <a:pt x="6128" y="2370"/>
                  </a:cubicBezTo>
                  <a:cubicBezTo>
                    <a:pt x="5141" y="3504"/>
                    <a:pt x="2179" y="5007"/>
                    <a:pt x="2179" y="5007"/>
                  </a:cubicBezTo>
                  <a:lnTo>
                    <a:pt x="2249" y="5096"/>
                  </a:lnTo>
                  <a:cubicBezTo>
                    <a:pt x="5160" y="3758"/>
                    <a:pt x="6264" y="2494"/>
                    <a:pt x="6264" y="2494"/>
                  </a:cubicBezTo>
                  <a:lnTo>
                    <a:pt x="6245" y="2466"/>
                  </a:lnTo>
                  <a:lnTo>
                    <a:pt x="6245" y="2466"/>
                  </a:lnTo>
                  <a:cubicBezTo>
                    <a:pt x="6313" y="2524"/>
                    <a:pt x="6383" y="2579"/>
                    <a:pt x="6454" y="2637"/>
                  </a:cubicBezTo>
                  <a:cubicBezTo>
                    <a:pt x="5469" y="3771"/>
                    <a:pt x="2505" y="5275"/>
                    <a:pt x="2505" y="5275"/>
                  </a:cubicBezTo>
                  <a:lnTo>
                    <a:pt x="2575" y="5365"/>
                  </a:lnTo>
                  <a:cubicBezTo>
                    <a:pt x="5486" y="4026"/>
                    <a:pt x="6590" y="2760"/>
                    <a:pt x="6590" y="2760"/>
                  </a:cubicBezTo>
                  <a:lnTo>
                    <a:pt x="6558" y="2718"/>
                  </a:lnTo>
                  <a:lnTo>
                    <a:pt x="6558" y="2718"/>
                  </a:lnTo>
                  <a:cubicBezTo>
                    <a:pt x="6637" y="2780"/>
                    <a:pt x="6718" y="2841"/>
                    <a:pt x="6799" y="2901"/>
                  </a:cubicBezTo>
                  <a:cubicBezTo>
                    <a:pt x="5806" y="4033"/>
                    <a:pt x="2858" y="5529"/>
                    <a:pt x="2858" y="5529"/>
                  </a:cubicBezTo>
                  <a:lnTo>
                    <a:pt x="2929" y="5620"/>
                  </a:lnTo>
                  <a:cubicBezTo>
                    <a:pt x="5840" y="4280"/>
                    <a:pt x="6944" y="3016"/>
                    <a:pt x="6944" y="3016"/>
                  </a:cubicBezTo>
                  <a:lnTo>
                    <a:pt x="6931" y="2999"/>
                  </a:lnTo>
                  <a:lnTo>
                    <a:pt x="6931" y="2999"/>
                  </a:lnTo>
                  <a:cubicBezTo>
                    <a:pt x="6999" y="3048"/>
                    <a:pt x="7070" y="3099"/>
                    <a:pt x="7140" y="3148"/>
                  </a:cubicBezTo>
                  <a:cubicBezTo>
                    <a:pt x="6151" y="4282"/>
                    <a:pt x="3193" y="5782"/>
                    <a:pt x="3193" y="5782"/>
                  </a:cubicBezTo>
                  <a:lnTo>
                    <a:pt x="3263" y="5872"/>
                  </a:lnTo>
                  <a:cubicBezTo>
                    <a:pt x="6175" y="4534"/>
                    <a:pt x="7279" y="3268"/>
                    <a:pt x="7279" y="3268"/>
                  </a:cubicBezTo>
                  <a:lnTo>
                    <a:pt x="7244" y="3221"/>
                  </a:lnTo>
                  <a:lnTo>
                    <a:pt x="7244" y="3221"/>
                  </a:lnTo>
                  <a:cubicBezTo>
                    <a:pt x="7334" y="3283"/>
                    <a:pt x="7428" y="3344"/>
                    <a:pt x="7522" y="3406"/>
                  </a:cubicBezTo>
                  <a:cubicBezTo>
                    <a:pt x="6524" y="4538"/>
                    <a:pt x="3585" y="6032"/>
                    <a:pt x="3585" y="6032"/>
                  </a:cubicBezTo>
                  <a:lnTo>
                    <a:pt x="3656" y="6121"/>
                  </a:lnTo>
                  <a:cubicBezTo>
                    <a:pt x="6567" y="4781"/>
                    <a:pt x="7671" y="3517"/>
                    <a:pt x="7671" y="3517"/>
                  </a:cubicBezTo>
                  <a:lnTo>
                    <a:pt x="7652" y="3489"/>
                  </a:lnTo>
                  <a:lnTo>
                    <a:pt x="7652" y="3489"/>
                  </a:lnTo>
                  <a:cubicBezTo>
                    <a:pt x="7735" y="3543"/>
                    <a:pt x="7820" y="3596"/>
                    <a:pt x="7907" y="3649"/>
                  </a:cubicBezTo>
                  <a:cubicBezTo>
                    <a:pt x="6906" y="4781"/>
                    <a:pt x="3973" y="6270"/>
                    <a:pt x="3973" y="6270"/>
                  </a:cubicBezTo>
                  <a:lnTo>
                    <a:pt x="4043" y="6360"/>
                  </a:lnTo>
                  <a:cubicBezTo>
                    <a:pt x="6957" y="5019"/>
                    <a:pt x="8059" y="3756"/>
                    <a:pt x="8059" y="3756"/>
                  </a:cubicBezTo>
                  <a:lnTo>
                    <a:pt x="8042" y="3730"/>
                  </a:lnTo>
                  <a:lnTo>
                    <a:pt x="8042" y="3730"/>
                  </a:lnTo>
                  <a:cubicBezTo>
                    <a:pt x="8140" y="3790"/>
                    <a:pt x="8238" y="3845"/>
                    <a:pt x="8338" y="3903"/>
                  </a:cubicBezTo>
                  <a:cubicBezTo>
                    <a:pt x="7319" y="5030"/>
                    <a:pt x="4425" y="6501"/>
                    <a:pt x="4425" y="6501"/>
                  </a:cubicBezTo>
                  <a:lnTo>
                    <a:pt x="4495" y="6590"/>
                  </a:lnTo>
                  <a:cubicBezTo>
                    <a:pt x="7285" y="5307"/>
                    <a:pt x="8414" y="4092"/>
                    <a:pt x="8504" y="3992"/>
                  </a:cubicBezTo>
                  <a:cubicBezTo>
                    <a:pt x="8591" y="4039"/>
                    <a:pt x="8679" y="4086"/>
                    <a:pt x="8768" y="4133"/>
                  </a:cubicBezTo>
                  <a:cubicBezTo>
                    <a:pt x="7767" y="5262"/>
                    <a:pt x="4836" y="6750"/>
                    <a:pt x="4836" y="6750"/>
                  </a:cubicBezTo>
                  <a:lnTo>
                    <a:pt x="4907" y="6842"/>
                  </a:lnTo>
                  <a:cubicBezTo>
                    <a:pt x="7818" y="5501"/>
                    <a:pt x="8920" y="4237"/>
                    <a:pt x="8920" y="4237"/>
                  </a:cubicBezTo>
                  <a:lnTo>
                    <a:pt x="8890" y="4195"/>
                  </a:lnTo>
                  <a:lnTo>
                    <a:pt x="8890" y="4195"/>
                  </a:lnTo>
                  <a:cubicBezTo>
                    <a:pt x="8988" y="4244"/>
                    <a:pt x="9086" y="4291"/>
                    <a:pt x="9188" y="4340"/>
                  </a:cubicBezTo>
                  <a:cubicBezTo>
                    <a:pt x="8225" y="5501"/>
                    <a:pt x="5331" y="7082"/>
                    <a:pt x="5331" y="7082"/>
                  </a:cubicBezTo>
                  <a:lnTo>
                    <a:pt x="5403" y="7170"/>
                  </a:lnTo>
                  <a:cubicBezTo>
                    <a:pt x="8274" y="5744"/>
                    <a:pt x="9337" y="4446"/>
                    <a:pt x="9337" y="4446"/>
                  </a:cubicBezTo>
                  <a:lnTo>
                    <a:pt x="9293" y="4389"/>
                  </a:lnTo>
                  <a:lnTo>
                    <a:pt x="9293" y="4389"/>
                  </a:lnTo>
                  <a:cubicBezTo>
                    <a:pt x="9388" y="4431"/>
                    <a:pt x="9484" y="4476"/>
                    <a:pt x="9582" y="4517"/>
                  </a:cubicBezTo>
                  <a:cubicBezTo>
                    <a:pt x="8662" y="5723"/>
                    <a:pt x="5874" y="7421"/>
                    <a:pt x="5874" y="7421"/>
                  </a:cubicBezTo>
                  <a:lnTo>
                    <a:pt x="5951" y="7507"/>
                  </a:lnTo>
                  <a:cubicBezTo>
                    <a:pt x="8751" y="5944"/>
                    <a:pt x="9753" y="4597"/>
                    <a:pt x="9753" y="4597"/>
                  </a:cubicBezTo>
                  <a:lnTo>
                    <a:pt x="9740" y="4585"/>
                  </a:lnTo>
                  <a:lnTo>
                    <a:pt x="9740" y="4585"/>
                  </a:lnTo>
                  <a:cubicBezTo>
                    <a:pt x="9838" y="4625"/>
                    <a:pt x="9936" y="4664"/>
                    <a:pt x="10036" y="4704"/>
                  </a:cubicBezTo>
                  <a:cubicBezTo>
                    <a:pt x="9111" y="5908"/>
                    <a:pt x="6334" y="7600"/>
                    <a:pt x="6334" y="7600"/>
                  </a:cubicBezTo>
                  <a:lnTo>
                    <a:pt x="6411" y="7686"/>
                  </a:lnTo>
                  <a:cubicBezTo>
                    <a:pt x="9212" y="6126"/>
                    <a:pt x="10213" y="4779"/>
                    <a:pt x="10213" y="4779"/>
                  </a:cubicBezTo>
                  <a:lnTo>
                    <a:pt x="10200" y="4764"/>
                  </a:lnTo>
                  <a:lnTo>
                    <a:pt x="10200" y="4764"/>
                  </a:lnTo>
                  <a:cubicBezTo>
                    <a:pt x="10292" y="4798"/>
                    <a:pt x="10386" y="4832"/>
                    <a:pt x="10482" y="4864"/>
                  </a:cubicBezTo>
                  <a:cubicBezTo>
                    <a:pt x="9559" y="6068"/>
                    <a:pt x="6773" y="7767"/>
                    <a:pt x="6773" y="7767"/>
                  </a:cubicBezTo>
                  <a:lnTo>
                    <a:pt x="6850" y="7850"/>
                  </a:lnTo>
                  <a:cubicBezTo>
                    <a:pt x="9651" y="6290"/>
                    <a:pt x="10652" y="4943"/>
                    <a:pt x="10652" y="4943"/>
                  </a:cubicBezTo>
                  <a:lnTo>
                    <a:pt x="10624" y="4913"/>
                  </a:lnTo>
                  <a:lnTo>
                    <a:pt x="10624" y="4913"/>
                  </a:lnTo>
                  <a:cubicBezTo>
                    <a:pt x="10735" y="4949"/>
                    <a:pt x="10848" y="4985"/>
                    <a:pt x="10961" y="5019"/>
                  </a:cubicBezTo>
                  <a:cubicBezTo>
                    <a:pt x="10060" y="6238"/>
                    <a:pt x="7302" y="7980"/>
                    <a:pt x="7302" y="7980"/>
                  </a:cubicBezTo>
                  <a:lnTo>
                    <a:pt x="7381" y="8063"/>
                  </a:lnTo>
                  <a:cubicBezTo>
                    <a:pt x="10156" y="6458"/>
                    <a:pt x="11134" y="5094"/>
                    <a:pt x="11134" y="5094"/>
                  </a:cubicBezTo>
                  <a:lnTo>
                    <a:pt x="11106" y="5062"/>
                  </a:lnTo>
                  <a:lnTo>
                    <a:pt x="11106" y="5062"/>
                  </a:lnTo>
                  <a:cubicBezTo>
                    <a:pt x="11211" y="5092"/>
                    <a:pt x="11315" y="5122"/>
                    <a:pt x="11424" y="5149"/>
                  </a:cubicBezTo>
                  <a:cubicBezTo>
                    <a:pt x="10563" y="6405"/>
                    <a:pt x="7901" y="8248"/>
                    <a:pt x="7901" y="8248"/>
                  </a:cubicBezTo>
                  <a:lnTo>
                    <a:pt x="7982" y="8329"/>
                  </a:lnTo>
                  <a:cubicBezTo>
                    <a:pt x="10686" y="6607"/>
                    <a:pt x="11607" y="5205"/>
                    <a:pt x="11607" y="5205"/>
                  </a:cubicBezTo>
                  <a:lnTo>
                    <a:pt x="11596" y="5194"/>
                  </a:lnTo>
                  <a:lnTo>
                    <a:pt x="11596" y="5194"/>
                  </a:lnTo>
                  <a:cubicBezTo>
                    <a:pt x="11696" y="5218"/>
                    <a:pt x="11797" y="5241"/>
                    <a:pt x="11897" y="5262"/>
                  </a:cubicBezTo>
                  <a:cubicBezTo>
                    <a:pt x="11087" y="6552"/>
                    <a:pt x="8502" y="8498"/>
                    <a:pt x="8502" y="8498"/>
                  </a:cubicBezTo>
                  <a:lnTo>
                    <a:pt x="8587" y="8574"/>
                  </a:lnTo>
                  <a:cubicBezTo>
                    <a:pt x="11221" y="6744"/>
                    <a:pt x="12086" y="5305"/>
                    <a:pt x="12086" y="5305"/>
                  </a:cubicBezTo>
                  <a:lnTo>
                    <a:pt x="12078" y="5297"/>
                  </a:lnTo>
                  <a:lnTo>
                    <a:pt x="12078" y="5297"/>
                  </a:lnTo>
                  <a:cubicBezTo>
                    <a:pt x="12187" y="5318"/>
                    <a:pt x="12295" y="5339"/>
                    <a:pt x="12404" y="5358"/>
                  </a:cubicBezTo>
                  <a:cubicBezTo>
                    <a:pt x="11601" y="6656"/>
                    <a:pt x="9045" y="8617"/>
                    <a:pt x="9045" y="8617"/>
                  </a:cubicBezTo>
                  <a:lnTo>
                    <a:pt x="9131" y="8694"/>
                  </a:lnTo>
                  <a:cubicBezTo>
                    <a:pt x="11748" y="6839"/>
                    <a:pt x="12598" y="5395"/>
                    <a:pt x="12598" y="5395"/>
                  </a:cubicBezTo>
                  <a:lnTo>
                    <a:pt x="12594" y="5388"/>
                  </a:lnTo>
                  <a:lnTo>
                    <a:pt x="12594" y="5388"/>
                  </a:lnTo>
                  <a:cubicBezTo>
                    <a:pt x="12685" y="5403"/>
                    <a:pt x="12779" y="5418"/>
                    <a:pt x="12875" y="5431"/>
                  </a:cubicBezTo>
                  <a:cubicBezTo>
                    <a:pt x="12140" y="6763"/>
                    <a:pt x="9668" y="8856"/>
                    <a:pt x="9668" y="8856"/>
                  </a:cubicBezTo>
                  <a:lnTo>
                    <a:pt x="9757" y="8926"/>
                  </a:lnTo>
                  <a:cubicBezTo>
                    <a:pt x="12283" y="6952"/>
                    <a:pt x="13065" y="5469"/>
                    <a:pt x="13065" y="5469"/>
                  </a:cubicBezTo>
                  <a:lnTo>
                    <a:pt x="13046" y="5452"/>
                  </a:lnTo>
                  <a:lnTo>
                    <a:pt x="13046" y="5452"/>
                  </a:lnTo>
                  <a:cubicBezTo>
                    <a:pt x="13156" y="5467"/>
                    <a:pt x="13267" y="5478"/>
                    <a:pt x="13380" y="5488"/>
                  </a:cubicBezTo>
                  <a:cubicBezTo>
                    <a:pt x="12687" y="6844"/>
                    <a:pt x="10277" y="9011"/>
                    <a:pt x="10277" y="9011"/>
                  </a:cubicBezTo>
                  <a:lnTo>
                    <a:pt x="10369" y="9079"/>
                  </a:lnTo>
                  <a:cubicBezTo>
                    <a:pt x="12832" y="7031"/>
                    <a:pt x="13570" y="5522"/>
                    <a:pt x="13570" y="5522"/>
                  </a:cubicBezTo>
                  <a:lnTo>
                    <a:pt x="13544" y="5503"/>
                  </a:lnTo>
                  <a:lnTo>
                    <a:pt x="13544" y="5503"/>
                  </a:lnTo>
                  <a:cubicBezTo>
                    <a:pt x="13649" y="5512"/>
                    <a:pt x="13755" y="5518"/>
                    <a:pt x="13862" y="5525"/>
                  </a:cubicBezTo>
                  <a:cubicBezTo>
                    <a:pt x="13205" y="6901"/>
                    <a:pt x="10880" y="9135"/>
                    <a:pt x="10880" y="9135"/>
                  </a:cubicBezTo>
                  <a:lnTo>
                    <a:pt x="10974" y="9199"/>
                  </a:lnTo>
                  <a:cubicBezTo>
                    <a:pt x="13369" y="7072"/>
                    <a:pt x="14058" y="5539"/>
                    <a:pt x="14058" y="5539"/>
                  </a:cubicBezTo>
                  <a:lnTo>
                    <a:pt x="14047" y="5533"/>
                  </a:lnTo>
                  <a:lnTo>
                    <a:pt x="14047" y="5533"/>
                  </a:lnTo>
                  <a:cubicBezTo>
                    <a:pt x="14156" y="5537"/>
                    <a:pt x="14265" y="5542"/>
                    <a:pt x="14373" y="5542"/>
                  </a:cubicBezTo>
                  <a:cubicBezTo>
                    <a:pt x="13749" y="6946"/>
                    <a:pt x="11539" y="9224"/>
                    <a:pt x="11539" y="9224"/>
                  </a:cubicBezTo>
                  <a:lnTo>
                    <a:pt x="11635" y="9286"/>
                  </a:lnTo>
                  <a:cubicBezTo>
                    <a:pt x="13779" y="7238"/>
                    <a:pt x="14480" y="5755"/>
                    <a:pt x="14571" y="5544"/>
                  </a:cubicBezTo>
                  <a:lnTo>
                    <a:pt x="14576" y="5544"/>
                  </a:lnTo>
                  <a:cubicBezTo>
                    <a:pt x="14674" y="5544"/>
                    <a:pt x="14772" y="5544"/>
                    <a:pt x="14870" y="5542"/>
                  </a:cubicBezTo>
                  <a:lnTo>
                    <a:pt x="14870" y="5542"/>
                  </a:lnTo>
                  <a:cubicBezTo>
                    <a:pt x="14294" y="6961"/>
                    <a:pt x="12138" y="9318"/>
                    <a:pt x="12138" y="9318"/>
                  </a:cubicBezTo>
                  <a:lnTo>
                    <a:pt x="12234" y="9378"/>
                  </a:lnTo>
                  <a:cubicBezTo>
                    <a:pt x="14384" y="7202"/>
                    <a:pt x="15017" y="5669"/>
                    <a:pt x="15070" y="5535"/>
                  </a:cubicBezTo>
                  <a:cubicBezTo>
                    <a:pt x="15172" y="5531"/>
                    <a:pt x="15273" y="5527"/>
                    <a:pt x="15377" y="5520"/>
                  </a:cubicBezTo>
                  <a:lnTo>
                    <a:pt x="15377" y="5520"/>
                  </a:lnTo>
                  <a:cubicBezTo>
                    <a:pt x="14861" y="6961"/>
                    <a:pt x="12800" y="9412"/>
                    <a:pt x="12800" y="9412"/>
                  </a:cubicBezTo>
                  <a:lnTo>
                    <a:pt x="12901" y="9467"/>
                  </a:lnTo>
                  <a:cubicBezTo>
                    <a:pt x="14983" y="7176"/>
                    <a:pt x="15539" y="5612"/>
                    <a:pt x="15575" y="5508"/>
                  </a:cubicBezTo>
                  <a:cubicBezTo>
                    <a:pt x="15695" y="5497"/>
                    <a:pt x="15816" y="5486"/>
                    <a:pt x="15938" y="5473"/>
                  </a:cubicBezTo>
                  <a:lnTo>
                    <a:pt x="15938" y="5473"/>
                  </a:lnTo>
                  <a:cubicBezTo>
                    <a:pt x="15428" y="6914"/>
                    <a:pt x="13357" y="9376"/>
                    <a:pt x="13357" y="9376"/>
                  </a:cubicBezTo>
                  <a:lnTo>
                    <a:pt x="13457" y="9431"/>
                  </a:lnTo>
                  <a:cubicBezTo>
                    <a:pt x="15614" y="7061"/>
                    <a:pt x="16134" y="5465"/>
                    <a:pt x="16134" y="5465"/>
                  </a:cubicBezTo>
                  <a:lnTo>
                    <a:pt x="16117" y="5454"/>
                  </a:lnTo>
                  <a:cubicBezTo>
                    <a:pt x="16234" y="5441"/>
                    <a:pt x="16349" y="5427"/>
                    <a:pt x="16468" y="5409"/>
                  </a:cubicBezTo>
                  <a:lnTo>
                    <a:pt x="16468" y="5409"/>
                  </a:lnTo>
                  <a:cubicBezTo>
                    <a:pt x="15984" y="6863"/>
                    <a:pt x="13979" y="9356"/>
                    <a:pt x="13979" y="9356"/>
                  </a:cubicBezTo>
                  <a:lnTo>
                    <a:pt x="14081" y="9410"/>
                  </a:lnTo>
                  <a:cubicBezTo>
                    <a:pt x="16183" y="6991"/>
                    <a:pt x="16669" y="5384"/>
                    <a:pt x="16669" y="5384"/>
                  </a:cubicBezTo>
                  <a:lnTo>
                    <a:pt x="16664" y="5382"/>
                  </a:lnTo>
                  <a:cubicBezTo>
                    <a:pt x="16758" y="5367"/>
                    <a:pt x="16852" y="5350"/>
                    <a:pt x="16946" y="5335"/>
                  </a:cubicBezTo>
                  <a:lnTo>
                    <a:pt x="16946" y="5335"/>
                  </a:lnTo>
                  <a:cubicBezTo>
                    <a:pt x="16583" y="6810"/>
                    <a:pt x="14723" y="9476"/>
                    <a:pt x="14723" y="9476"/>
                  </a:cubicBezTo>
                  <a:lnTo>
                    <a:pt x="14827" y="9520"/>
                  </a:lnTo>
                  <a:cubicBezTo>
                    <a:pt x="16762" y="6965"/>
                    <a:pt x="17137" y="5328"/>
                    <a:pt x="17137" y="5328"/>
                  </a:cubicBezTo>
                  <a:lnTo>
                    <a:pt x="17093" y="5307"/>
                  </a:lnTo>
                  <a:cubicBezTo>
                    <a:pt x="17208" y="5286"/>
                    <a:pt x="17325" y="5262"/>
                    <a:pt x="17442" y="5239"/>
                  </a:cubicBezTo>
                  <a:lnTo>
                    <a:pt x="17442" y="5239"/>
                  </a:lnTo>
                  <a:cubicBezTo>
                    <a:pt x="17052" y="6722"/>
                    <a:pt x="15232" y="9333"/>
                    <a:pt x="15232" y="9333"/>
                  </a:cubicBezTo>
                  <a:lnTo>
                    <a:pt x="15337" y="9380"/>
                  </a:lnTo>
                  <a:cubicBezTo>
                    <a:pt x="17195" y="6925"/>
                    <a:pt x="17613" y="5318"/>
                    <a:pt x="17642" y="5196"/>
                  </a:cubicBezTo>
                  <a:cubicBezTo>
                    <a:pt x="17751" y="5173"/>
                    <a:pt x="17860" y="5147"/>
                    <a:pt x="17969" y="5120"/>
                  </a:cubicBezTo>
                  <a:lnTo>
                    <a:pt x="17969" y="5120"/>
                  </a:lnTo>
                  <a:cubicBezTo>
                    <a:pt x="17585" y="6601"/>
                    <a:pt x="15754" y="9226"/>
                    <a:pt x="15754" y="9226"/>
                  </a:cubicBezTo>
                  <a:lnTo>
                    <a:pt x="15859" y="9271"/>
                  </a:lnTo>
                  <a:cubicBezTo>
                    <a:pt x="17794" y="6716"/>
                    <a:pt x="18169" y="5079"/>
                    <a:pt x="18169" y="5079"/>
                  </a:cubicBezTo>
                  <a:lnTo>
                    <a:pt x="18154" y="5073"/>
                  </a:lnTo>
                  <a:cubicBezTo>
                    <a:pt x="18258" y="5045"/>
                    <a:pt x="18363" y="5017"/>
                    <a:pt x="18469" y="4987"/>
                  </a:cubicBezTo>
                  <a:lnTo>
                    <a:pt x="18469" y="4987"/>
                  </a:lnTo>
                  <a:cubicBezTo>
                    <a:pt x="18135" y="6473"/>
                    <a:pt x="16347" y="9169"/>
                    <a:pt x="16347" y="9169"/>
                  </a:cubicBezTo>
                  <a:lnTo>
                    <a:pt x="16453" y="9211"/>
                  </a:lnTo>
                  <a:cubicBezTo>
                    <a:pt x="18327" y="6611"/>
                    <a:pt x="18663" y="4968"/>
                    <a:pt x="18663" y="4968"/>
                  </a:cubicBezTo>
                  <a:lnTo>
                    <a:pt x="18616" y="4945"/>
                  </a:lnTo>
                  <a:cubicBezTo>
                    <a:pt x="18659" y="4932"/>
                    <a:pt x="18706" y="4917"/>
                    <a:pt x="18755" y="4904"/>
                  </a:cubicBezTo>
                  <a:lnTo>
                    <a:pt x="18700" y="4723"/>
                  </a:lnTo>
                  <a:cubicBezTo>
                    <a:pt x="17221" y="5168"/>
                    <a:pt x="15847" y="5355"/>
                    <a:pt x="14581" y="5355"/>
                  </a:cubicBezTo>
                  <a:cubicBezTo>
                    <a:pt x="7852" y="5355"/>
                    <a:pt x="4174" y="63"/>
                    <a:pt x="41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3"/>
            <p:cNvSpPr/>
            <p:nvPr/>
          </p:nvSpPr>
          <p:spPr>
            <a:xfrm>
              <a:off x="6579025" y="2003948"/>
              <a:ext cx="890964" cy="828231"/>
            </a:xfrm>
            <a:custGeom>
              <a:avLst/>
              <a:gdLst/>
              <a:ahLst/>
              <a:cxnLst/>
              <a:rect l="l" t="t" r="r" b="b"/>
              <a:pathLst>
                <a:path w="33049" h="30722" extrusionOk="0">
                  <a:moveTo>
                    <a:pt x="33048" y="1"/>
                  </a:moveTo>
                  <a:lnTo>
                    <a:pt x="33048" y="1"/>
                  </a:lnTo>
                  <a:cubicBezTo>
                    <a:pt x="29099" y="69"/>
                    <a:pt x="26646" y="851"/>
                    <a:pt x="26646" y="851"/>
                  </a:cubicBezTo>
                  <a:cubicBezTo>
                    <a:pt x="26646" y="851"/>
                    <a:pt x="24628" y="3896"/>
                    <a:pt x="22126" y="5068"/>
                  </a:cubicBezTo>
                  <a:cubicBezTo>
                    <a:pt x="20768" y="5703"/>
                    <a:pt x="17626" y="5934"/>
                    <a:pt x="14544" y="5934"/>
                  </a:cubicBezTo>
                  <a:cubicBezTo>
                    <a:pt x="13694" y="5934"/>
                    <a:pt x="12850" y="5916"/>
                    <a:pt x="12048" y="5885"/>
                  </a:cubicBezTo>
                  <a:cubicBezTo>
                    <a:pt x="8335" y="5738"/>
                    <a:pt x="3491" y="3587"/>
                    <a:pt x="3491" y="3587"/>
                  </a:cubicBezTo>
                  <a:cubicBezTo>
                    <a:pt x="3491" y="3587"/>
                    <a:pt x="623" y="6929"/>
                    <a:pt x="0" y="7735"/>
                  </a:cubicBezTo>
                  <a:cubicBezTo>
                    <a:pt x="0" y="7735"/>
                    <a:pt x="4736" y="9699"/>
                    <a:pt x="6434" y="11285"/>
                  </a:cubicBezTo>
                  <a:lnTo>
                    <a:pt x="7012" y="10524"/>
                  </a:lnTo>
                  <a:lnTo>
                    <a:pt x="7012" y="10524"/>
                  </a:lnTo>
                  <a:cubicBezTo>
                    <a:pt x="7012" y="10525"/>
                    <a:pt x="4908" y="21276"/>
                    <a:pt x="1488" y="25116"/>
                  </a:cubicBezTo>
                  <a:cubicBezTo>
                    <a:pt x="1405" y="25208"/>
                    <a:pt x="1326" y="25295"/>
                    <a:pt x="1245" y="25383"/>
                  </a:cubicBezTo>
                  <a:cubicBezTo>
                    <a:pt x="2894" y="27406"/>
                    <a:pt x="6430" y="30722"/>
                    <a:pt x="11874" y="30722"/>
                  </a:cubicBezTo>
                  <a:cubicBezTo>
                    <a:pt x="13122" y="30722"/>
                    <a:pt x="14470" y="30547"/>
                    <a:pt x="15918" y="30144"/>
                  </a:cubicBezTo>
                  <a:cubicBezTo>
                    <a:pt x="20306" y="23145"/>
                    <a:pt x="21836" y="18363"/>
                    <a:pt x="21836" y="18363"/>
                  </a:cubicBezTo>
                  <a:cubicBezTo>
                    <a:pt x="21836" y="18363"/>
                    <a:pt x="24526" y="16391"/>
                    <a:pt x="25152" y="14367"/>
                  </a:cubicBezTo>
                  <a:cubicBezTo>
                    <a:pt x="25152" y="14367"/>
                    <a:pt x="26060" y="11524"/>
                    <a:pt x="25240" y="8468"/>
                  </a:cubicBezTo>
                  <a:cubicBezTo>
                    <a:pt x="25001" y="7579"/>
                    <a:pt x="29585" y="6375"/>
                    <a:pt x="29585" y="6375"/>
                  </a:cubicBezTo>
                  <a:cubicBezTo>
                    <a:pt x="30570" y="4431"/>
                    <a:pt x="33048" y="1"/>
                    <a:pt x="330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3"/>
            <p:cNvSpPr/>
            <p:nvPr/>
          </p:nvSpPr>
          <p:spPr>
            <a:xfrm>
              <a:off x="6375913" y="2301120"/>
              <a:ext cx="826613" cy="330058"/>
            </a:xfrm>
            <a:custGeom>
              <a:avLst/>
              <a:gdLst/>
              <a:ahLst/>
              <a:cxnLst/>
              <a:rect l="l" t="t" r="r" b="b"/>
              <a:pathLst>
                <a:path w="30662" h="12243" extrusionOk="0">
                  <a:moveTo>
                    <a:pt x="23249" y="1"/>
                  </a:moveTo>
                  <a:cubicBezTo>
                    <a:pt x="23124" y="1"/>
                    <a:pt x="22987" y="51"/>
                    <a:pt x="22845" y="166"/>
                  </a:cubicBezTo>
                  <a:cubicBezTo>
                    <a:pt x="22288" y="618"/>
                    <a:pt x="21798" y="2155"/>
                    <a:pt x="21238" y="2992"/>
                  </a:cubicBezTo>
                  <a:cubicBezTo>
                    <a:pt x="20679" y="3830"/>
                    <a:pt x="19004" y="4667"/>
                    <a:pt x="15164" y="5228"/>
                  </a:cubicBezTo>
                  <a:cubicBezTo>
                    <a:pt x="12065" y="5677"/>
                    <a:pt x="6326" y="5901"/>
                    <a:pt x="4229" y="5969"/>
                  </a:cubicBezTo>
                  <a:cubicBezTo>
                    <a:pt x="3464" y="5995"/>
                    <a:pt x="2718" y="6263"/>
                    <a:pt x="2157" y="6783"/>
                  </a:cubicBezTo>
                  <a:cubicBezTo>
                    <a:pt x="0" y="8781"/>
                    <a:pt x="2089" y="12243"/>
                    <a:pt x="4497" y="12243"/>
                  </a:cubicBezTo>
                  <a:cubicBezTo>
                    <a:pt x="4632" y="12243"/>
                    <a:pt x="4768" y="12232"/>
                    <a:pt x="4904" y="12209"/>
                  </a:cubicBezTo>
                  <a:cubicBezTo>
                    <a:pt x="7835" y="11721"/>
                    <a:pt x="15586" y="9767"/>
                    <a:pt x="18099" y="9383"/>
                  </a:cubicBezTo>
                  <a:cubicBezTo>
                    <a:pt x="19096" y="9230"/>
                    <a:pt x="19895" y="9215"/>
                    <a:pt x="20645" y="9215"/>
                  </a:cubicBezTo>
                  <a:cubicBezTo>
                    <a:pt x="20835" y="9215"/>
                    <a:pt x="21022" y="9216"/>
                    <a:pt x="21208" y="9216"/>
                  </a:cubicBezTo>
                  <a:cubicBezTo>
                    <a:pt x="22138" y="9216"/>
                    <a:pt x="23048" y="9191"/>
                    <a:pt x="24241" y="8893"/>
                  </a:cubicBezTo>
                  <a:cubicBezTo>
                    <a:pt x="26615" y="8301"/>
                    <a:pt x="26894" y="8160"/>
                    <a:pt x="27141" y="7114"/>
                  </a:cubicBezTo>
                  <a:cubicBezTo>
                    <a:pt x="29132" y="6485"/>
                    <a:pt x="29198" y="5437"/>
                    <a:pt x="29198" y="5437"/>
                  </a:cubicBezTo>
                  <a:cubicBezTo>
                    <a:pt x="29198" y="5437"/>
                    <a:pt x="30174" y="5368"/>
                    <a:pt x="30344" y="4810"/>
                  </a:cubicBezTo>
                  <a:cubicBezTo>
                    <a:pt x="30484" y="4347"/>
                    <a:pt x="30226" y="4076"/>
                    <a:pt x="29828" y="4076"/>
                  </a:cubicBezTo>
                  <a:cubicBezTo>
                    <a:pt x="29746" y="4076"/>
                    <a:pt x="29658" y="4087"/>
                    <a:pt x="29566" y="4111"/>
                  </a:cubicBezTo>
                  <a:cubicBezTo>
                    <a:pt x="29029" y="4252"/>
                    <a:pt x="26125" y="4740"/>
                    <a:pt x="26125" y="4740"/>
                  </a:cubicBezTo>
                  <a:cubicBezTo>
                    <a:pt x="26125" y="4740"/>
                    <a:pt x="28848" y="3482"/>
                    <a:pt x="29566" y="3135"/>
                  </a:cubicBezTo>
                  <a:cubicBezTo>
                    <a:pt x="30285" y="2785"/>
                    <a:pt x="30662" y="2368"/>
                    <a:pt x="29999" y="2018"/>
                  </a:cubicBezTo>
                  <a:cubicBezTo>
                    <a:pt x="29926" y="1980"/>
                    <a:pt x="29816" y="1962"/>
                    <a:pt x="29676" y="1962"/>
                  </a:cubicBezTo>
                  <a:cubicBezTo>
                    <a:pt x="28540" y="1962"/>
                    <a:pt x="25443" y="3110"/>
                    <a:pt x="24449" y="3482"/>
                  </a:cubicBezTo>
                  <a:cubicBezTo>
                    <a:pt x="24360" y="3516"/>
                    <a:pt x="24281" y="3531"/>
                    <a:pt x="24210" y="3531"/>
                  </a:cubicBezTo>
                  <a:cubicBezTo>
                    <a:pt x="23398" y="3531"/>
                    <a:pt x="23758" y="1476"/>
                    <a:pt x="23821" y="899"/>
                  </a:cubicBezTo>
                  <a:cubicBezTo>
                    <a:pt x="23873" y="430"/>
                    <a:pt x="23615" y="1"/>
                    <a:pt x="23249" y="1"/>
                  </a:cubicBezTo>
                  <a:close/>
                </a:path>
              </a:pathLst>
            </a:custGeom>
            <a:solidFill>
              <a:srgbClr val="FD8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3"/>
            <p:cNvSpPr/>
            <p:nvPr/>
          </p:nvSpPr>
          <p:spPr>
            <a:xfrm>
              <a:off x="7052215" y="2432493"/>
              <a:ext cx="89018" cy="21298"/>
            </a:xfrm>
            <a:custGeom>
              <a:avLst/>
              <a:gdLst/>
              <a:ahLst/>
              <a:cxnLst/>
              <a:rect l="l" t="t" r="r" b="b"/>
              <a:pathLst>
                <a:path w="3302" h="790" extrusionOk="0">
                  <a:moveTo>
                    <a:pt x="3268" y="1"/>
                  </a:moveTo>
                  <a:lnTo>
                    <a:pt x="1" y="602"/>
                  </a:lnTo>
                  <a:lnTo>
                    <a:pt x="35" y="789"/>
                  </a:lnTo>
                  <a:lnTo>
                    <a:pt x="3302" y="188"/>
                  </a:lnTo>
                  <a:lnTo>
                    <a:pt x="3268" y="1"/>
                  </a:lnTo>
                  <a:close/>
                </a:path>
              </a:pathLst>
            </a:custGeom>
            <a:solidFill>
              <a:srgbClr val="5E1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3"/>
            <p:cNvSpPr/>
            <p:nvPr/>
          </p:nvSpPr>
          <p:spPr>
            <a:xfrm>
              <a:off x="7079632" y="2490240"/>
              <a:ext cx="28522" cy="11188"/>
            </a:xfrm>
            <a:custGeom>
              <a:avLst/>
              <a:gdLst/>
              <a:ahLst/>
              <a:cxnLst/>
              <a:rect l="l" t="t" r="r" b="b"/>
              <a:pathLst>
                <a:path w="1058" h="415" extrusionOk="0">
                  <a:moveTo>
                    <a:pt x="1015" y="1"/>
                  </a:moveTo>
                  <a:lnTo>
                    <a:pt x="0" y="229"/>
                  </a:lnTo>
                  <a:lnTo>
                    <a:pt x="43" y="414"/>
                  </a:lnTo>
                  <a:lnTo>
                    <a:pt x="1057" y="188"/>
                  </a:lnTo>
                  <a:lnTo>
                    <a:pt x="1015" y="1"/>
                  </a:lnTo>
                  <a:close/>
                </a:path>
              </a:pathLst>
            </a:custGeom>
            <a:solidFill>
              <a:srgbClr val="5E1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3"/>
            <p:cNvSpPr/>
            <p:nvPr/>
          </p:nvSpPr>
          <p:spPr>
            <a:xfrm>
              <a:off x="6846812" y="1518167"/>
              <a:ext cx="224055" cy="344238"/>
            </a:xfrm>
            <a:custGeom>
              <a:avLst/>
              <a:gdLst/>
              <a:ahLst/>
              <a:cxnLst/>
              <a:rect l="l" t="t" r="r" b="b"/>
              <a:pathLst>
                <a:path w="8311" h="12769" extrusionOk="0">
                  <a:moveTo>
                    <a:pt x="6193" y="0"/>
                  </a:moveTo>
                  <a:cubicBezTo>
                    <a:pt x="4134" y="0"/>
                    <a:pt x="1619" y="1368"/>
                    <a:pt x="875" y="2437"/>
                  </a:cubicBezTo>
                  <a:cubicBezTo>
                    <a:pt x="71" y="3587"/>
                    <a:pt x="1" y="7217"/>
                    <a:pt x="875" y="9137"/>
                  </a:cubicBezTo>
                  <a:cubicBezTo>
                    <a:pt x="1746" y="11057"/>
                    <a:pt x="3351" y="11895"/>
                    <a:pt x="3911" y="12768"/>
                  </a:cubicBezTo>
                  <a:cubicBezTo>
                    <a:pt x="4540" y="12349"/>
                    <a:pt x="8310" y="11581"/>
                    <a:pt x="8310" y="11581"/>
                  </a:cubicBezTo>
                  <a:cubicBezTo>
                    <a:pt x="8310" y="11581"/>
                    <a:pt x="5499" y="7794"/>
                    <a:pt x="5237" y="6066"/>
                  </a:cubicBezTo>
                  <a:cubicBezTo>
                    <a:pt x="4975" y="4340"/>
                    <a:pt x="4749" y="847"/>
                    <a:pt x="6669" y="26"/>
                  </a:cubicBezTo>
                  <a:cubicBezTo>
                    <a:pt x="6514" y="8"/>
                    <a:pt x="6355" y="0"/>
                    <a:pt x="6193" y="0"/>
                  </a:cubicBezTo>
                  <a:close/>
                </a:path>
              </a:pathLst>
            </a:custGeom>
            <a:solidFill>
              <a:srgbClr val="2D0E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3"/>
            <p:cNvSpPr/>
            <p:nvPr/>
          </p:nvSpPr>
          <p:spPr>
            <a:xfrm>
              <a:off x="6379769" y="2489620"/>
              <a:ext cx="142154" cy="141453"/>
            </a:xfrm>
            <a:custGeom>
              <a:avLst/>
              <a:gdLst/>
              <a:ahLst/>
              <a:cxnLst/>
              <a:rect l="l" t="t" r="r" b="b"/>
              <a:pathLst>
                <a:path w="5273" h="5247" extrusionOk="0">
                  <a:moveTo>
                    <a:pt x="1810" y="0"/>
                  </a:moveTo>
                  <a:lnTo>
                    <a:pt x="1810" y="0"/>
                  </a:lnTo>
                  <a:cubicBezTo>
                    <a:pt x="1" y="2020"/>
                    <a:pt x="2028" y="5246"/>
                    <a:pt x="4350" y="5246"/>
                  </a:cubicBezTo>
                  <a:cubicBezTo>
                    <a:pt x="4375" y="5246"/>
                    <a:pt x="4400" y="5246"/>
                    <a:pt x="4425" y="5245"/>
                  </a:cubicBezTo>
                  <a:cubicBezTo>
                    <a:pt x="5158" y="4250"/>
                    <a:pt x="5273" y="2929"/>
                    <a:pt x="4721" y="1822"/>
                  </a:cubicBezTo>
                  <a:cubicBezTo>
                    <a:pt x="4169" y="716"/>
                    <a:pt x="3044" y="13"/>
                    <a:pt x="1810" y="0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3"/>
            <p:cNvSpPr/>
            <p:nvPr/>
          </p:nvSpPr>
          <p:spPr>
            <a:xfrm>
              <a:off x="6427406" y="1999365"/>
              <a:ext cx="449593" cy="541523"/>
            </a:xfrm>
            <a:custGeom>
              <a:avLst/>
              <a:gdLst/>
              <a:ahLst/>
              <a:cxnLst/>
              <a:rect l="l" t="t" r="r" b="b"/>
              <a:pathLst>
                <a:path w="16677" h="20087" extrusionOk="0">
                  <a:moveTo>
                    <a:pt x="12800" y="0"/>
                  </a:moveTo>
                  <a:lnTo>
                    <a:pt x="12800" y="0"/>
                  </a:lnTo>
                  <a:cubicBezTo>
                    <a:pt x="11161" y="1019"/>
                    <a:pt x="8293" y="4853"/>
                    <a:pt x="6554" y="6786"/>
                  </a:cubicBezTo>
                  <a:cubicBezTo>
                    <a:pt x="5121" y="8376"/>
                    <a:pt x="2321" y="12382"/>
                    <a:pt x="1057" y="14219"/>
                  </a:cubicBezTo>
                  <a:cubicBezTo>
                    <a:pt x="399" y="15174"/>
                    <a:pt x="7" y="16299"/>
                    <a:pt x="2" y="17461"/>
                  </a:cubicBezTo>
                  <a:cubicBezTo>
                    <a:pt x="0" y="18303"/>
                    <a:pt x="201" y="19178"/>
                    <a:pt x="897" y="19703"/>
                  </a:cubicBezTo>
                  <a:cubicBezTo>
                    <a:pt x="1256" y="19971"/>
                    <a:pt x="1654" y="20087"/>
                    <a:pt x="2071" y="20087"/>
                  </a:cubicBezTo>
                  <a:cubicBezTo>
                    <a:pt x="3603" y="20087"/>
                    <a:pt x="5401" y="18534"/>
                    <a:pt x="6554" y="17329"/>
                  </a:cubicBezTo>
                  <a:cubicBezTo>
                    <a:pt x="8020" y="15792"/>
                    <a:pt x="12636" y="10694"/>
                    <a:pt x="12636" y="10694"/>
                  </a:cubicBezTo>
                  <a:cubicBezTo>
                    <a:pt x="12636" y="10694"/>
                    <a:pt x="16677" y="2430"/>
                    <a:pt x="12800" y="0"/>
                  </a:cubicBezTo>
                  <a:close/>
                </a:path>
              </a:pathLst>
            </a:custGeom>
            <a:solidFill>
              <a:srgbClr val="A53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3"/>
            <p:cNvSpPr/>
            <p:nvPr/>
          </p:nvSpPr>
          <p:spPr>
            <a:xfrm>
              <a:off x="6427352" y="2438263"/>
              <a:ext cx="108941" cy="102606"/>
            </a:xfrm>
            <a:custGeom>
              <a:avLst/>
              <a:gdLst/>
              <a:ahLst/>
              <a:cxnLst/>
              <a:rect l="l" t="t" r="r" b="b"/>
              <a:pathLst>
                <a:path w="4041" h="3806" extrusionOk="0">
                  <a:moveTo>
                    <a:pt x="1006" y="0"/>
                  </a:moveTo>
                  <a:cubicBezTo>
                    <a:pt x="703" y="0"/>
                    <a:pt x="405" y="45"/>
                    <a:pt x="117" y="132"/>
                  </a:cubicBezTo>
                  <a:cubicBezTo>
                    <a:pt x="45" y="477"/>
                    <a:pt x="6" y="827"/>
                    <a:pt x="4" y="1181"/>
                  </a:cubicBezTo>
                  <a:cubicBezTo>
                    <a:pt x="0" y="2023"/>
                    <a:pt x="203" y="2898"/>
                    <a:pt x="899" y="3421"/>
                  </a:cubicBezTo>
                  <a:cubicBezTo>
                    <a:pt x="1259" y="3690"/>
                    <a:pt x="1657" y="3806"/>
                    <a:pt x="2075" y="3806"/>
                  </a:cubicBezTo>
                  <a:cubicBezTo>
                    <a:pt x="2704" y="3806"/>
                    <a:pt x="3379" y="3543"/>
                    <a:pt x="4036" y="3150"/>
                  </a:cubicBezTo>
                  <a:cubicBezTo>
                    <a:pt x="4036" y="3112"/>
                    <a:pt x="4041" y="3075"/>
                    <a:pt x="4041" y="3037"/>
                  </a:cubicBezTo>
                  <a:cubicBezTo>
                    <a:pt x="4041" y="1360"/>
                    <a:pt x="2683" y="0"/>
                    <a:pt x="1006" y="0"/>
                  </a:cubicBezTo>
                  <a:close/>
                </a:path>
              </a:pathLst>
            </a:custGeom>
            <a:solidFill>
              <a:srgbClr val="470313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3"/>
            <p:cNvSpPr/>
            <p:nvPr/>
          </p:nvSpPr>
          <p:spPr>
            <a:xfrm>
              <a:off x="6852312" y="1599207"/>
              <a:ext cx="104627" cy="74595"/>
            </a:xfrm>
            <a:custGeom>
              <a:avLst/>
              <a:gdLst/>
              <a:ahLst/>
              <a:cxnLst/>
              <a:rect l="l" t="t" r="r" b="b"/>
              <a:pathLst>
                <a:path w="3881" h="2767" extrusionOk="0">
                  <a:moveTo>
                    <a:pt x="2006" y="1"/>
                  </a:moveTo>
                  <a:cubicBezTo>
                    <a:pt x="1862" y="1"/>
                    <a:pt x="1707" y="9"/>
                    <a:pt x="1542" y="25"/>
                  </a:cubicBezTo>
                  <a:cubicBezTo>
                    <a:pt x="146" y="164"/>
                    <a:pt x="42" y="1560"/>
                    <a:pt x="42" y="1560"/>
                  </a:cubicBezTo>
                  <a:cubicBezTo>
                    <a:pt x="1" y="2482"/>
                    <a:pt x="694" y="2766"/>
                    <a:pt x="1500" y="2766"/>
                  </a:cubicBezTo>
                  <a:cubicBezTo>
                    <a:pt x="2066" y="2766"/>
                    <a:pt x="2688" y="2626"/>
                    <a:pt x="3149" y="2467"/>
                  </a:cubicBezTo>
                  <a:cubicBezTo>
                    <a:pt x="3637" y="2397"/>
                    <a:pt x="3880" y="1489"/>
                    <a:pt x="3742" y="931"/>
                  </a:cubicBezTo>
                  <a:cubicBezTo>
                    <a:pt x="3619" y="438"/>
                    <a:pt x="3088" y="1"/>
                    <a:pt x="20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3"/>
            <p:cNvSpPr/>
            <p:nvPr/>
          </p:nvSpPr>
          <p:spPr>
            <a:xfrm>
              <a:off x="6668934" y="1632691"/>
              <a:ext cx="319085" cy="544435"/>
            </a:xfrm>
            <a:custGeom>
              <a:avLst/>
              <a:gdLst/>
              <a:ahLst/>
              <a:cxnLst/>
              <a:rect l="l" t="t" r="r" b="b"/>
              <a:pathLst>
                <a:path w="11836" h="20195" extrusionOk="0">
                  <a:moveTo>
                    <a:pt x="8309" y="1"/>
                  </a:moveTo>
                  <a:cubicBezTo>
                    <a:pt x="7408" y="1"/>
                    <a:pt x="6863" y="641"/>
                    <a:pt x="6863" y="641"/>
                  </a:cubicBezTo>
                  <a:cubicBezTo>
                    <a:pt x="6239" y="1613"/>
                    <a:pt x="5917" y="3860"/>
                    <a:pt x="5341" y="8729"/>
                  </a:cubicBezTo>
                  <a:cubicBezTo>
                    <a:pt x="4766" y="13597"/>
                    <a:pt x="1" y="13963"/>
                    <a:pt x="1" y="13963"/>
                  </a:cubicBezTo>
                  <a:lnTo>
                    <a:pt x="838" y="16896"/>
                  </a:lnTo>
                  <a:cubicBezTo>
                    <a:pt x="838" y="16896"/>
                    <a:pt x="2567" y="16845"/>
                    <a:pt x="4451" y="14070"/>
                  </a:cubicBezTo>
                  <a:lnTo>
                    <a:pt x="4451" y="14070"/>
                  </a:lnTo>
                  <a:cubicBezTo>
                    <a:pt x="3875" y="16845"/>
                    <a:pt x="1729" y="17838"/>
                    <a:pt x="1729" y="17838"/>
                  </a:cubicBezTo>
                  <a:lnTo>
                    <a:pt x="3824" y="19619"/>
                  </a:lnTo>
                  <a:cubicBezTo>
                    <a:pt x="3824" y="19619"/>
                    <a:pt x="5552" y="18520"/>
                    <a:pt x="7176" y="16374"/>
                  </a:cubicBezTo>
                  <a:lnTo>
                    <a:pt x="7176" y="16374"/>
                  </a:lnTo>
                  <a:cubicBezTo>
                    <a:pt x="6965" y="18415"/>
                    <a:pt x="5135" y="20090"/>
                    <a:pt x="5135" y="20090"/>
                  </a:cubicBezTo>
                  <a:lnTo>
                    <a:pt x="6285" y="20195"/>
                  </a:lnTo>
                  <a:cubicBezTo>
                    <a:pt x="11835" y="17105"/>
                    <a:pt x="9738" y="7685"/>
                    <a:pt x="9478" y="5639"/>
                  </a:cubicBezTo>
                  <a:cubicBezTo>
                    <a:pt x="9218" y="3595"/>
                    <a:pt x="9689" y="1922"/>
                    <a:pt x="9951" y="1223"/>
                  </a:cubicBezTo>
                  <a:cubicBezTo>
                    <a:pt x="10211" y="526"/>
                    <a:pt x="9322" y="36"/>
                    <a:pt x="8378" y="2"/>
                  </a:cubicBezTo>
                  <a:cubicBezTo>
                    <a:pt x="8355" y="1"/>
                    <a:pt x="8332" y="1"/>
                    <a:pt x="8309" y="1"/>
                  </a:cubicBezTo>
                  <a:close/>
                </a:path>
              </a:pathLst>
            </a:custGeom>
            <a:solidFill>
              <a:srgbClr val="4F07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3"/>
            <p:cNvSpPr/>
            <p:nvPr/>
          </p:nvSpPr>
          <p:spPr>
            <a:xfrm>
              <a:off x="6980988" y="1525015"/>
              <a:ext cx="64944" cy="205130"/>
            </a:xfrm>
            <a:custGeom>
              <a:avLst/>
              <a:gdLst/>
              <a:ahLst/>
              <a:cxnLst/>
              <a:rect l="l" t="t" r="r" b="b"/>
              <a:pathLst>
                <a:path w="2409" h="7609" extrusionOk="0">
                  <a:moveTo>
                    <a:pt x="2408" y="0"/>
                  </a:moveTo>
                  <a:cubicBezTo>
                    <a:pt x="2408" y="1"/>
                    <a:pt x="0" y="2758"/>
                    <a:pt x="1937" y="7608"/>
                  </a:cubicBezTo>
                  <a:cubicBezTo>
                    <a:pt x="1622" y="4870"/>
                    <a:pt x="2408" y="1"/>
                    <a:pt x="2408" y="0"/>
                  </a:cubicBezTo>
                  <a:close/>
                </a:path>
              </a:pathLst>
            </a:custGeom>
            <a:solidFill>
              <a:srgbClr val="2D0E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3"/>
            <p:cNvSpPr/>
            <p:nvPr/>
          </p:nvSpPr>
          <p:spPr>
            <a:xfrm>
              <a:off x="6668988" y="1634578"/>
              <a:ext cx="210953" cy="495909"/>
            </a:xfrm>
            <a:custGeom>
              <a:avLst/>
              <a:gdLst/>
              <a:ahLst/>
              <a:cxnLst/>
              <a:rect l="l" t="t" r="r" b="b"/>
              <a:pathLst>
                <a:path w="7825" h="18395" extrusionOk="0">
                  <a:moveTo>
                    <a:pt x="7824" y="0"/>
                  </a:moveTo>
                  <a:lnTo>
                    <a:pt x="7824" y="0"/>
                  </a:lnTo>
                  <a:cubicBezTo>
                    <a:pt x="7458" y="100"/>
                    <a:pt x="7125" y="297"/>
                    <a:pt x="6861" y="571"/>
                  </a:cubicBezTo>
                  <a:cubicBezTo>
                    <a:pt x="6237" y="1543"/>
                    <a:pt x="5917" y="3790"/>
                    <a:pt x="5339" y="8659"/>
                  </a:cubicBezTo>
                  <a:cubicBezTo>
                    <a:pt x="4762" y="13529"/>
                    <a:pt x="1" y="13896"/>
                    <a:pt x="1" y="13896"/>
                  </a:cubicBezTo>
                  <a:lnTo>
                    <a:pt x="838" y="16826"/>
                  </a:lnTo>
                  <a:cubicBezTo>
                    <a:pt x="838" y="16826"/>
                    <a:pt x="2567" y="16773"/>
                    <a:pt x="4451" y="14000"/>
                  </a:cubicBezTo>
                  <a:lnTo>
                    <a:pt x="4451" y="14000"/>
                  </a:lnTo>
                  <a:cubicBezTo>
                    <a:pt x="3875" y="16775"/>
                    <a:pt x="1729" y="17770"/>
                    <a:pt x="1729" y="17770"/>
                  </a:cubicBezTo>
                  <a:lnTo>
                    <a:pt x="2464" y="18394"/>
                  </a:lnTo>
                  <a:cubicBezTo>
                    <a:pt x="5446" y="17030"/>
                    <a:pt x="6441" y="13386"/>
                    <a:pt x="6441" y="9550"/>
                  </a:cubicBezTo>
                  <a:cubicBezTo>
                    <a:pt x="6441" y="5460"/>
                    <a:pt x="7554" y="1025"/>
                    <a:pt x="7824" y="0"/>
                  </a:cubicBezTo>
                  <a:close/>
                </a:path>
              </a:pathLst>
            </a:custGeom>
            <a:solidFill>
              <a:srgbClr val="2D0E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3"/>
            <p:cNvSpPr/>
            <p:nvPr/>
          </p:nvSpPr>
          <p:spPr>
            <a:xfrm>
              <a:off x="7020861" y="2095016"/>
              <a:ext cx="12131" cy="69150"/>
            </a:xfrm>
            <a:custGeom>
              <a:avLst/>
              <a:gdLst/>
              <a:ahLst/>
              <a:cxnLst/>
              <a:rect l="l" t="t" r="r" b="b"/>
              <a:pathLst>
                <a:path w="450" h="2565" extrusionOk="0">
                  <a:moveTo>
                    <a:pt x="322" y="0"/>
                  </a:moveTo>
                  <a:cubicBezTo>
                    <a:pt x="222" y="175"/>
                    <a:pt x="0" y="763"/>
                    <a:pt x="134" y="2551"/>
                  </a:cubicBezTo>
                  <a:lnTo>
                    <a:pt x="249" y="2564"/>
                  </a:lnTo>
                  <a:cubicBezTo>
                    <a:pt x="136" y="870"/>
                    <a:pt x="424" y="116"/>
                    <a:pt x="450" y="75"/>
                  </a:cubicBezTo>
                  <a:lnTo>
                    <a:pt x="322" y="0"/>
                  </a:lnTo>
                  <a:close/>
                </a:path>
              </a:pathLst>
            </a:custGeom>
            <a:solidFill>
              <a:srgbClr val="810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3"/>
            <p:cNvSpPr/>
            <p:nvPr/>
          </p:nvSpPr>
          <p:spPr>
            <a:xfrm>
              <a:off x="7102844" y="1849390"/>
              <a:ext cx="598056" cy="185342"/>
            </a:xfrm>
            <a:custGeom>
              <a:avLst/>
              <a:gdLst/>
              <a:ahLst/>
              <a:cxnLst/>
              <a:rect l="l" t="t" r="r" b="b"/>
              <a:pathLst>
                <a:path w="22184" h="6875" extrusionOk="0">
                  <a:moveTo>
                    <a:pt x="22184" y="1"/>
                  </a:moveTo>
                  <a:cubicBezTo>
                    <a:pt x="22183" y="1"/>
                    <a:pt x="16474" y="3592"/>
                    <a:pt x="13612" y="3660"/>
                  </a:cubicBezTo>
                  <a:cubicBezTo>
                    <a:pt x="10752" y="3730"/>
                    <a:pt x="7400" y="3624"/>
                    <a:pt x="4292" y="5367"/>
                  </a:cubicBezTo>
                  <a:lnTo>
                    <a:pt x="0" y="4670"/>
                  </a:lnTo>
                  <a:lnTo>
                    <a:pt x="0" y="4670"/>
                  </a:lnTo>
                  <a:cubicBezTo>
                    <a:pt x="0" y="4670"/>
                    <a:pt x="2462" y="6337"/>
                    <a:pt x="4292" y="6797"/>
                  </a:cubicBezTo>
                  <a:cubicBezTo>
                    <a:pt x="4507" y="6851"/>
                    <a:pt x="4750" y="6874"/>
                    <a:pt x="5019" y="6874"/>
                  </a:cubicBezTo>
                  <a:cubicBezTo>
                    <a:pt x="6909" y="6874"/>
                    <a:pt x="10046" y="5714"/>
                    <a:pt x="12978" y="5714"/>
                  </a:cubicBezTo>
                  <a:cubicBezTo>
                    <a:pt x="13193" y="5714"/>
                    <a:pt x="13406" y="5720"/>
                    <a:pt x="13618" y="5734"/>
                  </a:cubicBezTo>
                  <a:cubicBezTo>
                    <a:pt x="13683" y="5738"/>
                    <a:pt x="13748" y="5740"/>
                    <a:pt x="13813" y="5740"/>
                  </a:cubicBezTo>
                  <a:cubicBezTo>
                    <a:pt x="17320" y="5740"/>
                    <a:pt x="22183" y="1"/>
                    <a:pt x="22184" y="1"/>
                  </a:cubicBezTo>
                  <a:close/>
                </a:path>
              </a:pathLst>
            </a:custGeom>
            <a:solidFill>
              <a:srgbClr val="FFFBF7">
                <a:alpha val="17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3"/>
            <p:cNvSpPr/>
            <p:nvPr/>
          </p:nvSpPr>
          <p:spPr>
            <a:xfrm>
              <a:off x="5584927" y="4310481"/>
              <a:ext cx="139890" cy="187876"/>
            </a:xfrm>
            <a:custGeom>
              <a:avLst/>
              <a:gdLst/>
              <a:ahLst/>
              <a:cxnLst/>
              <a:rect l="l" t="t" r="r" b="b"/>
              <a:pathLst>
                <a:path w="5189" h="6969" extrusionOk="0">
                  <a:moveTo>
                    <a:pt x="2057" y="0"/>
                  </a:moveTo>
                  <a:cubicBezTo>
                    <a:pt x="858" y="1530"/>
                    <a:pt x="1" y="2598"/>
                    <a:pt x="1" y="2598"/>
                  </a:cubicBezTo>
                  <a:cubicBezTo>
                    <a:pt x="1" y="2598"/>
                    <a:pt x="210" y="6472"/>
                    <a:pt x="2827" y="6969"/>
                  </a:cubicBezTo>
                  <a:cubicBezTo>
                    <a:pt x="3570" y="6489"/>
                    <a:pt x="4363" y="5908"/>
                    <a:pt x="5188" y="5253"/>
                  </a:cubicBezTo>
                  <a:cubicBezTo>
                    <a:pt x="3276" y="3627"/>
                    <a:pt x="2428" y="1443"/>
                    <a:pt x="2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3"/>
            <p:cNvSpPr/>
            <p:nvPr/>
          </p:nvSpPr>
          <p:spPr>
            <a:xfrm>
              <a:off x="5584927" y="3462044"/>
              <a:ext cx="770161" cy="956447"/>
            </a:xfrm>
            <a:custGeom>
              <a:avLst/>
              <a:gdLst/>
              <a:ahLst/>
              <a:cxnLst/>
              <a:rect l="l" t="t" r="r" b="b"/>
              <a:pathLst>
                <a:path w="28568" h="35478" extrusionOk="0">
                  <a:moveTo>
                    <a:pt x="27855" y="0"/>
                  </a:moveTo>
                  <a:lnTo>
                    <a:pt x="27855" y="0"/>
                  </a:lnTo>
                  <a:cubicBezTo>
                    <a:pt x="25138" y="4252"/>
                    <a:pt x="21289" y="10458"/>
                    <a:pt x="18212" y="13964"/>
                  </a:cubicBezTo>
                  <a:cubicBezTo>
                    <a:pt x="16948" y="14697"/>
                    <a:pt x="10993" y="19095"/>
                    <a:pt x="8481" y="22863"/>
                  </a:cubicBezTo>
                  <a:cubicBezTo>
                    <a:pt x="5970" y="26633"/>
                    <a:pt x="1" y="34069"/>
                    <a:pt x="1" y="34069"/>
                  </a:cubicBezTo>
                  <a:cubicBezTo>
                    <a:pt x="37" y="34544"/>
                    <a:pt x="118" y="35017"/>
                    <a:pt x="244" y="35478"/>
                  </a:cubicBezTo>
                  <a:cubicBezTo>
                    <a:pt x="3458" y="31714"/>
                    <a:pt x="14145" y="19436"/>
                    <a:pt x="18744" y="17314"/>
                  </a:cubicBezTo>
                  <a:cubicBezTo>
                    <a:pt x="24190" y="14801"/>
                    <a:pt x="28567" y="7195"/>
                    <a:pt x="27855" y="0"/>
                  </a:cubicBezTo>
                  <a:close/>
                </a:path>
              </a:pathLst>
            </a:custGeom>
            <a:solidFill>
              <a:srgbClr val="FFFBF7">
                <a:alpha val="50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3"/>
            <p:cNvSpPr/>
            <p:nvPr/>
          </p:nvSpPr>
          <p:spPr>
            <a:xfrm>
              <a:off x="6579079" y="2100651"/>
              <a:ext cx="324747" cy="207476"/>
            </a:xfrm>
            <a:custGeom>
              <a:avLst/>
              <a:gdLst/>
              <a:ahLst/>
              <a:cxnLst/>
              <a:rect l="l" t="t" r="r" b="b"/>
              <a:pathLst>
                <a:path w="12046" h="7696" extrusionOk="0">
                  <a:moveTo>
                    <a:pt x="3489" y="0"/>
                  </a:moveTo>
                  <a:cubicBezTo>
                    <a:pt x="3489" y="0"/>
                    <a:pt x="621" y="3340"/>
                    <a:pt x="0" y="4145"/>
                  </a:cubicBezTo>
                  <a:cubicBezTo>
                    <a:pt x="0" y="4145"/>
                    <a:pt x="4734" y="6110"/>
                    <a:pt x="6432" y="7696"/>
                  </a:cubicBezTo>
                  <a:lnTo>
                    <a:pt x="7010" y="6937"/>
                  </a:lnTo>
                  <a:lnTo>
                    <a:pt x="12046" y="2296"/>
                  </a:lnTo>
                  <a:cubicBezTo>
                    <a:pt x="8333" y="2151"/>
                    <a:pt x="3489" y="0"/>
                    <a:pt x="34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3"/>
            <p:cNvSpPr/>
            <p:nvPr/>
          </p:nvSpPr>
          <p:spPr>
            <a:xfrm>
              <a:off x="6673140" y="2026863"/>
              <a:ext cx="624260" cy="137005"/>
            </a:xfrm>
            <a:custGeom>
              <a:avLst/>
              <a:gdLst/>
              <a:ahLst/>
              <a:cxnLst/>
              <a:rect l="l" t="t" r="r" b="b"/>
              <a:pathLst>
                <a:path w="23156" h="5082" extrusionOk="0">
                  <a:moveTo>
                    <a:pt x="22846" y="1"/>
                  </a:moveTo>
                  <a:cubicBezTo>
                    <a:pt x="22846" y="1"/>
                    <a:pt x="21007" y="2386"/>
                    <a:pt x="19643" y="3302"/>
                  </a:cubicBezTo>
                  <a:cubicBezTo>
                    <a:pt x="18458" y="4101"/>
                    <a:pt x="17778" y="4299"/>
                    <a:pt x="15652" y="4623"/>
                  </a:cubicBezTo>
                  <a:cubicBezTo>
                    <a:pt x="14612" y="4782"/>
                    <a:pt x="12906" y="4856"/>
                    <a:pt x="11210" y="4856"/>
                  </a:cubicBezTo>
                  <a:cubicBezTo>
                    <a:pt x="9436" y="4856"/>
                    <a:pt x="7672" y="4775"/>
                    <a:pt x="6688" y="4623"/>
                  </a:cubicBezTo>
                  <a:cubicBezTo>
                    <a:pt x="4763" y="4327"/>
                    <a:pt x="173" y="2528"/>
                    <a:pt x="173" y="2528"/>
                  </a:cubicBezTo>
                  <a:lnTo>
                    <a:pt x="0" y="2737"/>
                  </a:lnTo>
                  <a:cubicBezTo>
                    <a:pt x="0" y="2737"/>
                    <a:pt x="4844" y="4888"/>
                    <a:pt x="8557" y="5033"/>
                  </a:cubicBezTo>
                  <a:cubicBezTo>
                    <a:pt x="9362" y="5064"/>
                    <a:pt x="10210" y="5082"/>
                    <a:pt x="11063" y="5082"/>
                  </a:cubicBezTo>
                  <a:cubicBezTo>
                    <a:pt x="14141" y="5082"/>
                    <a:pt x="17278" y="4852"/>
                    <a:pt x="18635" y="4216"/>
                  </a:cubicBezTo>
                  <a:cubicBezTo>
                    <a:pt x="21137" y="3044"/>
                    <a:pt x="23155" y="1"/>
                    <a:pt x="23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0" name="Google Shape;1300;p43"/>
          <p:cNvSpPr/>
          <p:nvPr/>
        </p:nvSpPr>
        <p:spPr>
          <a:xfrm>
            <a:off x="433407" y="2781330"/>
            <a:ext cx="228190" cy="242980"/>
          </a:xfrm>
          <a:custGeom>
            <a:avLst/>
            <a:gdLst/>
            <a:ahLst/>
            <a:cxnLst/>
            <a:rect l="l" t="t" r="r" b="b"/>
            <a:pathLst>
              <a:path w="8146" h="8674" extrusionOk="0">
                <a:moveTo>
                  <a:pt x="4073" y="0"/>
                </a:moveTo>
                <a:cubicBezTo>
                  <a:pt x="4073" y="4060"/>
                  <a:pt x="657" y="4324"/>
                  <a:pt x="0" y="4337"/>
                </a:cubicBezTo>
                <a:cubicBezTo>
                  <a:pt x="657" y="4350"/>
                  <a:pt x="4073" y="4614"/>
                  <a:pt x="4073" y="8674"/>
                </a:cubicBezTo>
                <a:cubicBezTo>
                  <a:pt x="4073" y="4614"/>
                  <a:pt x="7489" y="4350"/>
                  <a:pt x="8145" y="4337"/>
                </a:cubicBezTo>
                <a:cubicBezTo>
                  <a:pt x="7489" y="4324"/>
                  <a:pt x="4073" y="4060"/>
                  <a:pt x="40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1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56"/>
          <p:cNvSpPr/>
          <p:nvPr/>
        </p:nvSpPr>
        <p:spPr>
          <a:xfrm>
            <a:off x="1039726" y="735610"/>
            <a:ext cx="2697360" cy="3672365"/>
          </a:xfrm>
          <a:custGeom>
            <a:avLst/>
            <a:gdLst/>
            <a:ahLst/>
            <a:cxnLst/>
            <a:rect l="l" t="t" r="r" b="b"/>
            <a:pathLst>
              <a:path w="143096" h="190426" extrusionOk="0">
                <a:moveTo>
                  <a:pt x="2914" y="0"/>
                </a:moveTo>
                <a:cubicBezTo>
                  <a:pt x="1280" y="0"/>
                  <a:pt x="0" y="1281"/>
                  <a:pt x="0" y="2914"/>
                </a:cubicBezTo>
                <a:lnTo>
                  <a:pt x="0" y="187512"/>
                </a:lnTo>
                <a:cubicBezTo>
                  <a:pt x="0" y="189101"/>
                  <a:pt x="1280" y="190426"/>
                  <a:pt x="2914" y="190426"/>
                </a:cubicBezTo>
                <a:lnTo>
                  <a:pt x="140182" y="190426"/>
                </a:lnTo>
                <a:cubicBezTo>
                  <a:pt x="141771" y="190426"/>
                  <a:pt x="143096" y="189101"/>
                  <a:pt x="143096" y="187512"/>
                </a:cubicBezTo>
                <a:lnTo>
                  <a:pt x="143096" y="2914"/>
                </a:lnTo>
                <a:cubicBezTo>
                  <a:pt x="143096" y="1281"/>
                  <a:pt x="141771" y="0"/>
                  <a:pt x="14018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5" name="Google Shape;2035;p56"/>
          <p:cNvSpPr txBox="1">
            <a:spLocks noGrp="1"/>
          </p:cNvSpPr>
          <p:nvPr>
            <p:ph type="title"/>
          </p:nvPr>
        </p:nvSpPr>
        <p:spPr>
          <a:xfrm>
            <a:off x="4714291" y="1433833"/>
            <a:ext cx="3159174" cy="8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 es necesario que ya sepa usted bailar</a:t>
            </a:r>
            <a:endParaRPr dirty="0"/>
          </a:p>
        </p:txBody>
      </p:sp>
      <p:sp>
        <p:nvSpPr>
          <p:cNvPr id="2036" name="Google Shape;2036;p56"/>
          <p:cNvSpPr txBox="1">
            <a:spLocks noGrp="1"/>
          </p:cNvSpPr>
          <p:nvPr>
            <p:ph type="subTitle" idx="1"/>
          </p:nvPr>
        </p:nvSpPr>
        <p:spPr>
          <a:xfrm>
            <a:off x="3935506" y="2405249"/>
            <a:ext cx="3707022" cy="2175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Tenemos diversos niveles de aprendizaje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Hay por lo menos uno hecho a su medida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Olvidese del “LO SIENTO, NO SÉ BAILAR”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!!!Sienta el ritmo en el cuerpo!!!</a:t>
            </a:r>
            <a:endParaRPr dirty="0"/>
          </a:p>
        </p:txBody>
      </p:sp>
      <p:pic>
        <p:nvPicPr>
          <p:cNvPr id="2037" name="Google Shape;2037;p56"/>
          <p:cNvPicPr preferRelativeResize="0"/>
          <p:nvPr/>
        </p:nvPicPr>
        <p:blipFill rotWithShape="1">
          <a:blip r:embed="rId3">
            <a:alphaModFix/>
          </a:blip>
          <a:srcRect l="6141" r="51063"/>
          <a:stretch/>
        </p:blipFill>
        <p:spPr>
          <a:xfrm>
            <a:off x="1135775" y="837525"/>
            <a:ext cx="2521824" cy="33147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5" grpId="0"/>
      <p:bldP spid="2035" grpId="1"/>
      <p:bldP spid="2035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Aqui tiene algunos ejemplos</a:t>
            </a:r>
            <a:endParaRPr dirty="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2CA6C214-FEB2-5DD9-E9AF-467830D7C3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5021"/>
              </p:ext>
            </p:extLst>
          </p:nvPr>
        </p:nvGraphicFramePr>
        <p:xfrm>
          <a:off x="619612" y="332663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1" name="Google Shape;405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¿Se ha decidido ya?</a:t>
            </a:r>
            <a:endParaRPr dirty="0"/>
          </a:p>
        </p:txBody>
      </p:sp>
      <p:grpSp>
        <p:nvGrpSpPr>
          <p:cNvPr id="4052" name="Google Shape;4052;p73"/>
          <p:cNvGrpSpPr/>
          <p:nvPr/>
        </p:nvGrpSpPr>
        <p:grpSpPr>
          <a:xfrm>
            <a:off x="4866232" y="3210655"/>
            <a:ext cx="3685457" cy="3694836"/>
            <a:chOff x="5199937" y="1704775"/>
            <a:chExt cx="2986110" cy="2993710"/>
          </a:xfrm>
        </p:grpSpPr>
        <p:grpSp>
          <p:nvGrpSpPr>
            <p:cNvPr id="4053" name="Google Shape;4053;p73"/>
            <p:cNvGrpSpPr/>
            <p:nvPr/>
          </p:nvGrpSpPr>
          <p:grpSpPr>
            <a:xfrm>
              <a:off x="5199937" y="1704775"/>
              <a:ext cx="2986110" cy="2993710"/>
              <a:chOff x="307425" y="602900"/>
              <a:chExt cx="4363107" cy="4374210"/>
            </a:xfrm>
          </p:grpSpPr>
          <p:sp>
            <p:nvSpPr>
              <p:cNvPr id="4054" name="Google Shape;4054;p73"/>
              <p:cNvSpPr/>
              <p:nvPr/>
            </p:nvSpPr>
            <p:spPr>
              <a:xfrm>
                <a:off x="423329" y="4197298"/>
                <a:ext cx="3990729" cy="779812"/>
              </a:xfrm>
              <a:custGeom>
                <a:avLst/>
                <a:gdLst/>
                <a:ahLst/>
                <a:cxnLst/>
                <a:rect l="l" t="t" r="r" b="b"/>
                <a:pathLst>
                  <a:path w="127949" h="25002" extrusionOk="0">
                    <a:moveTo>
                      <a:pt x="1" y="1"/>
                    </a:moveTo>
                    <a:cubicBezTo>
                      <a:pt x="534" y="1051"/>
                      <a:pt x="1138" y="2066"/>
                      <a:pt x="1807" y="3036"/>
                    </a:cubicBezTo>
                    <a:cubicBezTo>
                      <a:pt x="7839" y="11781"/>
                      <a:pt x="19726" y="17978"/>
                      <a:pt x="32182" y="21023"/>
                    </a:cubicBezTo>
                    <a:cubicBezTo>
                      <a:pt x="42608" y="23570"/>
                      <a:pt x="54363" y="25002"/>
                      <a:pt x="65990" y="25002"/>
                    </a:cubicBezTo>
                    <a:cubicBezTo>
                      <a:pt x="81849" y="25002"/>
                      <a:pt x="97470" y="22338"/>
                      <a:pt x="109151" y="16210"/>
                    </a:cubicBezTo>
                    <a:cubicBezTo>
                      <a:pt x="116507" y="12350"/>
                      <a:pt x="123157" y="6795"/>
                      <a:pt x="1279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73"/>
              <p:cNvSpPr/>
              <p:nvPr/>
            </p:nvSpPr>
            <p:spPr>
              <a:xfrm>
                <a:off x="314349" y="602900"/>
                <a:ext cx="4356183" cy="3594429"/>
              </a:xfrm>
              <a:custGeom>
                <a:avLst/>
                <a:gdLst/>
                <a:ahLst/>
                <a:cxnLst/>
                <a:rect l="l" t="t" r="r" b="b"/>
                <a:pathLst>
                  <a:path w="139666" h="115243" extrusionOk="0">
                    <a:moveTo>
                      <a:pt x="67053" y="1"/>
                    </a:moveTo>
                    <a:cubicBezTo>
                      <a:pt x="46117" y="1"/>
                      <a:pt x="25303" y="6823"/>
                      <a:pt x="14031" y="22953"/>
                    </a:cubicBezTo>
                    <a:cubicBezTo>
                      <a:pt x="8728" y="30540"/>
                      <a:pt x="6330" y="38774"/>
                      <a:pt x="5953" y="47283"/>
                    </a:cubicBezTo>
                    <a:cubicBezTo>
                      <a:pt x="5681" y="53441"/>
                      <a:pt x="6466" y="59743"/>
                      <a:pt x="7974" y="66047"/>
                    </a:cubicBezTo>
                    <a:cubicBezTo>
                      <a:pt x="9135" y="70894"/>
                      <a:pt x="9953" y="74772"/>
                      <a:pt x="7983" y="79239"/>
                    </a:cubicBezTo>
                    <a:cubicBezTo>
                      <a:pt x="5524" y="84812"/>
                      <a:pt x="2586" y="90094"/>
                      <a:pt x="1334" y="96001"/>
                    </a:cubicBezTo>
                    <a:cubicBezTo>
                      <a:pt x="0" y="102299"/>
                      <a:pt x="346" y="109057"/>
                      <a:pt x="3495" y="115242"/>
                    </a:cubicBezTo>
                    <a:lnTo>
                      <a:pt x="131442" y="115242"/>
                    </a:lnTo>
                    <a:cubicBezTo>
                      <a:pt x="134945" y="110273"/>
                      <a:pt x="137456" y="104643"/>
                      <a:pt x="138513" y="98520"/>
                    </a:cubicBezTo>
                    <a:cubicBezTo>
                      <a:pt x="139666" y="91839"/>
                      <a:pt x="139095" y="84415"/>
                      <a:pt x="136306" y="78176"/>
                    </a:cubicBezTo>
                    <a:cubicBezTo>
                      <a:pt x="132819" y="70380"/>
                      <a:pt x="131008" y="63934"/>
                      <a:pt x="131077" y="55235"/>
                    </a:cubicBezTo>
                    <a:cubicBezTo>
                      <a:pt x="131140" y="47521"/>
                      <a:pt x="131754" y="39622"/>
                      <a:pt x="129471" y="32254"/>
                    </a:cubicBezTo>
                    <a:cubicBezTo>
                      <a:pt x="126643" y="23130"/>
                      <a:pt x="119544" y="15768"/>
                      <a:pt x="111283" y="10974"/>
                    </a:cubicBezTo>
                    <a:cubicBezTo>
                      <a:pt x="99322" y="4035"/>
                      <a:pt x="83152" y="1"/>
                      <a:pt x="6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6" name="Google Shape;4056;p73"/>
              <p:cNvSpPr/>
              <p:nvPr/>
            </p:nvSpPr>
            <p:spPr>
              <a:xfrm>
                <a:off x="307425" y="737175"/>
                <a:ext cx="3940326" cy="4194650"/>
              </a:xfrm>
              <a:custGeom>
                <a:avLst/>
                <a:gdLst/>
                <a:ahLst/>
                <a:cxnLst/>
                <a:rect l="l" t="t" r="r" b="b"/>
                <a:pathLst>
                  <a:path w="126333" h="134487" extrusionOk="0">
                    <a:moveTo>
                      <a:pt x="96020" y="1"/>
                    </a:moveTo>
                    <a:lnTo>
                      <a:pt x="8908" y="72946"/>
                    </a:lnTo>
                    <a:cubicBezTo>
                      <a:pt x="8723" y="73626"/>
                      <a:pt x="8488" y="74290"/>
                      <a:pt x="8205" y="74934"/>
                    </a:cubicBezTo>
                    <a:cubicBezTo>
                      <a:pt x="5746" y="80507"/>
                      <a:pt x="2808" y="85789"/>
                      <a:pt x="1556" y="91696"/>
                    </a:cubicBezTo>
                    <a:cubicBezTo>
                      <a:pt x="0" y="99042"/>
                      <a:pt x="726" y="107014"/>
                      <a:pt x="5524" y="113971"/>
                    </a:cubicBezTo>
                    <a:cubicBezTo>
                      <a:pt x="11555" y="122716"/>
                      <a:pt x="23442" y="128913"/>
                      <a:pt x="35900" y="131958"/>
                    </a:cubicBezTo>
                    <a:cubicBezTo>
                      <a:pt x="40140" y="132993"/>
                      <a:pt x="44605" y="133841"/>
                      <a:pt x="49190" y="134486"/>
                    </a:cubicBezTo>
                    <a:lnTo>
                      <a:pt x="126333" y="20641"/>
                    </a:lnTo>
                    <a:cubicBezTo>
                      <a:pt x="122750" y="14861"/>
                      <a:pt x="117426" y="10105"/>
                      <a:pt x="111505" y="6669"/>
                    </a:cubicBezTo>
                    <a:cubicBezTo>
                      <a:pt x="106888" y="3991"/>
                      <a:pt x="101643" y="1749"/>
                      <a:pt x="96020" y="1"/>
                    </a:cubicBezTo>
                    <a:close/>
                  </a:path>
                </a:pathLst>
              </a:custGeom>
              <a:solidFill>
                <a:srgbClr val="FFFBF7">
                  <a:alpha val="50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7" name="Google Shape;4057;p73"/>
              <p:cNvSpPr/>
              <p:nvPr/>
            </p:nvSpPr>
            <p:spPr>
              <a:xfrm>
                <a:off x="729058" y="705953"/>
                <a:ext cx="3933028" cy="4216108"/>
              </a:xfrm>
              <a:custGeom>
                <a:avLst/>
                <a:gdLst/>
                <a:ahLst/>
                <a:cxnLst/>
                <a:rect l="l" t="t" r="r" b="b"/>
                <a:pathLst>
                  <a:path w="126099" h="135175" extrusionOk="0">
                    <a:moveTo>
                      <a:pt x="29732" y="1"/>
                    </a:moveTo>
                    <a:cubicBezTo>
                      <a:pt x="17953" y="3487"/>
                      <a:pt x="7584" y="9850"/>
                      <a:pt x="735" y="19649"/>
                    </a:cubicBezTo>
                    <a:cubicBezTo>
                      <a:pt x="482" y="20012"/>
                      <a:pt x="240" y="20377"/>
                      <a:pt x="0" y="20742"/>
                    </a:cubicBezTo>
                    <a:lnTo>
                      <a:pt x="77525" y="135174"/>
                    </a:lnTo>
                    <a:cubicBezTo>
                      <a:pt x="85561" y="133760"/>
                      <a:pt x="93031" y="131460"/>
                      <a:pt x="99349" y="128146"/>
                    </a:cubicBezTo>
                    <a:cubicBezTo>
                      <a:pt x="112084" y="121463"/>
                      <a:pt x="122715" y="109710"/>
                      <a:pt x="125217" y="95215"/>
                    </a:cubicBezTo>
                    <a:cubicBezTo>
                      <a:pt x="126099" y="90104"/>
                      <a:pt x="125968" y="84559"/>
                      <a:pt x="124610" y="79441"/>
                    </a:cubicBezTo>
                    <a:lnTo>
                      <a:pt x="29732" y="1"/>
                    </a:lnTo>
                    <a:close/>
                  </a:path>
                </a:pathLst>
              </a:custGeom>
              <a:solidFill>
                <a:srgbClr val="FFFBF7">
                  <a:alpha val="50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73"/>
              <p:cNvSpPr/>
              <p:nvPr/>
            </p:nvSpPr>
            <p:spPr>
              <a:xfrm>
                <a:off x="874218" y="3261098"/>
                <a:ext cx="253606" cy="241192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7733" extrusionOk="0">
                    <a:moveTo>
                      <a:pt x="4065" y="1"/>
                    </a:moveTo>
                    <a:lnTo>
                      <a:pt x="2809" y="2546"/>
                    </a:lnTo>
                    <a:lnTo>
                      <a:pt x="1" y="2954"/>
                    </a:lnTo>
                    <a:lnTo>
                      <a:pt x="2033" y="4936"/>
                    </a:lnTo>
                    <a:lnTo>
                      <a:pt x="1553" y="7733"/>
                    </a:lnTo>
                    <a:lnTo>
                      <a:pt x="1553" y="7733"/>
                    </a:lnTo>
                    <a:lnTo>
                      <a:pt x="4065" y="6413"/>
                    </a:lnTo>
                    <a:lnTo>
                      <a:pt x="6578" y="7733"/>
                    </a:lnTo>
                    <a:lnTo>
                      <a:pt x="6098" y="4936"/>
                    </a:lnTo>
                    <a:lnTo>
                      <a:pt x="8130" y="2954"/>
                    </a:lnTo>
                    <a:lnTo>
                      <a:pt x="5322" y="2546"/>
                    </a:lnTo>
                    <a:lnTo>
                      <a:pt x="40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73"/>
              <p:cNvSpPr/>
              <p:nvPr/>
            </p:nvSpPr>
            <p:spPr>
              <a:xfrm>
                <a:off x="4130905" y="3185226"/>
                <a:ext cx="253606" cy="241192"/>
              </a:xfrm>
              <a:custGeom>
                <a:avLst/>
                <a:gdLst/>
                <a:ahLst/>
                <a:cxnLst/>
                <a:rect l="l" t="t" r="r" b="b"/>
                <a:pathLst>
                  <a:path w="8131" h="7733" extrusionOk="0">
                    <a:moveTo>
                      <a:pt x="4065" y="1"/>
                    </a:moveTo>
                    <a:lnTo>
                      <a:pt x="2809" y="2546"/>
                    </a:lnTo>
                    <a:lnTo>
                      <a:pt x="0" y="2954"/>
                    </a:lnTo>
                    <a:lnTo>
                      <a:pt x="2033" y="4936"/>
                    </a:lnTo>
                    <a:lnTo>
                      <a:pt x="1553" y="7733"/>
                    </a:lnTo>
                    <a:lnTo>
                      <a:pt x="4065" y="6413"/>
                    </a:lnTo>
                    <a:lnTo>
                      <a:pt x="6577" y="7733"/>
                    </a:lnTo>
                    <a:lnTo>
                      <a:pt x="6098" y="4936"/>
                    </a:lnTo>
                    <a:lnTo>
                      <a:pt x="8130" y="2954"/>
                    </a:lnTo>
                    <a:lnTo>
                      <a:pt x="5321" y="2546"/>
                    </a:lnTo>
                    <a:lnTo>
                      <a:pt x="406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73"/>
              <p:cNvSpPr/>
              <p:nvPr/>
            </p:nvSpPr>
            <p:spPr>
              <a:xfrm>
                <a:off x="2394796" y="2849028"/>
                <a:ext cx="271429" cy="140873"/>
              </a:xfrm>
              <a:custGeom>
                <a:avLst/>
                <a:gdLst/>
                <a:ahLst/>
                <a:cxnLst/>
                <a:rect l="l" t="t" r="r" b="b"/>
                <a:pathLst>
                  <a:path w="9603" h="4984" extrusionOk="0">
                    <a:moveTo>
                      <a:pt x="6306" y="0"/>
                    </a:moveTo>
                    <a:cubicBezTo>
                      <a:pt x="3301" y="0"/>
                      <a:pt x="953" y="2339"/>
                      <a:pt x="0" y="4984"/>
                    </a:cubicBezTo>
                    <a:cubicBezTo>
                      <a:pt x="1773" y="3045"/>
                      <a:pt x="3706" y="2505"/>
                      <a:pt x="5308" y="2505"/>
                    </a:cubicBezTo>
                    <a:cubicBezTo>
                      <a:pt x="7317" y="2505"/>
                      <a:pt x="8805" y="3354"/>
                      <a:pt x="8805" y="3354"/>
                    </a:cubicBezTo>
                    <a:lnTo>
                      <a:pt x="9602" y="908"/>
                    </a:lnTo>
                    <a:cubicBezTo>
                      <a:pt x="8446" y="276"/>
                      <a:pt x="7337" y="0"/>
                      <a:pt x="63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73"/>
              <p:cNvSpPr/>
              <p:nvPr/>
            </p:nvSpPr>
            <p:spPr>
              <a:xfrm>
                <a:off x="2361047" y="2960283"/>
                <a:ext cx="156079" cy="279795"/>
              </a:xfrm>
              <a:custGeom>
                <a:avLst/>
                <a:gdLst/>
                <a:ahLst/>
                <a:cxnLst/>
                <a:rect l="l" t="t" r="r" b="b"/>
                <a:pathLst>
                  <a:path w="5522" h="9899" extrusionOk="0">
                    <a:moveTo>
                      <a:pt x="2333" y="0"/>
                    </a:moveTo>
                    <a:cubicBezTo>
                      <a:pt x="2333" y="0"/>
                      <a:pt x="1634" y="39"/>
                      <a:pt x="1194" y="1048"/>
                    </a:cubicBezTo>
                    <a:cubicBezTo>
                      <a:pt x="1" y="4730"/>
                      <a:pt x="3058" y="9166"/>
                      <a:pt x="3058" y="9166"/>
                    </a:cubicBezTo>
                    <a:lnTo>
                      <a:pt x="5313" y="9899"/>
                    </a:lnTo>
                    <a:cubicBezTo>
                      <a:pt x="5521" y="9306"/>
                      <a:pt x="5247" y="8625"/>
                      <a:pt x="4679" y="7795"/>
                    </a:cubicBezTo>
                    <a:cubicBezTo>
                      <a:pt x="4110" y="6966"/>
                      <a:pt x="2987" y="4834"/>
                      <a:pt x="2258" y="2994"/>
                    </a:cubicBezTo>
                    <a:cubicBezTo>
                      <a:pt x="1528" y="1155"/>
                      <a:pt x="2333" y="0"/>
                      <a:pt x="23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73"/>
              <p:cNvSpPr/>
              <p:nvPr/>
            </p:nvSpPr>
            <p:spPr>
              <a:xfrm>
                <a:off x="2339706" y="3208092"/>
                <a:ext cx="171512" cy="88554"/>
              </a:xfrm>
              <a:custGeom>
                <a:avLst/>
                <a:gdLst/>
                <a:ahLst/>
                <a:cxnLst/>
                <a:rect l="l" t="t" r="r" b="b"/>
                <a:pathLst>
                  <a:path w="6068" h="3133" extrusionOk="0">
                    <a:moveTo>
                      <a:pt x="1377" y="0"/>
                    </a:moveTo>
                    <a:cubicBezTo>
                      <a:pt x="1277" y="0"/>
                      <a:pt x="1222" y="2"/>
                      <a:pt x="1222" y="2"/>
                    </a:cubicBezTo>
                    <a:lnTo>
                      <a:pt x="0" y="2194"/>
                    </a:lnTo>
                    <a:cubicBezTo>
                      <a:pt x="0" y="2194"/>
                      <a:pt x="270" y="2114"/>
                      <a:pt x="1322" y="2091"/>
                    </a:cubicBezTo>
                    <a:cubicBezTo>
                      <a:pt x="1331" y="2091"/>
                      <a:pt x="1340" y="2091"/>
                      <a:pt x="1349" y="2091"/>
                    </a:cubicBezTo>
                    <a:cubicBezTo>
                      <a:pt x="2279" y="2091"/>
                      <a:pt x="3828" y="3133"/>
                      <a:pt x="4628" y="3133"/>
                    </a:cubicBezTo>
                    <a:cubicBezTo>
                      <a:pt x="4738" y="3133"/>
                      <a:pt x="4833" y="3113"/>
                      <a:pt x="4911" y="3069"/>
                    </a:cubicBezTo>
                    <a:cubicBezTo>
                      <a:pt x="5564" y="2696"/>
                      <a:pt x="6068" y="1132"/>
                      <a:pt x="6068" y="1132"/>
                    </a:cubicBezTo>
                    <a:cubicBezTo>
                      <a:pt x="4216" y="76"/>
                      <a:pt x="1979" y="0"/>
                      <a:pt x="137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73"/>
              <p:cNvSpPr/>
              <p:nvPr/>
            </p:nvSpPr>
            <p:spPr>
              <a:xfrm>
                <a:off x="2318677" y="3261119"/>
                <a:ext cx="256703" cy="831500"/>
              </a:xfrm>
              <a:custGeom>
                <a:avLst/>
                <a:gdLst/>
                <a:ahLst/>
                <a:cxnLst/>
                <a:rect l="l" t="t" r="r" b="b"/>
                <a:pathLst>
                  <a:path w="9082" h="29418" extrusionOk="0">
                    <a:moveTo>
                      <a:pt x="1591" y="0"/>
                    </a:moveTo>
                    <a:cubicBezTo>
                      <a:pt x="1388" y="0"/>
                      <a:pt x="1111" y="76"/>
                      <a:pt x="744" y="318"/>
                    </a:cubicBezTo>
                    <a:cubicBezTo>
                      <a:pt x="744" y="318"/>
                      <a:pt x="1" y="1954"/>
                      <a:pt x="1868" y="6393"/>
                    </a:cubicBezTo>
                    <a:cubicBezTo>
                      <a:pt x="3733" y="10832"/>
                      <a:pt x="9081" y="21164"/>
                      <a:pt x="5506" y="29418"/>
                    </a:cubicBezTo>
                    <a:cubicBezTo>
                      <a:pt x="6962" y="28391"/>
                      <a:pt x="8493" y="21781"/>
                      <a:pt x="5469" y="9956"/>
                    </a:cubicBezTo>
                    <a:cubicBezTo>
                      <a:pt x="4131" y="4535"/>
                      <a:pt x="2066" y="214"/>
                      <a:pt x="2066" y="214"/>
                    </a:cubicBezTo>
                    <a:cubicBezTo>
                      <a:pt x="2066" y="214"/>
                      <a:pt x="1932" y="0"/>
                      <a:pt x="15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73"/>
              <p:cNvSpPr/>
              <p:nvPr/>
            </p:nvSpPr>
            <p:spPr>
              <a:xfrm>
                <a:off x="1062625" y="1449933"/>
                <a:ext cx="184551" cy="111255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3567" extrusionOk="0">
                    <a:moveTo>
                      <a:pt x="1" y="0"/>
                    </a:moveTo>
                    <a:cubicBezTo>
                      <a:pt x="512" y="2121"/>
                      <a:pt x="1589" y="3566"/>
                      <a:pt x="3211" y="3566"/>
                    </a:cubicBezTo>
                    <a:cubicBezTo>
                      <a:pt x="3989" y="3566"/>
                      <a:pt x="4891" y="3234"/>
                      <a:pt x="5917" y="2485"/>
                    </a:cubicBezTo>
                    <a:lnTo>
                      <a:pt x="5453" y="930"/>
                    </a:lnTo>
                    <a:cubicBezTo>
                      <a:pt x="5453" y="930"/>
                      <a:pt x="4278" y="1887"/>
                      <a:pt x="2871" y="1887"/>
                    </a:cubicBezTo>
                    <a:cubicBezTo>
                      <a:pt x="1924" y="1887"/>
                      <a:pt x="871" y="1453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73"/>
              <p:cNvSpPr/>
              <p:nvPr/>
            </p:nvSpPr>
            <p:spPr>
              <a:xfrm>
                <a:off x="1043162" y="1221618"/>
                <a:ext cx="127193" cy="228342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7321" extrusionOk="0">
                    <a:moveTo>
                      <a:pt x="4077" y="1"/>
                    </a:moveTo>
                    <a:lnTo>
                      <a:pt x="2273" y="834"/>
                    </a:lnTo>
                    <a:lnTo>
                      <a:pt x="1391" y="2844"/>
                    </a:lnTo>
                    <a:cubicBezTo>
                      <a:pt x="1" y="5627"/>
                      <a:pt x="625" y="7320"/>
                      <a:pt x="625" y="7320"/>
                    </a:cubicBezTo>
                    <a:cubicBezTo>
                      <a:pt x="1029" y="4286"/>
                      <a:pt x="4077" y="1"/>
                      <a:pt x="40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73"/>
              <p:cNvSpPr/>
              <p:nvPr/>
            </p:nvSpPr>
            <p:spPr>
              <a:xfrm>
                <a:off x="1031466" y="1177359"/>
                <a:ext cx="138889" cy="86927"/>
              </a:xfrm>
              <a:custGeom>
                <a:avLst/>
                <a:gdLst/>
                <a:ahLst/>
                <a:cxnLst/>
                <a:rect l="l" t="t" r="r" b="b"/>
                <a:pathLst>
                  <a:path w="4453" h="2787" extrusionOk="0">
                    <a:moveTo>
                      <a:pt x="3450" y="0"/>
                    </a:moveTo>
                    <a:cubicBezTo>
                      <a:pt x="3097" y="0"/>
                      <a:pt x="2607" y="203"/>
                      <a:pt x="1937" y="573"/>
                    </a:cubicBezTo>
                    <a:cubicBezTo>
                      <a:pt x="1319" y="916"/>
                      <a:pt x="765" y="987"/>
                      <a:pt x="409" y="987"/>
                    </a:cubicBezTo>
                    <a:cubicBezTo>
                      <a:pt x="153" y="987"/>
                      <a:pt x="0" y="950"/>
                      <a:pt x="0" y="950"/>
                    </a:cubicBezTo>
                    <a:lnTo>
                      <a:pt x="0" y="950"/>
                    </a:lnTo>
                    <a:lnTo>
                      <a:pt x="908" y="2779"/>
                    </a:lnTo>
                    <a:cubicBezTo>
                      <a:pt x="969" y="2784"/>
                      <a:pt x="1031" y="2787"/>
                      <a:pt x="1094" y="2787"/>
                    </a:cubicBezTo>
                    <a:cubicBezTo>
                      <a:pt x="2554" y="2787"/>
                      <a:pt x="4452" y="1420"/>
                      <a:pt x="4452" y="1420"/>
                    </a:cubicBezTo>
                    <a:cubicBezTo>
                      <a:pt x="4452" y="1420"/>
                      <a:pt x="4269" y="618"/>
                      <a:pt x="3941" y="219"/>
                    </a:cubicBezTo>
                    <a:cubicBezTo>
                      <a:pt x="3819" y="71"/>
                      <a:pt x="3658" y="0"/>
                      <a:pt x="34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73"/>
              <p:cNvSpPr/>
              <p:nvPr/>
            </p:nvSpPr>
            <p:spPr>
              <a:xfrm>
                <a:off x="3487725" y="1628148"/>
                <a:ext cx="268172" cy="177128"/>
              </a:xfrm>
              <a:custGeom>
                <a:avLst/>
                <a:gdLst/>
                <a:ahLst/>
                <a:cxnLst/>
                <a:rect l="l" t="t" r="r" b="b"/>
                <a:pathLst>
                  <a:path w="8598" h="5679" extrusionOk="0">
                    <a:moveTo>
                      <a:pt x="6333" y="0"/>
                    </a:moveTo>
                    <a:cubicBezTo>
                      <a:pt x="3892" y="0"/>
                      <a:pt x="1169" y="2744"/>
                      <a:pt x="1169" y="2744"/>
                    </a:cubicBezTo>
                    <a:cubicBezTo>
                      <a:pt x="1169" y="2744"/>
                      <a:pt x="423" y="3173"/>
                      <a:pt x="212" y="3860"/>
                    </a:cubicBezTo>
                    <a:cubicBezTo>
                      <a:pt x="1" y="4545"/>
                      <a:pt x="581" y="5560"/>
                      <a:pt x="962" y="5655"/>
                    </a:cubicBezTo>
                    <a:cubicBezTo>
                      <a:pt x="1015" y="5669"/>
                      <a:pt x="1067" y="5679"/>
                      <a:pt x="1125" y="5679"/>
                    </a:cubicBezTo>
                    <a:cubicBezTo>
                      <a:pt x="1480" y="5679"/>
                      <a:pt x="2025" y="5285"/>
                      <a:pt x="4097" y="2822"/>
                    </a:cubicBezTo>
                    <a:cubicBezTo>
                      <a:pt x="5410" y="1262"/>
                      <a:pt x="6629" y="907"/>
                      <a:pt x="7467" y="907"/>
                    </a:cubicBezTo>
                    <a:cubicBezTo>
                      <a:pt x="8165" y="907"/>
                      <a:pt x="8597" y="1154"/>
                      <a:pt x="8597" y="1154"/>
                    </a:cubicBezTo>
                    <a:cubicBezTo>
                      <a:pt x="7952" y="314"/>
                      <a:pt x="7159" y="0"/>
                      <a:pt x="63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73"/>
              <p:cNvSpPr/>
              <p:nvPr/>
            </p:nvSpPr>
            <p:spPr>
              <a:xfrm>
                <a:off x="3439318" y="1606845"/>
                <a:ext cx="94038" cy="197713"/>
              </a:xfrm>
              <a:custGeom>
                <a:avLst/>
                <a:gdLst/>
                <a:ahLst/>
                <a:cxnLst/>
                <a:rect l="l" t="t" r="r" b="b"/>
                <a:pathLst>
                  <a:path w="3015" h="6339" extrusionOk="0">
                    <a:moveTo>
                      <a:pt x="885" y="1"/>
                    </a:moveTo>
                    <a:lnTo>
                      <a:pt x="885" y="1"/>
                    </a:lnTo>
                    <a:cubicBezTo>
                      <a:pt x="1186" y="743"/>
                      <a:pt x="988" y="2379"/>
                      <a:pt x="493" y="4136"/>
                    </a:cubicBezTo>
                    <a:cubicBezTo>
                      <a:pt x="0" y="5893"/>
                      <a:pt x="2514" y="6338"/>
                      <a:pt x="2514" y="6338"/>
                    </a:cubicBezTo>
                    <a:cubicBezTo>
                      <a:pt x="2514" y="6338"/>
                      <a:pt x="1992" y="6119"/>
                      <a:pt x="2504" y="4614"/>
                    </a:cubicBezTo>
                    <a:cubicBezTo>
                      <a:pt x="3015" y="3109"/>
                      <a:pt x="2554" y="704"/>
                      <a:pt x="2554" y="704"/>
                    </a:cubicBez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73"/>
              <p:cNvSpPr/>
              <p:nvPr/>
            </p:nvSpPr>
            <p:spPr>
              <a:xfrm>
                <a:off x="994213" y="4714530"/>
                <a:ext cx="2982980" cy="155463"/>
              </a:xfrm>
              <a:custGeom>
                <a:avLst/>
                <a:gdLst/>
                <a:ahLst/>
                <a:cxnLst/>
                <a:rect l="l" t="t" r="r" b="b"/>
                <a:pathLst>
                  <a:path w="95639" h="4062" extrusionOk="0">
                    <a:moveTo>
                      <a:pt x="47820" y="1"/>
                    </a:moveTo>
                    <a:cubicBezTo>
                      <a:pt x="21410" y="1"/>
                      <a:pt x="0" y="910"/>
                      <a:pt x="0" y="2032"/>
                    </a:cubicBezTo>
                    <a:cubicBezTo>
                      <a:pt x="0" y="3152"/>
                      <a:pt x="21410" y="4061"/>
                      <a:pt x="47820" y="4061"/>
                    </a:cubicBezTo>
                    <a:cubicBezTo>
                      <a:pt x="74229" y="4061"/>
                      <a:pt x="95638" y="3152"/>
                      <a:pt x="95638" y="2032"/>
                    </a:cubicBezTo>
                    <a:cubicBezTo>
                      <a:pt x="95638" y="910"/>
                      <a:pt x="74229" y="1"/>
                      <a:pt x="47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0" name="Google Shape;4070;p73"/>
            <p:cNvGrpSpPr/>
            <p:nvPr/>
          </p:nvGrpSpPr>
          <p:grpSpPr>
            <a:xfrm>
              <a:off x="5587845" y="1808573"/>
              <a:ext cx="2205157" cy="2333913"/>
              <a:chOff x="198531" y="-812678"/>
              <a:chExt cx="2909946" cy="3079853"/>
            </a:xfrm>
          </p:grpSpPr>
          <p:sp>
            <p:nvSpPr>
              <p:cNvPr id="4071" name="Google Shape;4071;p73"/>
              <p:cNvSpPr/>
              <p:nvPr/>
            </p:nvSpPr>
            <p:spPr>
              <a:xfrm>
                <a:off x="1764067" y="-812678"/>
                <a:ext cx="246913" cy="262878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8595" extrusionOk="0">
                    <a:moveTo>
                      <a:pt x="4036" y="1"/>
                    </a:moveTo>
                    <a:cubicBezTo>
                      <a:pt x="4036" y="4024"/>
                      <a:pt x="650" y="4285"/>
                      <a:pt x="1" y="4297"/>
                    </a:cubicBezTo>
                    <a:cubicBezTo>
                      <a:pt x="650" y="4310"/>
                      <a:pt x="4036" y="4572"/>
                      <a:pt x="4036" y="8594"/>
                    </a:cubicBezTo>
                    <a:cubicBezTo>
                      <a:pt x="4036" y="4571"/>
                      <a:pt x="7421" y="4310"/>
                      <a:pt x="8072" y="4297"/>
                    </a:cubicBezTo>
                    <a:cubicBezTo>
                      <a:pt x="7421" y="4285"/>
                      <a:pt x="4036" y="4023"/>
                      <a:pt x="40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73"/>
              <p:cNvSpPr/>
              <p:nvPr/>
            </p:nvSpPr>
            <p:spPr>
              <a:xfrm>
                <a:off x="2439418" y="478353"/>
                <a:ext cx="353134" cy="245536"/>
              </a:xfrm>
              <a:custGeom>
                <a:avLst/>
                <a:gdLst/>
                <a:ahLst/>
                <a:cxnLst/>
                <a:rect l="l" t="t" r="r" b="b"/>
                <a:pathLst>
                  <a:path w="11546" h="8028" extrusionOk="0">
                    <a:moveTo>
                      <a:pt x="3568" y="0"/>
                    </a:moveTo>
                    <a:lnTo>
                      <a:pt x="0" y="1419"/>
                    </a:lnTo>
                    <a:cubicBezTo>
                      <a:pt x="0" y="1419"/>
                      <a:pt x="4498" y="8027"/>
                      <a:pt x="9588" y="8027"/>
                    </a:cubicBezTo>
                    <a:cubicBezTo>
                      <a:pt x="9695" y="8027"/>
                      <a:pt x="9802" y="8024"/>
                      <a:pt x="9909" y="8018"/>
                    </a:cubicBezTo>
                    <a:lnTo>
                      <a:pt x="11546" y="6376"/>
                    </a:lnTo>
                    <a:cubicBezTo>
                      <a:pt x="11546" y="6376"/>
                      <a:pt x="5687" y="5900"/>
                      <a:pt x="35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73"/>
              <p:cNvSpPr/>
              <p:nvPr/>
            </p:nvSpPr>
            <p:spPr>
              <a:xfrm>
                <a:off x="2785561" y="1870702"/>
                <a:ext cx="322916" cy="396473"/>
              </a:xfrm>
              <a:custGeom>
                <a:avLst/>
                <a:gdLst/>
                <a:ahLst/>
                <a:cxnLst/>
                <a:rect l="l" t="t" r="r" b="b"/>
                <a:pathLst>
                  <a:path w="10558" h="12963" extrusionOk="0">
                    <a:moveTo>
                      <a:pt x="10529" y="1"/>
                    </a:moveTo>
                    <a:lnTo>
                      <a:pt x="2813" y="1765"/>
                    </a:lnTo>
                    <a:lnTo>
                      <a:pt x="2813" y="3775"/>
                    </a:lnTo>
                    <a:lnTo>
                      <a:pt x="2818" y="3774"/>
                    </a:lnTo>
                    <a:lnTo>
                      <a:pt x="2818" y="10376"/>
                    </a:lnTo>
                    <a:cubicBezTo>
                      <a:pt x="2629" y="10296"/>
                      <a:pt x="2411" y="10254"/>
                      <a:pt x="2180" y="10254"/>
                    </a:cubicBezTo>
                    <a:cubicBezTo>
                      <a:pt x="1904" y="10254"/>
                      <a:pt x="1610" y="10314"/>
                      <a:pt x="1322" y="10440"/>
                    </a:cubicBezTo>
                    <a:cubicBezTo>
                      <a:pt x="465" y="10822"/>
                      <a:pt x="0" y="11653"/>
                      <a:pt x="285" y="12297"/>
                    </a:cubicBezTo>
                    <a:cubicBezTo>
                      <a:pt x="474" y="12725"/>
                      <a:pt x="946" y="12962"/>
                      <a:pt x="1494" y="12962"/>
                    </a:cubicBezTo>
                    <a:cubicBezTo>
                      <a:pt x="1772" y="12962"/>
                      <a:pt x="2068" y="12902"/>
                      <a:pt x="2357" y="12774"/>
                    </a:cubicBezTo>
                    <a:cubicBezTo>
                      <a:pt x="2970" y="12503"/>
                      <a:pt x="3377" y="12002"/>
                      <a:pt x="3459" y="11504"/>
                    </a:cubicBezTo>
                    <a:lnTo>
                      <a:pt x="3465" y="11504"/>
                    </a:lnTo>
                    <a:lnTo>
                      <a:pt x="3465" y="11475"/>
                    </a:lnTo>
                    <a:cubicBezTo>
                      <a:pt x="3481" y="11369"/>
                      <a:pt x="3481" y="11261"/>
                      <a:pt x="3465" y="11156"/>
                    </a:cubicBezTo>
                    <a:lnTo>
                      <a:pt x="3465" y="3619"/>
                    </a:lnTo>
                    <a:lnTo>
                      <a:pt x="9879" y="2087"/>
                    </a:lnTo>
                    <a:lnTo>
                      <a:pt x="9879" y="8743"/>
                    </a:lnTo>
                    <a:cubicBezTo>
                      <a:pt x="9689" y="8660"/>
                      <a:pt x="9468" y="8616"/>
                      <a:pt x="9234" y="8616"/>
                    </a:cubicBezTo>
                    <a:cubicBezTo>
                      <a:pt x="8958" y="8616"/>
                      <a:pt x="8662" y="8677"/>
                      <a:pt x="8374" y="8804"/>
                    </a:cubicBezTo>
                    <a:cubicBezTo>
                      <a:pt x="7515" y="9186"/>
                      <a:pt x="7051" y="10017"/>
                      <a:pt x="7334" y="10661"/>
                    </a:cubicBezTo>
                    <a:cubicBezTo>
                      <a:pt x="7522" y="11088"/>
                      <a:pt x="7996" y="11326"/>
                      <a:pt x="8545" y="11326"/>
                    </a:cubicBezTo>
                    <a:cubicBezTo>
                      <a:pt x="8822" y="11326"/>
                      <a:pt x="9119" y="11265"/>
                      <a:pt x="9407" y="11138"/>
                    </a:cubicBezTo>
                    <a:cubicBezTo>
                      <a:pt x="10122" y="10820"/>
                      <a:pt x="10557" y="10192"/>
                      <a:pt x="10520" y="9618"/>
                    </a:cubicBezTo>
                    <a:lnTo>
                      <a:pt x="10525" y="9618"/>
                    </a:lnTo>
                    <a:lnTo>
                      <a:pt x="10525" y="1934"/>
                    </a:lnTo>
                    <a:lnTo>
                      <a:pt x="10529" y="1932"/>
                    </a:lnTo>
                    <a:lnTo>
                      <a:pt x="105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4" name="Google Shape;4074;p73"/>
              <p:cNvSpPr/>
              <p:nvPr/>
            </p:nvSpPr>
            <p:spPr>
              <a:xfrm>
                <a:off x="2785552" y="1244067"/>
                <a:ext cx="158001" cy="15790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3820" extrusionOk="0">
                    <a:moveTo>
                      <a:pt x="1911" y="1"/>
                    </a:moveTo>
                    <a:cubicBezTo>
                      <a:pt x="856" y="1"/>
                      <a:pt x="0" y="854"/>
                      <a:pt x="0" y="1909"/>
                    </a:cubicBezTo>
                    <a:cubicBezTo>
                      <a:pt x="0" y="2964"/>
                      <a:pt x="856" y="3820"/>
                      <a:pt x="1911" y="3820"/>
                    </a:cubicBezTo>
                    <a:cubicBezTo>
                      <a:pt x="2966" y="3820"/>
                      <a:pt x="3821" y="2964"/>
                      <a:pt x="3821" y="1909"/>
                    </a:cubicBezTo>
                    <a:cubicBezTo>
                      <a:pt x="3821" y="854"/>
                      <a:pt x="2966" y="1"/>
                      <a:pt x="19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5" name="Google Shape;4075;p73"/>
              <p:cNvSpPr/>
              <p:nvPr/>
            </p:nvSpPr>
            <p:spPr>
              <a:xfrm>
                <a:off x="198531" y="921259"/>
                <a:ext cx="116896" cy="116835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3820" extrusionOk="0">
                    <a:moveTo>
                      <a:pt x="1911" y="1"/>
                    </a:moveTo>
                    <a:cubicBezTo>
                      <a:pt x="856" y="1"/>
                      <a:pt x="0" y="854"/>
                      <a:pt x="0" y="1909"/>
                    </a:cubicBezTo>
                    <a:cubicBezTo>
                      <a:pt x="0" y="2964"/>
                      <a:pt x="856" y="3820"/>
                      <a:pt x="1911" y="3820"/>
                    </a:cubicBezTo>
                    <a:cubicBezTo>
                      <a:pt x="2966" y="3820"/>
                      <a:pt x="3821" y="2964"/>
                      <a:pt x="3821" y="1909"/>
                    </a:cubicBezTo>
                    <a:cubicBezTo>
                      <a:pt x="3821" y="854"/>
                      <a:pt x="2966" y="1"/>
                      <a:pt x="19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6" name="Google Shape;4076;p73"/>
              <p:cNvSpPr/>
              <p:nvPr/>
            </p:nvSpPr>
            <p:spPr>
              <a:xfrm>
                <a:off x="640425" y="460013"/>
                <a:ext cx="246928" cy="389633"/>
              </a:xfrm>
              <a:custGeom>
                <a:avLst/>
                <a:gdLst/>
                <a:ahLst/>
                <a:cxnLst/>
                <a:rect l="l" t="t" r="r" b="b"/>
                <a:pathLst>
                  <a:path w="8562" h="13509" extrusionOk="0">
                    <a:moveTo>
                      <a:pt x="4060" y="0"/>
                    </a:moveTo>
                    <a:cubicBezTo>
                      <a:pt x="3905" y="0"/>
                      <a:pt x="3777" y="124"/>
                      <a:pt x="3774" y="280"/>
                    </a:cubicBezTo>
                    <a:lnTo>
                      <a:pt x="3774" y="10355"/>
                    </a:lnTo>
                    <a:lnTo>
                      <a:pt x="3775" y="10355"/>
                    </a:lnTo>
                    <a:lnTo>
                      <a:pt x="3775" y="10405"/>
                    </a:lnTo>
                    <a:cubicBezTo>
                      <a:pt x="3490" y="10217"/>
                      <a:pt x="3123" y="10116"/>
                      <a:pt x="2725" y="10116"/>
                    </a:cubicBezTo>
                    <a:cubicBezTo>
                      <a:pt x="2382" y="10116"/>
                      <a:pt x="2016" y="10191"/>
                      <a:pt x="1658" y="10349"/>
                    </a:cubicBezTo>
                    <a:cubicBezTo>
                      <a:pt x="584" y="10827"/>
                      <a:pt x="1" y="11869"/>
                      <a:pt x="357" y="12675"/>
                    </a:cubicBezTo>
                    <a:cubicBezTo>
                      <a:pt x="594" y="13210"/>
                      <a:pt x="1188" y="13508"/>
                      <a:pt x="1876" y="13508"/>
                    </a:cubicBezTo>
                    <a:cubicBezTo>
                      <a:pt x="2223" y="13508"/>
                      <a:pt x="2594" y="13432"/>
                      <a:pt x="2954" y="13272"/>
                    </a:cubicBezTo>
                    <a:cubicBezTo>
                      <a:pt x="3866" y="12867"/>
                      <a:pt x="4421" y="12059"/>
                      <a:pt x="4351" y="11331"/>
                    </a:cubicBezTo>
                    <a:lnTo>
                      <a:pt x="4351" y="5949"/>
                    </a:lnTo>
                    <a:lnTo>
                      <a:pt x="4348" y="5949"/>
                    </a:lnTo>
                    <a:lnTo>
                      <a:pt x="4348" y="1390"/>
                    </a:lnTo>
                    <a:cubicBezTo>
                      <a:pt x="4587" y="1632"/>
                      <a:pt x="4929" y="1894"/>
                      <a:pt x="5429" y="2214"/>
                    </a:cubicBezTo>
                    <a:lnTo>
                      <a:pt x="5648" y="2352"/>
                    </a:lnTo>
                    <a:cubicBezTo>
                      <a:pt x="6766" y="3046"/>
                      <a:pt x="7819" y="3821"/>
                      <a:pt x="7389" y="4967"/>
                    </a:cubicBezTo>
                    <a:cubicBezTo>
                      <a:pt x="7332" y="5116"/>
                      <a:pt x="7407" y="5281"/>
                      <a:pt x="7556" y="5338"/>
                    </a:cubicBezTo>
                    <a:cubicBezTo>
                      <a:pt x="7589" y="5350"/>
                      <a:pt x="7623" y="5356"/>
                      <a:pt x="7657" y="5356"/>
                    </a:cubicBezTo>
                    <a:cubicBezTo>
                      <a:pt x="7773" y="5356"/>
                      <a:pt x="7882" y="5285"/>
                      <a:pt x="7925" y="5169"/>
                    </a:cubicBezTo>
                    <a:cubicBezTo>
                      <a:pt x="8562" y="3486"/>
                      <a:pt x="6864" y="2432"/>
                      <a:pt x="5952" y="1864"/>
                    </a:cubicBezTo>
                    <a:lnTo>
                      <a:pt x="5738" y="1730"/>
                    </a:lnTo>
                    <a:cubicBezTo>
                      <a:pt x="4632" y="1022"/>
                      <a:pt x="4450" y="674"/>
                      <a:pt x="4348" y="301"/>
                    </a:cubicBezTo>
                    <a:lnTo>
                      <a:pt x="4348" y="280"/>
                    </a:lnTo>
                    <a:cubicBezTo>
                      <a:pt x="4343" y="124"/>
                      <a:pt x="4216" y="0"/>
                      <a:pt x="40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7" name="Google Shape;4077;p73"/>
              <p:cNvSpPr/>
              <p:nvPr/>
            </p:nvSpPr>
            <p:spPr>
              <a:xfrm rot="-2571616">
                <a:off x="1367765" y="-571516"/>
                <a:ext cx="165837" cy="276712"/>
              </a:xfrm>
              <a:custGeom>
                <a:avLst/>
                <a:gdLst/>
                <a:ahLst/>
                <a:cxnLst/>
                <a:rect l="l" t="t" r="r" b="b"/>
                <a:pathLst>
                  <a:path w="5422" h="9047" extrusionOk="0">
                    <a:moveTo>
                      <a:pt x="1856" y="0"/>
                    </a:moveTo>
                    <a:lnTo>
                      <a:pt x="1" y="300"/>
                    </a:lnTo>
                    <a:cubicBezTo>
                      <a:pt x="1" y="300"/>
                      <a:pt x="3620" y="3401"/>
                      <a:pt x="2206" y="8282"/>
                    </a:cubicBezTo>
                    <a:lnTo>
                      <a:pt x="5223" y="9046"/>
                    </a:lnTo>
                    <a:cubicBezTo>
                      <a:pt x="5223" y="9046"/>
                      <a:pt x="5422" y="2293"/>
                      <a:pt x="18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8" name="Google Shape;4078;p73"/>
            <p:cNvGrpSpPr/>
            <p:nvPr/>
          </p:nvGrpSpPr>
          <p:grpSpPr>
            <a:xfrm>
              <a:off x="5587854" y="2137758"/>
              <a:ext cx="2496426" cy="2449046"/>
              <a:chOff x="1438801" y="1704768"/>
              <a:chExt cx="3243376" cy="3181406"/>
            </a:xfrm>
          </p:grpSpPr>
          <p:sp>
            <p:nvSpPr>
              <p:cNvPr id="4079" name="Google Shape;4079;p73"/>
              <p:cNvSpPr/>
              <p:nvPr/>
            </p:nvSpPr>
            <p:spPr>
              <a:xfrm>
                <a:off x="3637350" y="4651335"/>
                <a:ext cx="178465" cy="178067"/>
              </a:xfrm>
              <a:custGeom>
                <a:avLst/>
                <a:gdLst/>
                <a:ahLst/>
                <a:cxnLst/>
                <a:rect l="l" t="t" r="r" b="b"/>
                <a:pathLst>
                  <a:path w="11672" h="11646" extrusionOk="0">
                    <a:moveTo>
                      <a:pt x="4836" y="1"/>
                    </a:moveTo>
                    <a:cubicBezTo>
                      <a:pt x="1568" y="1"/>
                      <a:pt x="0" y="467"/>
                      <a:pt x="0" y="467"/>
                    </a:cubicBezTo>
                    <a:cubicBezTo>
                      <a:pt x="0" y="467"/>
                      <a:pt x="333" y="5008"/>
                      <a:pt x="2193" y="8327"/>
                    </a:cubicBezTo>
                    <a:lnTo>
                      <a:pt x="1258" y="11645"/>
                    </a:lnTo>
                    <a:lnTo>
                      <a:pt x="9992" y="11645"/>
                    </a:lnTo>
                    <a:cubicBezTo>
                      <a:pt x="9992" y="11645"/>
                      <a:pt x="11671" y="4129"/>
                      <a:pt x="11030" y="467"/>
                    </a:cubicBezTo>
                    <a:cubicBezTo>
                      <a:pt x="8530" y="117"/>
                      <a:pt x="6470" y="1"/>
                      <a:pt x="48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0" name="Google Shape;4080;p73"/>
              <p:cNvSpPr/>
              <p:nvPr/>
            </p:nvSpPr>
            <p:spPr>
              <a:xfrm>
                <a:off x="3613849" y="4447473"/>
                <a:ext cx="165591" cy="154918"/>
              </a:xfrm>
              <a:custGeom>
                <a:avLst/>
                <a:gdLst/>
                <a:ahLst/>
                <a:cxnLst/>
                <a:rect l="l" t="t" r="r" b="b"/>
                <a:pathLst>
                  <a:path w="10830" h="10132" extrusionOk="0">
                    <a:moveTo>
                      <a:pt x="0" y="0"/>
                    </a:moveTo>
                    <a:lnTo>
                      <a:pt x="3730" y="10131"/>
                    </a:lnTo>
                    <a:lnTo>
                      <a:pt x="10830" y="8980"/>
                    </a:lnTo>
                    <a:lnTo>
                      <a:pt x="8035" y="0"/>
                    </a:lnTo>
                    <a:close/>
                  </a:path>
                </a:pathLst>
              </a:custGeom>
              <a:solidFill>
                <a:srgbClr val="FD84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1" name="Google Shape;4081;p73"/>
              <p:cNvSpPr/>
              <p:nvPr/>
            </p:nvSpPr>
            <p:spPr>
              <a:xfrm>
                <a:off x="3591052" y="4544549"/>
                <a:ext cx="263171" cy="314255"/>
              </a:xfrm>
              <a:custGeom>
                <a:avLst/>
                <a:gdLst/>
                <a:ahLst/>
                <a:cxnLst/>
                <a:rect l="l" t="t" r="r" b="b"/>
                <a:pathLst>
                  <a:path w="17212" h="20553" extrusionOk="0">
                    <a:moveTo>
                      <a:pt x="7911" y="1"/>
                    </a:moveTo>
                    <a:cubicBezTo>
                      <a:pt x="6627" y="1"/>
                      <a:pt x="5336" y="309"/>
                      <a:pt x="4191" y="984"/>
                    </a:cubicBezTo>
                    <a:cubicBezTo>
                      <a:pt x="0" y="11737"/>
                      <a:pt x="8479" y="13738"/>
                      <a:pt x="8479" y="13738"/>
                    </a:cubicBezTo>
                    <a:lnTo>
                      <a:pt x="8479" y="20552"/>
                    </a:lnTo>
                    <a:lnTo>
                      <a:pt x="11274" y="20552"/>
                    </a:lnTo>
                    <a:lnTo>
                      <a:pt x="11274" y="13738"/>
                    </a:lnTo>
                    <a:cubicBezTo>
                      <a:pt x="17212" y="7101"/>
                      <a:pt x="11807" y="984"/>
                      <a:pt x="11807" y="984"/>
                    </a:cubicBezTo>
                    <a:cubicBezTo>
                      <a:pt x="10642" y="351"/>
                      <a:pt x="9281" y="1"/>
                      <a:pt x="79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2" name="Google Shape;4082;p73"/>
              <p:cNvSpPr/>
              <p:nvPr/>
            </p:nvSpPr>
            <p:spPr>
              <a:xfrm>
                <a:off x="2899592" y="4425838"/>
                <a:ext cx="410781" cy="403564"/>
              </a:xfrm>
              <a:custGeom>
                <a:avLst/>
                <a:gdLst/>
                <a:ahLst/>
                <a:cxnLst/>
                <a:rect l="l" t="t" r="r" b="b"/>
                <a:pathLst>
                  <a:path w="26866" h="26394" extrusionOk="0">
                    <a:moveTo>
                      <a:pt x="20026" y="1"/>
                    </a:moveTo>
                    <a:cubicBezTo>
                      <a:pt x="20026" y="1"/>
                      <a:pt x="19049" y="3435"/>
                      <a:pt x="17910" y="6041"/>
                    </a:cubicBezTo>
                    <a:cubicBezTo>
                      <a:pt x="16771" y="8646"/>
                      <a:pt x="9119" y="21019"/>
                      <a:pt x="9119" y="21019"/>
                    </a:cubicBezTo>
                    <a:cubicBezTo>
                      <a:pt x="9119" y="21019"/>
                      <a:pt x="5863" y="21835"/>
                      <a:pt x="2932" y="22061"/>
                    </a:cubicBezTo>
                    <a:cubicBezTo>
                      <a:pt x="1" y="22288"/>
                      <a:pt x="1" y="26393"/>
                      <a:pt x="1" y="26393"/>
                    </a:cubicBezTo>
                    <a:lnTo>
                      <a:pt x="14817" y="26393"/>
                    </a:lnTo>
                    <a:lnTo>
                      <a:pt x="20679" y="19880"/>
                    </a:lnTo>
                    <a:lnTo>
                      <a:pt x="20679" y="26393"/>
                    </a:lnTo>
                    <a:lnTo>
                      <a:pt x="23610" y="26393"/>
                    </a:lnTo>
                    <a:lnTo>
                      <a:pt x="23610" y="18090"/>
                    </a:lnTo>
                    <a:cubicBezTo>
                      <a:pt x="26866" y="14508"/>
                      <a:pt x="24902" y="8646"/>
                      <a:pt x="24902" y="8646"/>
                    </a:cubicBezTo>
                    <a:lnTo>
                      <a:pt x="26703" y="2672"/>
                    </a:lnTo>
                    <a:lnTo>
                      <a:pt x="20026" y="1"/>
                    </a:lnTo>
                    <a:close/>
                  </a:path>
                </a:pathLst>
              </a:custGeom>
              <a:solidFill>
                <a:srgbClr val="FD84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3" name="Google Shape;4083;p73"/>
              <p:cNvSpPr/>
              <p:nvPr/>
            </p:nvSpPr>
            <p:spPr>
              <a:xfrm>
                <a:off x="2899592" y="4542944"/>
                <a:ext cx="410781" cy="286473"/>
              </a:xfrm>
              <a:custGeom>
                <a:avLst/>
                <a:gdLst/>
                <a:ahLst/>
                <a:cxnLst/>
                <a:rect l="l" t="t" r="r" b="b"/>
                <a:pathLst>
                  <a:path w="26866" h="18736" extrusionOk="0">
                    <a:moveTo>
                      <a:pt x="23319" y="0"/>
                    </a:moveTo>
                    <a:cubicBezTo>
                      <a:pt x="22982" y="0"/>
                      <a:pt x="22576" y="32"/>
                      <a:pt x="22085" y="106"/>
                    </a:cubicBezTo>
                    <a:cubicBezTo>
                      <a:pt x="18855" y="594"/>
                      <a:pt x="12459" y="7893"/>
                      <a:pt x="12459" y="7893"/>
                    </a:cubicBezTo>
                    <a:cubicBezTo>
                      <a:pt x="10659" y="10871"/>
                      <a:pt x="9119" y="13362"/>
                      <a:pt x="9119" y="13362"/>
                    </a:cubicBezTo>
                    <a:cubicBezTo>
                      <a:pt x="9119" y="13362"/>
                      <a:pt x="5863" y="14176"/>
                      <a:pt x="2932" y="14402"/>
                    </a:cubicBezTo>
                    <a:cubicBezTo>
                      <a:pt x="1" y="14630"/>
                      <a:pt x="1" y="18736"/>
                      <a:pt x="1" y="18736"/>
                    </a:cubicBezTo>
                    <a:lnTo>
                      <a:pt x="14817" y="18736"/>
                    </a:lnTo>
                    <a:lnTo>
                      <a:pt x="20679" y="12223"/>
                    </a:lnTo>
                    <a:lnTo>
                      <a:pt x="20679" y="18736"/>
                    </a:lnTo>
                    <a:lnTo>
                      <a:pt x="23610" y="18736"/>
                    </a:lnTo>
                    <a:lnTo>
                      <a:pt x="23610" y="10431"/>
                    </a:lnTo>
                    <a:cubicBezTo>
                      <a:pt x="26866" y="6849"/>
                      <a:pt x="24902" y="987"/>
                      <a:pt x="24902" y="987"/>
                    </a:cubicBezTo>
                    <a:cubicBezTo>
                      <a:pt x="24902" y="987"/>
                      <a:pt x="25199" y="0"/>
                      <a:pt x="233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73"/>
              <p:cNvSpPr/>
              <p:nvPr/>
            </p:nvSpPr>
            <p:spPr>
              <a:xfrm>
                <a:off x="3237272" y="3299041"/>
                <a:ext cx="526159" cy="1199072"/>
              </a:xfrm>
              <a:custGeom>
                <a:avLst/>
                <a:gdLst/>
                <a:ahLst/>
                <a:cxnLst/>
                <a:rect l="l" t="t" r="r" b="b"/>
                <a:pathLst>
                  <a:path w="34412" h="78422" extrusionOk="0">
                    <a:moveTo>
                      <a:pt x="0" y="0"/>
                    </a:moveTo>
                    <a:cubicBezTo>
                      <a:pt x="0" y="0"/>
                      <a:pt x="0" y="7163"/>
                      <a:pt x="2620" y="16945"/>
                    </a:cubicBezTo>
                    <a:cubicBezTo>
                      <a:pt x="5240" y="26726"/>
                      <a:pt x="15371" y="57098"/>
                      <a:pt x="15371" y="57098"/>
                    </a:cubicBezTo>
                    <a:lnTo>
                      <a:pt x="24281" y="77941"/>
                    </a:lnTo>
                    <a:cubicBezTo>
                      <a:pt x="24281" y="77941"/>
                      <a:pt x="26105" y="78421"/>
                      <a:pt x="28208" y="78421"/>
                    </a:cubicBezTo>
                    <a:cubicBezTo>
                      <a:pt x="30888" y="78421"/>
                      <a:pt x="34020" y="77642"/>
                      <a:pt x="34412" y="74099"/>
                    </a:cubicBezTo>
                    <a:lnTo>
                      <a:pt x="22708" y="29171"/>
                    </a:lnTo>
                    <a:lnTo>
                      <a:pt x="197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73"/>
              <p:cNvSpPr/>
              <p:nvPr/>
            </p:nvSpPr>
            <p:spPr>
              <a:xfrm>
                <a:off x="3344027" y="3330982"/>
                <a:ext cx="198785" cy="617074"/>
              </a:xfrm>
              <a:custGeom>
                <a:avLst/>
                <a:gdLst/>
                <a:ahLst/>
                <a:cxnLst/>
                <a:rect l="l" t="t" r="r" b="b"/>
                <a:pathLst>
                  <a:path w="13001" h="40358" extrusionOk="0">
                    <a:moveTo>
                      <a:pt x="13001" y="1"/>
                    </a:moveTo>
                    <a:lnTo>
                      <a:pt x="0" y="29273"/>
                    </a:lnTo>
                    <a:lnTo>
                      <a:pt x="3149" y="40358"/>
                    </a:lnTo>
                    <a:lnTo>
                      <a:pt x="9786" y="28131"/>
                    </a:lnTo>
                    <a:lnTo>
                      <a:pt x="13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73"/>
              <p:cNvSpPr/>
              <p:nvPr/>
            </p:nvSpPr>
            <p:spPr>
              <a:xfrm>
                <a:off x="3521926" y="3726030"/>
                <a:ext cx="241475" cy="770815"/>
              </a:xfrm>
              <a:custGeom>
                <a:avLst/>
                <a:gdLst/>
                <a:ahLst/>
                <a:cxnLst/>
                <a:rect l="l" t="t" r="r" b="b"/>
                <a:pathLst>
                  <a:path w="15793" h="50413" extrusionOk="0">
                    <a:moveTo>
                      <a:pt x="3965" y="0"/>
                    </a:moveTo>
                    <a:lnTo>
                      <a:pt x="1" y="7883"/>
                    </a:lnTo>
                    <a:lnTo>
                      <a:pt x="11014" y="50413"/>
                    </a:lnTo>
                    <a:cubicBezTo>
                      <a:pt x="13277" y="50139"/>
                      <a:pt x="15470" y="49099"/>
                      <a:pt x="15793" y="46173"/>
                    </a:cubicBezTo>
                    <a:lnTo>
                      <a:pt x="4091" y="1245"/>
                    </a:lnTo>
                    <a:lnTo>
                      <a:pt x="39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73"/>
              <p:cNvSpPr/>
              <p:nvPr/>
            </p:nvSpPr>
            <p:spPr>
              <a:xfrm>
                <a:off x="3178513" y="3255939"/>
                <a:ext cx="630300" cy="1260034"/>
              </a:xfrm>
              <a:custGeom>
                <a:avLst/>
                <a:gdLst/>
                <a:ahLst/>
                <a:cxnLst/>
                <a:rect l="l" t="t" r="r" b="b"/>
                <a:pathLst>
                  <a:path w="41223" h="82409" extrusionOk="0">
                    <a:moveTo>
                      <a:pt x="35285" y="1"/>
                    </a:moveTo>
                    <a:lnTo>
                      <a:pt x="24630" y="1248"/>
                    </a:lnTo>
                    <a:lnTo>
                      <a:pt x="22678" y="4275"/>
                    </a:lnTo>
                    <a:lnTo>
                      <a:pt x="13450" y="36184"/>
                    </a:lnTo>
                    <a:lnTo>
                      <a:pt x="1" y="76183"/>
                    </a:lnTo>
                    <a:cubicBezTo>
                      <a:pt x="1126" y="81467"/>
                      <a:pt x="6157" y="82409"/>
                      <a:pt x="9600" y="82409"/>
                    </a:cubicBezTo>
                    <a:cubicBezTo>
                      <a:pt x="11507" y="82409"/>
                      <a:pt x="12927" y="82120"/>
                      <a:pt x="12927" y="82120"/>
                    </a:cubicBezTo>
                    <a:cubicBezTo>
                      <a:pt x="12927" y="82120"/>
                      <a:pt x="18690" y="67624"/>
                      <a:pt x="25852" y="42296"/>
                    </a:cubicBezTo>
                    <a:cubicBezTo>
                      <a:pt x="29520" y="36009"/>
                      <a:pt x="41223" y="2296"/>
                      <a:pt x="41223" y="2296"/>
                    </a:cubicBezTo>
                    <a:lnTo>
                      <a:pt x="3528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73"/>
              <p:cNvSpPr/>
              <p:nvPr/>
            </p:nvSpPr>
            <p:spPr>
              <a:xfrm>
                <a:off x="4519232" y="3001819"/>
                <a:ext cx="156447" cy="84110"/>
              </a:xfrm>
              <a:custGeom>
                <a:avLst/>
                <a:gdLst/>
                <a:ahLst/>
                <a:cxnLst/>
                <a:rect l="l" t="t" r="r" b="b"/>
                <a:pathLst>
                  <a:path w="10232" h="5501" extrusionOk="0">
                    <a:moveTo>
                      <a:pt x="0" y="1"/>
                    </a:moveTo>
                    <a:cubicBezTo>
                      <a:pt x="0" y="1"/>
                      <a:pt x="2272" y="5291"/>
                      <a:pt x="5869" y="5487"/>
                    </a:cubicBezTo>
                    <a:cubicBezTo>
                      <a:pt x="6039" y="5496"/>
                      <a:pt x="6203" y="5500"/>
                      <a:pt x="6361" y="5500"/>
                    </a:cubicBezTo>
                    <a:cubicBezTo>
                      <a:pt x="9542" y="5500"/>
                      <a:pt x="10232" y="3703"/>
                      <a:pt x="8734" y="3351"/>
                    </a:cubicBezTo>
                    <a:cubicBezTo>
                      <a:pt x="7161" y="2982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E264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73"/>
              <p:cNvSpPr/>
              <p:nvPr/>
            </p:nvSpPr>
            <p:spPr>
              <a:xfrm>
                <a:off x="2319673" y="4193858"/>
                <a:ext cx="347052" cy="593848"/>
              </a:xfrm>
              <a:custGeom>
                <a:avLst/>
                <a:gdLst/>
                <a:ahLst/>
                <a:cxnLst/>
                <a:rect l="l" t="t" r="r" b="b"/>
                <a:pathLst>
                  <a:path w="22698" h="38839" extrusionOk="0">
                    <a:moveTo>
                      <a:pt x="11104" y="0"/>
                    </a:moveTo>
                    <a:cubicBezTo>
                      <a:pt x="9825" y="0"/>
                      <a:pt x="8448" y="448"/>
                      <a:pt x="7011" y="1530"/>
                    </a:cubicBezTo>
                    <a:cubicBezTo>
                      <a:pt x="0" y="6810"/>
                      <a:pt x="3361" y="15173"/>
                      <a:pt x="3361" y="15173"/>
                    </a:cubicBezTo>
                    <a:cubicBezTo>
                      <a:pt x="3361" y="15173"/>
                      <a:pt x="6613" y="19627"/>
                      <a:pt x="7348" y="26730"/>
                    </a:cubicBezTo>
                    <a:cubicBezTo>
                      <a:pt x="8084" y="33833"/>
                      <a:pt x="10206" y="38162"/>
                      <a:pt x="13390" y="38570"/>
                    </a:cubicBezTo>
                    <a:cubicBezTo>
                      <a:pt x="14478" y="38709"/>
                      <a:pt x="15460" y="38839"/>
                      <a:pt x="16339" y="38839"/>
                    </a:cubicBezTo>
                    <a:cubicBezTo>
                      <a:pt x="18031" y="38839"/>
                      <a:pt x="19335" y="38356"/>
                      <a:pt x="20248" y="36530"/>
                    </a:cubicBezTo>
                    <a:cubicBezTo>
                      <a:pt x="21637" y="33755"/>
                      <a:pt x="22698" y="30161"/>
                      <a:pt x="21064" y="22895"/>
                    </a:cubicBezTo>
                    <a:cubicBezTo>
                      <a:pt x="19432" y="15627"/>
                      <a:pt x="19269" y="12444"/>
                      <a:pt x="19432" y="9260"/>
                    </a:cubicBezTo>
                    <a:cubicBezTo>
                      <a:pt x="19562" y="6729"/>
                      <a:pt x="16065" y="0"/>
                      <a:pt x="11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73"/>
              <p:cNvSpPr/>
              <p:nvPr/>
            </p:nvSpPr>
            <p:spPr>
              <a:xfrm>
                <a:off x="1685169" y="4548953"/>
                <a:ext cx="206339" cy="158787"/>
              </a:xfrm>
              <a:custGeom>
                <a:avLst/>
                <a:gdLst/>
                <a:ahLst/>
                <a:cxnLst/>
                <a:rect l="l" t="t" r="r" b="b"/>
                <a:pathLst>
                  <a:path w="13495" h="10385" extrusionOk="0">
                    <a:moveTo>
                      <a:pt x="2228" y="1"/>
                    </a:moveTo>
                    <a:cubicBezTo>
                      <a:pt x="2228" y="1"/>
                      <a:pt x="1180" y="5104"/>
                      <a:pt x="1" y="7891"/>
                    </a:cubicBezTo>
                    <a:cubicBezTo>
                      <a:pt x="3434" y="10018"/>
                      <a:pt x="7431" y="10384"/>
                      <a:pt x="9778" y="10384"/>
                    </a:cubicBezTo>
                    <a:cubicBezTo>
                      <a:pt x="11013" y="10384"/>
                      <a:pt x="11791" y="10283"/>
                      <a:pt x="11791" y="10283"/>
                    </a:cubicBezTo>
                    <a:lnTo>
                      <a:pt x="13494" y="1"/>
                    </a:lnTo>
                    <a:close/>
                  </a:path>
                </a:pathLst>
              </a:custGeom>
              <a:solidFill>
                <a:srgbClr val="A53F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73"/>
              <p:cNvSpPr/>
              <p:nvPr/>
            </p:nvSpPr>
            <p:spPr>
              <a:xfrm>
                <a:off x="1831418" y="3110974"/>
                <a:ext cx="652959" cy="1335199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87325" extrusionOk="0">
                    <a:moveTo>
                      <a:pt x="0" y="0"/>
                    </a:moveTo>
                    <a:cubicBezTo>
                      <a:pt x="0" y="0"/>
                      <a:pt x="1309" y="33436"/>
                      <a:pt x="4976" y="42868"/>
                    </a:cubicBezTo>
                    <a:cubicBezTo>
                      <a:pt x="8645" y="52302"/>
                      <a:pt x="22095" y="73961"/>
                      <a:pt x="22095" y="73961"/>
                    </a:cubicBezTo>
                    <a:lnTo>
                      <a:pt x="32050" y="87237"/>
                    </a:lnTo>
                    <a:cubicBezTo>
                      <a:pt x="32050" y="87237"/>
                      <a:pt x="32497" y="87325"/>
                      <a:pt x="33207" y="87325"/>
                    </a:cubicBezTo>
                    <a:cubicBezTo>
                      <a:pt x="35822" y="87325"/>
                      <a:pt x="42019" y="86137"/>
                      <a:pt x="42705" y="75010"/>
                    </a:cubicBezTo>
                    <a:cubicBezTo>
                      <a:pt x="35544" y="61210"/>
                      <a:pt x="25413" y="37455"/>
                      <a:pt x="25413" y="37455"/>
                    </a:cubicBezTo>
                    <a:lnTo>
                      <a:pt x="20349" y="14048"/>
                    </a:lnTo>
                    <a:lnTo>
                      <a:pt x="158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73"/>
              <p:cNvSpPr/>
              <p:nvPr/>
            </p:nvSpPr>
            <p:spPr>
              <a:xfrm>
                <a:off x="1645782" y="3126570"/>
                <a:ext cx="726428" cy="1490102"/>
              </a:xfrm>
              <a:custGeom>
                <a:avLst/>
                <a:gdLst/>
                <a:ahLst/>
                <a:cxnLst/>
                <a:rect l="l" t="t" r="r" b="b"/>
                <a:pathLst>
                  <a:path w="47510" h="97456" extrusionOk="0">
                    <a:moveTo>
                      <a:pt x="26900" y="0"/>
                    </a:moveTo>
                    <a:lnTo>
                      <a:pt x="26026" y="11806"/>
                    </a:lnTo>
                    <a:cubicBezTo>
                      <a:pt x="26026" y="11806"/>
                      <a:pt x="20786" y="26304"/>
                      <a:pt x="17468" y="34862"/>
                    </a:cubicBezTo>
                    <a:cubicBezTo>
                      <a:pt x="14149" y="43421"/>
                      <a:pt x="10132" y="54425"/>
                      <a:pt x="1" y="91805"/>
                    </a:cubicBezTo>
                    <a:cubicBezTo>
                      <a:pt x="4382" y="96850"/>
                      <a:pt x="15121" y="97455"/>
                      <a:pt x="20021" y="97455"/>
                    </a:cubicBezTo>
                    <a:cubicBezTo>
                      <a:pt x="21567" y="97455"/>
                      <a:pt x="22532" y="97395"/>
                      <a:pt x="22532" y="97395"/>
                    </a:cubicBezTo>
                    <a:lnTo>
                      <a:pt x="31072" y="55124"/>
                    </a:lnTo>
                    <a:cubicBezTo>
                      <a:pt x="31072" y="55124"/>
                      <a:pt x="42620" y="29621"/>
                      <a:pt x="45065" y="19490"/>
                    </a:cubicBezTo>
                    <a:cubicBezTo>
                      <a:pt x="47510" y="9359"/>
                      <a:pt x="47246" y="0"/>
                      <a:pt x="47246" y="0"/>
                    </a:cubicBezTo>
                    <a:close/>
                  </a:path>
                </a:pathLst>
              </a:custGeom>
              <a:solidFill>
                <a:srgbClr val="2D38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3" name="Google Shape;4093;p73"/>
              <p:cNvSpPr/>
              <p:nvPr/>
            </p:nvSpPr>
            <p:spPr>
              <a:xfrm>
                <a:off x="1645782" y="4425838"/>
                <a:ext cx="371302" cy="190834"/>
              </a:xfrm>
              <a:custGeom>
                <a:avLst/>
                <a:gdLst/>
                <a:ahLst/>
                <a:cxnLst/>
                <a:rect l="l" t="t" r="r" b="b"/>
                <a:pathLst>
                  <a:path w="24284" h="12481" extrusionOk="0">
                    <a:moveTo>
                      <a:pt x="1864" y="1"/>
                    </a:moveTo>
                    <a:cubicBezTo>
                      <a:pt x="1266" y="2175"/>
                      <a:pt x="645" y="4452"/>
                      <a:pt x="1" y="6830"/>
                    </a:cubicBezTo>
                    <a:cubicBezTo>
                      <a:pt x="4380" y="11875"/>
                      <a:pt x="15114" y="12481"/>
                      <a:pt x="20016" y="12481"/>
                    </a:cubicBezTo>
                    <a:cubicBezTo>
                      <a:pt x="21565" y="12481"/>
                      <a:pt x="22532" y="12420"/>
                      <a:pt x="22532" y="12420"/>
                    </a:cubicBezTo>
                    <a:lnTo>
                      <a:pt x="24283" y="3753"/>
                    </a:lnTo>
                    <a:lnTo>
                      <a:pt x="24283" y="3753"/>
                    </a:lnTo>
                    <a:cubicBezTo>
                      <a:pt x="22626" y="4034"/>
                      <a:pt x="20976" y="4157"/>
                      <a:pt x="19355" y="4157"/>
                    </a:cubicBezTo>
                    <a:cubicBezTo>
                      <a:pt x="12348" y="4157"/>
                      <a:pt x="5900" y="1850"/>
                      <a:pt x="18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4" name="Google Shape;4094;p73"/>
              <p:cNvSpPr/>
              <p:nvPr/>
            </p:nvSpPr>
            <p:spPr>
              <a:xfrm>
                <a:off x="1816388" y="3613129"/>
                <a:ext cx="180575" cy="322848"/>
              </a:xfrm>
              <a:custGeom>
                <a:avLst/>
                <a:gdLst/>
                <a:ahLst/>
                <a:cxnLst/>
                <a:rect l="l" t="t" r="r" b="b"/>
                <a:pathLst>
                  <a:path w="11810" h="21115" extrusionOk="0">
                    <a:moveTo>
                      <a:pt x="7474" y="1"/>
                    </a:moveTo>
                    <a:cubicBezTo>
                      <a:pt x="7070" y="1067"/>
                      <a:pt x="6677" y="2092"/>
                      <a:pt x="6310" y="3039"/>
                    </a:cubicBezTo>
                    <a:cubicBezTo>
                      <a:pt x="4623" y="7387"/>
                      <a:pt x="2756" y="12369"/>
                      <a:pt x="1" y="21114"/>
                    </a:cubicBezTo>
                    <a:cubicBezTo>
                      <a:pt x="6534" y="21053"/>
                      <a:pt x="11809" y="15742"/>
                      <a:pt x="11809" y="9196"/>
                    </a:cubicBezTo>
                    <a:cubicBezTo>
                      <a:pt x="11809" y="5494"/>
                      <a:pt x="10121" y="2187"/>
                      <a:pt x="74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5" name="Google Shape;4095;p73"/>
              <p:cNvSpPr/>
              <p:nvPr/>
            </p:nvSpPr>
            <p:spPr>
              <a:xfrm>
                <a:off x="2105812" y="3101464"/>
                <a:ext cx="176278" cy="263691"/>
              </a:xfrm>
              <a:custGeom>
                <a:avLst/>
                <a:gdLst/>
                <a:ahLst/>
                <a:cxnLst/>
                <a:rect l="l" t="t" r="r" b="b"/>
                <a:pathLst>
                  <a:path w="11529" h="17246" extrusionOk="0">
                    <a:moveTo>
                      <a:pt x="2403" y="1"/>
                    </a:moveTo>
                    <a:cubicBezTo>
                      <a:pt x="651" y="1"/>
                      <a:pt x="0" y="2443"/>
                      <a:pt x="0" y="2443"/>
                    </a:cubicBezTo>
                    <a:cubicBezTo>
                      <a:pt x="0" y="2443"/>
                      <a:pt x="3013" y="16591"/>
                      <a:pt x="10481" y="17246"/>
                    </a:cubicBezTo>
                    <a:lnTo>
                      <a:pt x="11529" y="13317"/>
                    </a:lnTo>
                    <a:cubicBezTo>
                      <a:pt x="11529" y="13317"/>
                      <a:pt x="5502" y="11773"/>
                      <a:pt x="4062" y="624"/>
                    </a:cubicBezTo>
                    <a:cubicBezTo>
                      <a:pt x="3424" y="177"/>
                      <a:pt x="2874" y="1"/>
                      <a:pt x="24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6" name="Google Shape;4096;p73"/>
              <p:cNvSpPr/>
              <p:nvPr/>
            </p:nvSpPr>
            <p:spPr>
              <a:xfrm>
                <a:off x="1835852" y="3110974"/>
                <a:ext cx="105761" cy="155851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10193" extrusionOk="0">
                    <a:moveTo>
                      <a:pt x="2216" y="0"/>
                    </a:moveTo>
                    <a:cubicBezTo>
                      <a:pt x="2692" y="2557"/>
                      <a:pt x="1395" y="4543"/>
                      <a:pt x="1" y="5876"/>
                    </a:cubicBezTo>
                    <a:cubicBezTo>
                      <a:pt x="72" y="7166"/>
                      <a:pt x="159" y="8621"/>
                      <a:pt x="259" y="10192"/>
                    </a:cubicBezTo>
                    <a:cubicBezTo>
                      <a:pt x="6121" y="6733"/>
                      <a:pt x="6847" y="1734"/>
                      <a:pt x="69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73"/>
              <p:cNvSpPr/>
              <p:nvPr/>
            </p:nvSpPr>
            <p:spPr>
              <a:xfrm>
                <a:off x="1981581" y="3060701"/>
                <a:ext cx="92199" cy="334515"/>
              </a:xfrm>
              <a:custGeom>
                <a:avLst/>
                <a:gdLst/>
                <a:ahLst/>
                <a:cxnLst/>
                <a:rect l="l" t="t" r="r" b="b"/>
                <a:pathLst>
                  <a:path w="6030" h="21878" extrusionOk="0">
                    <a:moveTo>
                      <a:pt x="6029" y="0"/>
                    </a:moveTo>
                    <a:lnTo>
                      <a:pt x="1005" y="2095"/>
                    </a:lnTo>
                    <a:cubicBezTo>
                      <a:pt x="1005" y="2095"/>
                      <a:pt x="1" y="17294"/>
                      <a:pt x="1966" y="21877"/>
                    </a:cubicBezTo>
                    <a:lnTo>
                      <a:pt x="4064" y="16114"/>
                    </a:lnTo>
                    <a:lnTo>
                      <a:pt x="602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73"/>
              <p:cNvSpPr/>
              <p:nvPr/>
            </p:nvSpPr>
            <p:spPr>
              <a:xfrm>
                <a:off x="2257718" y="4172055"/>
                <a:ext cx="226690" cy="274119"/>
              </a:xfrm>
              <a:custGeom>
                <a:avLst/>
                <a:gdLst/>
                <a:ahLst/>
                <a:cxnLst/>
                <a:rect l="l" t="t" r="r" b="b"/>
                <a:pathLst>
                  <a:path w="14826" h="17928" extrusionOk="0">
                    <a:moveTo>
                      <a:pt x="12008" y="1"/>
                    </a:moveTo>
                    <a:cubicBezTo>
                      <a:pt x="10895" y="4267"/>
                      <a:pt x="7777" y="12280"/>
                      <a:pt x="100" y="12280"/>
                    </a:cubicBezTo>
                    <a:cubicBezTo>
                      <a:pt x="67" y="12280"/>
                      <a:pt x="34" y="12279"/>
                      <a:pt x="1" y="12279"/>
                    </a:cubicBezTo>
                    <a:lnTo>
                      <a:pt x="1" y="12279"/>
                    </a:lnTo>
                    <a:lnTo>
                      <a:pt x="4169" y="17840"/>
                    </a:lnTo>
                    <a:cubicBezTo>
                      <a:pt x="4169" y="17840"/>
                      <a:pt x="4615" y="17927"/>
                      <a:pt x="5324" y="17927"/>
                    </a:cubicBezTo>
                    <a:cubicBezTo>
                      <a:pt x="7939" y="17927"/>
                      <a:pt x="14138" y="16740"/>
                      <a:pt x="14825" y="5611"/>
                    </a:cubicBezTo>
                    <a:cubicBezTo>
                      <a:pt x="13924" y="3877"/>
                      <a:pt x="12977" y="1983"/>
                      <a:pt x="120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73"/>
              <p:cNvSpPr/>
              <p:nvPr/>
            </p:nvSpPr>
            <p:spPr>
              <a:xfrm>
                <a:off x="1438801" y="4633033"/>
                <a:ext cx="452706" cy="253141"/>
              </a:xfrm>
              <a:custGeom>
                <a:avLst/>
                <a:gdLst/>
                <a:ahLst/>
                <a:cxnLst/>
                <a:rect l="l" t="t" r="r" b="b"/>
                <a:pathLst>
                  <a:path w="29608" h="16556" extrusionOk="0">
                    <a:moveTo>
                      <a:pt x="16555" y="1"/>
                    </a:moveTo>
                    <a:cubicBezTo>
                      <a:pt x="16452" y="1"/>
                      <a:pt x="16349" y="2"/>
                      <a:pt x="16244" y="5"/>
                    </a:cubicBezTo>
                    <a:cubicBezTo>
                      <a:pt x="16244" y="5"/>
                      <a:pt x="11790" y="4457"/>
                      <a:pt x="6420" y="5768"/>
                    </a:cubicBezTo>
                    <a:cubicBezTo>
                      <a:pt x="1049" y="7079"/>
                      <a:pt x="0" y="13366"/>
                      <a:pt x="131" y="14415"/>
                    </a:cubicBezTo>
                    <a:cubicBezTo>
                      <a:pt x="226" y="15175"/>
                      <a:pt x="5908" y="16556"/>
                      <a:pt x="12071" y="16556"/>
                    </a:cubicBezTo>
                    <a:cubicBezTo>
                      <a:pt x="14403" y="16556"/>
                      <a:pt x="16803" y="16358"/>
                      <a:pt x="18995" y="15855"/>
                    </a:cubicBezTo>
                    <a:cubicBezTo>
                      <a:pt x="26987" y="14020"/>
                      <a:pt x="29607" y="13104"/>
                      <a:pt x="29607" y="13104"/>
                    </a:cubicBezTo>
                    <a:lnTo>
                      <a:pt x="29607" y="4192"/>
                    </a:lnTo>
                    <a:cubicBezTo>
                      <a:pt x="29607" y="3415"/>
                      <a:pt x="28976" y="2789"/>
                      <a:pt x="28205" y="2789"/>
                    </a:cubicBezTo>
                    <a:cubicBezTo>
                      <a:pt x="28193" y="2789"/>
                      <a:pt x="28182" y="2789"/>
                      <a:pt x="28171" y="2790"/>
                    </a:cubicBezTo>
                    <a:lnTo>
                      <a:pt x="24104" y="2885"/>
                    </a:lnTo>
                    <a:cubicBezTo>
                      <a:pt x="24104" y="2885"/>
                      <a:pt x="21220" y="1"/>
                      <a:pt x="165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73"/>
              <p:cNvSpPr/>
              <p:nvPr/>
            </p:nvSpPr>
            <p:spPr>
              <a:xfrm>
                <a:off x="1438801" y="4721225"/>
                <a:ext cx="452706" cy="164949"/>
              </a:xfrm>
              <a:custGeom>
                <a:avLst/>
                <a:gdLst/>
                <a:ahLst/>
                <a:cxnLst/>
                <a:rect l="l" t="t" r="r" b="b"/>
                <a:pathLst>
                  <a:path w="29608" h="10788" extrusionOk="0">
                    <a:moveTo>
                      <a:pt x="6420" y="0"/>
                    </a:moveTo>
                    <a:cubicBezTo>
                      <a:pt x="1047" y="1311"/>
                      <a:pt x="0" y="7598"/>
                      <a:pt x="131" y="8647"/>
                    </a:cubicBezTo>
                    <a:cubicBezTo>
                      <a:pt x="226" y="9407"/>
                      <a:pt x="5908" y="10788"/>
                      <a:pt x="12071" y="10788"/>
                    </a:cubicBezTo>
                    <a:cubicBezTo>
                      <a:pt x="14403" y="10788"/>
                      <a:pt x="16803" y="10590"/>
                      <a:pt x="18995" y="10087"/>
                    </a:cubicBezTo>
                    <a:cubicBezTo>
                      <a:pt x="26987" y="8252"/>
                      <a:pt x="29607" y="7336"/>
                      <a:pt x="29607" y="7336"/>
                    </a:cubicBezTo>
                    <a:lnTo>
                      <a:pt x="29607" y="4716"/>
                    </a:lnTo>
                    <a:cubicBezTo>
                      <a:pt x="29607" y="4716"/>
                      <a:pt x="22795" y="6420"/>
                      <a:pt x="17161" y="7076"/>
                    </a:cubicBezTo>
                    <a:cubicBezTo>
                      <a:pt x="15983" y="264"/>
                      <a:pt x="6420" y="0"/>
                      <a:pt x="642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73"/>
              <p:cNvSpPr/>
              <p:nvPr/>
            </p:nvSpPr>
            <p:spPr>
              <a:xfrm>
                <a:off x="2421015" y="4193843"/>
                <a:ext cx="245741" cy="593864"/>
              </a:xfrm>
              <a:custGeom>
                <a:avLst/>
                <a:gdLst/>
                <a:ahLst/>
                <a:cxnLst/>
                <a:rect l="l" t="t" r="r" b="b"/>
                <a:pathLst>
                  <a:path w="16072" h="38840" extrusionOk="0">
                    <a:moveTo>
                      <a:pt x="4477" y="0"/>
                    </a:moveTo>
                    <a:cubicBezTo>
                      <a:pt x="3198" y="0"/>
                      <a:pt x="1821" y="448"/>
                      <a:pt x="383" y="1531"/>
                    </a:cubicBezTo>
                    <a:cubicBezTo>
                      <a:pt x="249" y="1631"/>
                      <a:pt x="128" y="1735"/>
                      <a:pt x="1" y="1837"/>
                    </a:cubicBezTo>
                    <a:cubicBezTo>
                      <a:pt x="358" y="1770"/>
                      <a:pt x="1223" y="1633"/>
                      <a:pt x="2278" y="1633"/>
                    </a:cubicBezTo>
                    <a:cubicBezTo>
                      <a:pt x="3982" y="1633"/>
                      <a:pt x="6182" y="1990"/>
                      <a:pt x="7551" y="3576"/>
                    </a:cubicBezTo>
                    <a:cubicBezTo>
                      <a:pt x="10040" y="6458"/>
                      <a:pt x="10827" y="8816"/>
                      <a:pt x="10696" y="13924"/>
                    </a:cubicBezTo>
                    <a:cubicBezTo>
                      <a:pt x="10567" y="19033"/>
                      <a:pt x="11745" y="21915"/>
                      <a:pt x="12269" y="24275"/>
                    </a:cubicBezTo>
                    <a:cubicBezTo>
                      <a:pt x="12794" y="26633"/>
                      <a:pt x="13187" y="28724"/>
                      <a:pt x="13187" y="28724"/>
                    </a:cubicBezTo>
                    <a:cubicBezTo>
                      <a:pt x="13187" y="28724"/>
                      <a:pt x="12981" y="28716"/>
                      <a:pt x="12621" y="28716"/>
                    </a:cubicBezTo>
                    <a:cubicBezTo>
                      <a:pt x="10691" y="28716"/>
                      <a:pt x="4335" y="28945"/>
                      <a:pt x="1623" y="31867"/>
                    </a:cubicBezTo>
                    <a:cubicBezTo>
                      <a:pt x="2690" y="35885"/>
                      <a:pt x="4443" y="38273"/>
                      <a:pt x="6764" y="38571"/>
                    </a:cubicBezTo>
                    <a:cubicBezTo>
                      <a:pt x="7851" y="38710"/>
                      <a:pt x="8834" y="38840"/>
                      <a:pt x="9712" y="38840"/>
                    </a:cubicBezTo>
                    <a:cubicBezTo>
                      <a:pt x="11405" y="38840"/>
                      <a:pt x="12708" y="38357"/>
                      <a:pt x="13622" y="36531"/>
                    </a:cubicBezTo>
                    <a:cubicBezTo>
                      <a:pt x="15011" y="33756"/>
                      <a:pt x="16072" y="30162"/>
                      <a:pt x="14438" y="22896"/>
                    </a:cubicBezTo>
                    <a:cubicBezTo>
                      <a:pt x="12806" y="15628"/>
                      <a:pt x="12641" y="12444"/>
                      <a:pt x="12804" y="9259"/>
                    </a:cubicBezTo>
                    <a:cubicBezTo>
                      <a:pt x="12934" y="6728"/>
                      <a:pt x="9438" y="0"/>
                      <a:pt x="447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73"/>
              <p:cNvSpPr/>
              <p:nvPr/>
            </p:nvSpPr>
            <p:spPr>
              <a:xfrm>
                <a:off x="2393600" y="2219414"/>
                <a:ext cx="1105681" cy="617609"/>
              </a:xfrm>
              <a:custGeom>
                <a:avLst/>
                <a:gdLst/>
                <a:ahLst/>
                <a:cxnLst/>
                <a:rect l="l" t="t" r="r" b="b"/>
                <a:pathLst>
                  <a:path w="72314" h="40393" extrusionOk="0">
                    <a:moveTo>
                      <a:pt x="2008" y="0"/>
                    </a:moveTo>
                    <a:lnTo>
                      <a:pt x="0" y="17860"/>
                    </a:lnTo>
                    <a:cubicBezTo>
                      <a:pt x="0" y="17860"/>
                      <a:pt x="17467" y="33230"/>
                      <a:pt x="25326" y="35152"/>
                    </a:cubicBezTo>
                    <a:cubicBezTo>
                      <a:pt x="29256" y="36113"/>
                      <a:pt x="36461" y="36201"/>
                      <a:pt x="43492" y="36201"/>
                    </a:cubicBezTo>
                    <a:cubicBezTo>
                      <a:pt x="45058" y="36201"/>
                      <a:pt x="46615" y="36196"/>
                      <a:pt x="48125" y="36196"/>
                    </a:cubicBezTo>
                    <a:cubicBezTo>
                      <a:pt x="53397" y="36196"/>
                      <a:pt x="58098" y="36249"/>
                      <a:pt x="60610" y="36724"/>
                    </a:cubicBezTo>
                    <a:cubicBezTo>
                      <a:pt x="67074" y="37946"/>
                      <a:pt x="70741" y="40393"/>
                      <a:pt x="70741" y="40393"/>
                    </a:cubicBezTo>
                    <a:lnTo>
                      <a:pt x="72313" y="26813"/>
                    </a:lnTo>
                    <a:lnTo>
                      <a:pt x="70567" y="25194"/>
                    </a:lnTo>
                    <a:cubicBezTo>
                      <a:pt x="70567" y="25194"/>
                      <a:pt x="64454" y="27816"/>
                      <a:pt x="61659" y="27991"/>
                    </a:cubicBezTo>
                    <a:cubicBezTo>
                      <a:pt x="61515" y="28000"/>
                      <a:pt x="61359" y="28004"/>
                      <a:pt x="61193" y="28004"/>
                    </a:cubicBezTo>
                    <a:cubicBezTo>
                      <a:pt x="58130" y="28004"/>
                      <a:pt x="51431" y="26521"/>
                      <a:pt x="46462" y="25196"/>
                    </a:cubicBezTo>
                    <a:cubicBezTo>
                      <a:pt x="41222" y="23797"/>
                      <a:pt x="29344" y="22981"/>
                      <a:pt x="29344" y="22981"/>
                    </a:cubicBezTo>
                    <a:cubicBezTo>
                      <a:pt x="29344" y="22981"/>
                      <a:pt x="20610" y="16813"/>
                      <a:pt x="15544" y="11483"/>
                    </a:cubicBezTo>
                    <a:cubicBezTo>
                      <a:pt x="10479" y="6155"/>
                      <a:pt x="2008" y="0"/>
                      <a:pt x="2008" y="0"/>
                    </a:cubicBezTo>
                    <a:close/>
                  </a:path>
                </a:pathLst>
              </a:custGeom>
              <a:solidFill>
                <a:srgbClr val="A53F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73"/>
              <p:cNvSpPr/>
              <p:nvPr/>
            </p:nvSpPr>
            <p:spPr>
              <a:xfrm>
                <a:off x="2393600" y="2219414"/>
                <a:ext cx="305617" cy="423028"/>
              </a:xfrm>
              <a:custGeom>
                <a:avLst/>
                <a:gdLst/>
                <a:ahLst/>
                <a:cxnLst/>
                <a:rect l="l" t="t" r="r" b="b"/>
                <a:pathLst>
                  <a:path w="19988" h="27667" extrusionOk="0">
                    <a:moveTo>
                      <a:pt x="2008" y="0"/>
                    </a:moveTo>
                    <a:lnTo>
                      <a:pt x="0" y="17860"/>
                    </a:lnTo>
                    <a:cubicBezTo>
                      <a:pt x="0" y="17860"/>
                      <a:pt x="5809" y="22970"/>
                      <a:pt x="12236" y="27666"/>
                    </a:cubicBezTo>
                    <a:cubicBezTo>
                      <a:pt x="13694" y="23098"/>
                      <a:pt x="17749" y="18152"/>
                      <a:pt x="19988" y="15657"/>
                    </a:cubicBezTo>
                    <a:cubicBezTo>
                      <a:pt x="18405" y="14290"/>
                      <a:pt x="16853" y="12860"/>
                      <a:pt x="15546" y="11483"/>
                    </a:cubicBezTo>
                    <a:cubicBezTo>
                      <a:pt x="10479" y="6156"/>
                      <a:pt x="2008" y="0"/>
                      <a:pt x="20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73"/>
              <p:cNvSpPr/>
              <p:nvPr/>
            </p:nvSpPr>
            <p:spPr>
              <a:xfrm>
                <a:off x="2533489" y="2418062"/>
                <a:ext cx="165728" cy="224381"/>
              </a:xfrm>
              <a:custGeom>
                <a:avLst/>
                <a:gdLst/>
                <a:ahLst/>
                <a:cxnLst/>
                <a:rect l="l" t="t" r="r" b="b"/>
                <a:pathLst>
                  <a:path w="10839" h="14675" extrusionOk="0">
                    <a:moveTo>
                      <a:pt x="7908" y="1"/>
                    </a:moveTo>
                    <a:cubicBezTo>
                      <a:pt x="5730" y="2370"/>
                      <a:pt x="1698" y="7229"/>
                      <a:pt x="1" y="12359"/>
                    </a:cubicBezTo>
                    <a:cubicBezTo>
                      <a:pt x="999" y="13125"/>
                      <a:pt x="2033" y="13906"/>
                      <a:pt x="3087" y="14674"/>
                    </a:cubicBezTo>
                    <a:cubicBezTo>
                      <a:pt x="4545" y="10106"/>
                      <a:pt x="8600" y="5160"/>
                      <a:pt x="10839" y="2665"/>
                    </a:cubicBezTo>
                    <a:cubicBezTo>
                      <a:pt x="9829" y="1792"/>
                      <a:pt x="8838" y="893"/>
                      <a:pt x="79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73"/>
              <p:cNvSpPr/>
              <p:nvPr/>
            </p:nvSpPr>
            <p:spPr>
              <a:xfrm>
                <a:off x="1817381" y="2101223"/>
                <a:ext cx="608924" cy="1056294"/>
              </a:xfrm>
              <a:custGeom>
                <a:avLst/>
                <a:gdLst/>
                <a:ahLst/>
                <a:cxnLst/>
                <a:rect l="l" t="t" r="r" b="b"/>
                <a:pathLst>
                  <a:path w="39825" h="69084" extrusionOk="0">
                    <a:moveTo>
                      <a:pt x="15859" y="0"/>
                    </a:moveTo>
                    <a:cubicBezTo>
                      <a:pt x="15859" y="0"/>
                      <a:pt x="11398" y="1311"/>
                      <a:pt x="1178" y="5503"/>
                    </a:cubicBezTo>
                    <a:cubicBezTo>
                      <a:pt x="2620" y="43363"/>
                      <a:pt x="2358" y="45983"/>
                      <a:pt x="0" y="65503"/>
                    </a:cubicBezTo>
                    <a:cubicBezTo>
                      <a:pt x="4273" y="68236"/>
                      <a:pt x="10657" y="69084"/>
                      <a:pt x="16935" y="69084"/>
                    </a:cubicBezTo>
                    <a:cubicBezTo>
                      <a:pt x="27211" y="69084"/>
                      <a:pt x="37205" y="66812"/>
                      <a:pt x="37205" y="66812"/>
                    </a:cubicBezTo>
                    <a:cubicBezTo>
                      <a:pt x="37205" y="66812"/>
                      <a:pt x="37467" y="39039"/>
                      <a:pt x="38647" y="29345"/>
                    </a:cubicBezTo>
                    <a:cubicBezTo>
                      <a:pt x="39825" y="19651"/>
                      <a:pt x="39694" y="7730"/>
                      <a:pt x="39694" y="7730"/>
                    </a:cubicBezTo>
                    <a:lnTo>
                      <a:pt x="196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73"/>
              <p:cNvSpPr/>
              <p:nvPr/>
            </p:nvSpPr>
            <p:spPr>
              <a:xfrm>
                <a:off x="2816048" y="2601450"/>
                <a:ext cx="683234" cy="235573"/>
              </a:xfrm>
              <a:custGeom>
                <a:avLst/>
                <a:gdLst/>
                <a:ahLst/>
                <a:cxnLst/>
                <a:rect l="l" t="t" r="r" b="b"/>
                <a:pathLst>
                  <a:path w="44685" h="15407" extrusionOk="0">
                    <a:moveTo>
                      <a:pt x="17981" y="1"/>
                    </a:moveTo>
                    <a:cubicBezTo>
                      <a:pt x="16342" y="3071"/>
                      <a:pt x="11776" y="8775"/>
                      <a:pt x="1" y="10587"/>
                    </a:cubicBezTo>
                    <a:cubicBezTo>
                      <a:pt x="4113" y="11155"/>
                      <a:pt x="10075" y="11214"/>
                      <a:pt x="15911" y="11214"/>
                    </a:cubicBezTo>
                    <a:cubicBezTo>
                      <a:pt x="17444" y="11214"/>
                      <a:pt x="18968" y="11210"/>
                      <a:pt x="20448" y="11210"/>
                    </a:cubicBezTo>
                    <a:cubicBezTo>
                      <a:pt x="25739" y="11210"/>
                      <a:pt x="30463" y="11262"/>
                      <a:pt x="32983" y="11738"/>
                    </a:cubicBezTo>
                    <a:cubicBezTo>
                      <a:pt x="39445" y="12960"/>
                      <a:pt x="43113" y="15407"/>
                      <a:pt x="43113" y="15407"/>
                    </a:cubicBezTo>
                    <a:lnTo>
                      <a:pt x="44684" y="1827"/>
                    </a:lnTo>
                    <a:lnTo>
                      <a:pt x="42938" y="208"/>
                    </a:lnTo>
                    <a:cubicBezTo>
                      <a:pt x="42938" y="208"/>
                      <a:pt x="36825" y="2830"/>
                      <a:pt x="34030" y="3005"/>
                    </a:cubicBezTo>
                    <a:cubicBezTo>
                      <a:pt x="33886" y="3014"/>
                      <a:pt x="33730" y="3018"/>
                      <a:pt x="33564" y="3018"/>
                    </a:cubicBezTo>
                    <a:cubicBezTo>
                      <a:pt x="30502" y="3018"/>
                      <a:pt x="23804" y="1535"/>
                      <a:pt x="18833" y="208"/>
                    </a:cubicBezTo>
                    <a:cubicBezTo>
                      <a:pt x="18566" y="138"/>
                      <a:pt x="18279" y="69"/>
                      <a:pt x="17981" y="1"/>
                    </a:cubicBezTo>
                    <a:close/>
                  </a:path>
                </a:pathLst>
              </a:custGeom>
              <a:solidFill>
                <a:srgbClr val="6B1B14">
                  <a:alpha val="35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73"/>
              <p:cNvSpPr/>
              <p:nvPr/>
            </p:nvSpPr>
            <p:spPr>
              <a:xfrm>
                <a:off x="2005234" y="1937757"/>
                <a:ext cx="147870" cy="255863"/>
              </a:xfrm>
              <a:custGeom>
                <a:avLst/>
                <a:gdLst/>
                <a:ahLst/>
                <a:cxnLst/>
                <a:rect l="l" t="t" r="r" b="b"/>
                <a:pathLst>
                  <a:path w="9671" h="16734" extrusionOk="0">
                    <a:moveTo>
                      <a:pt x="3653" y="1"/>
                    </a:moveTo>
                    <a:lnTo>
                      <a:pt x="796" y="550"/>
                    </a:lnTo>
                    <a:lnTo>
                      <a:pt x="1" y="16171"/>
                    </a:lnTo>
                    <a:lnTo>
                      <a:pt x="9671" y="16733"/>
                    </a:lnTo>
                    <a:lnTo>
                      <a:pt x="9225" y="5542"/>
                    </a:lnTo>
                    <a:lnTo>
                      <a:pt x="3653" y="1"/>
                    </a:lnTo>
                    <a:close/>
                  </a:path>
                </a:pathLst>
              </a:custGeom>
              <a:solidFill>
                <a:srgbClr val="A53F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73"/>
              <p:cNvSpPr/>
              <p:nvPr/>
            </p:nvSpPr>
            <p:spPr>
              <a:xfrm>
                <a:off x="2055584" y="1987419"/>
                <a:ext cx="94431" cy="128711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8418" extrusionOk="0">
                    <a:moveTo>
                      <a:pt x="1" y="0"/>
                    </a:moveTo>
                    <a:cubicBezTo>
                      <a:pt x="1" y="0"/>
                      <a:pt x="2509" y="5905"/>
                      <a:pt x="6176" y="8417"/>
                    </a:cubicBezTo>
                    <a:lnTo>
                      <a:pt x="5932" y="2294"/>
                    </a:lnTo>
                    <a:lnTo>
                      <a:pt x="5458" y="182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B1B14">
                  <a:alpha val="35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73"/>
              <p:cNvSpPr/>
              <p:nvPr/>
            </p:nvSpPr>
            <p:spPr>
              <a:xfrm>
                <a:off x="1962239" y="1704768"/>
                <a:ext cx="267866" cy="148848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9735" extrusionOk="0">
                    <a:moveTo>
                      <a:pt x="10944" y="0"/>
                    </a:moveTo>
                    <a:cubicBezTo>
                      <a:pt x="10687" y="0"/>
                      <a:pt x="10440" y="30"/>
                      <a:pt x="10212" y="83"/>
                    </a:cubicBezTo>
                    <a:cubicBezTo>
                      <a:pt x="8994" y="365"/>
                      <a:pt x="8338" y="2143"/>
                      <a:pt x="8338" y="2143"/>
                    </a:cubicBezTo>
                    <a:cubicBezTo>
                      <a:pt x="8338" y="2143"/>
                      <a:pt x="7441" y="1553"/>
                      <a:pt x="6395" y="1553"/>
                    </a:cubicBezTo>
                    <a:cubicBezTo>
                      <a:pt x="5911" y="1553"/>
                      <a:pt x="5395" y="1679"/>
                      <a:pt x="4921" y="2050"/>
                    </a:cubicBezTo>
                    <a:cubicBezTo>
                      <a:pt x="3421" y="3221"/>
                      <a:pt x="3704" y="4579"/>
                      <a:pt x="3704" y="4579"/>
                    </a:cubicBezTo>
                    <a:cubicBezTo>
                      <a:pt x="3704" y="4579"/>
                      <a:pt x="3694" y="4579"/>
                      <a:pt x="3675" y="4579"/>
                    </a:cubicBezTo>
                    <a:cubicBezTo>
                      <a:pt x="3465" y="4579"/>
                      <a:pt x="2140" y="4619"/>
                      <a:pt x="1431" y="5610"/>
                    </a:cubicBezTo>
                    <a:cubicBezTo>
                      <a:pt x="659" y="6686"/>
                      <a:pt x="1" y="8379"/>
                      <a:pt x="1431" y="9734"/>
                    </a:cubicBezTo>
                    <a:cubicBezTo>
                      <a:pt x="3280" y="9635"/>
                      <a:pt x="16439" y="7388"/>
                      <a:pt x="16439" y="7388"/>
                    </a:cubicBezTo>
                    <a:cubicBezTo>
                      <a:pt x="16439" y="7388"/>
                      <a:pt x="17519" y="5140"/>
                      <a:pt x="17143" y="3969"/>
                    </a:cubicBezTo>
                    <a:cubicBezTo>
                      <a:pt x="16826" y="2982"/>
                      <a:pt x="15976" y="2094"/>
                      <a:pt x="14931" y="2094"/>
                    </a:cubicBezTo>
                    <a:cubicBezTo>
                      <a:pt x="14738" y="2094"/>
                      <a:pt x="14537" y="2125"/>
                      <a:pt x="14333" y="2191"/>
                    </a:cubicBezTo>
                    <a:cubicBezTo>
                      <a:pt x="13381" y="554"/>
                      <a:pt x="12060" y="0"/>
                      <a:pt x="10944" y="0"/>
                    </a:cubicBez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73"/>
              <p:cNvSpPr/>
              <p:nvPr/>
            </p:nvSpPr>
            <p:spPr>
              <a:xfrm>
                <a:off x="1984104" y="1811263"/>
                <a:ext cx="255282" cy="246964"/>
              </a:xfrm>
              <a:custGeom>
                <a:avLst/>
                <a:gdLst/>
                <a:ahLst/>
                <a:cxnLst/>
                <a:rect l="l" t="t" r="r" b="b"/>
                <a:pathLst>
                  <a:path w="16696" h="16152" extrusionOk="0">
                    <a:moveTo>
                      <a:pt x="11705" y="0"/>
                    </a:moveTo>
                    <a:cubicBezTo>
                      <a:pt x="6689" y="0"/>
                      <a:pt x="989" y="2312"/>
                      <a:pt x="1" y="2769"/>
                    </a:cubicBezTo>
                    <a:cubicBezTo>
                      <a:pt x="1" y="2769"/>
                      <a:pt x="494" y="6229"/>
                      <a:pt x="1148" y="7822"/>
                    </a:cubicBezTo>
                    <a:lnTo>
                      <a:pt x="1803" y="9413"/>
                    </a:lnTo>
                    <a:lnTo>
                      <a:pt x="3770" y="9413"/>
                    </a:lnTo>
                    <a:cubicBezTo>
                      <a:pt x="3770" y="9413"/>
                      <a:pt x="4237" y="11943"/>
                      <a:pt x="6954" y="14002"/>
                    </a:cubicBezTo>
                    <a:cubicBezTo>
                      <a:pt x="8921" y="15494"/>
                      <a:pt x="11379" y="16151"/>
                      <a:pt x="13226" y="16151"/>
                    </a:cubicBezTo>
                    <a:cubicBezTo>
                      <a:pt x="13929" y="16151"/>
                      <a:pt x="14544" y="16056"/>
                      <a:pt x="15009" y="15875"/>
                    </a:cubicBezTo>
                    <a:cubicBezTo>
                      <a:pt x="16695" y="15219"/>
                      <a:pt x="16039" y="4450"/>
                      <a:pt x="15009" y="423"/>
                    </a:cubicBezTo>
                    <a:cubicBezTo>
                      <a:pt x="13989" y="124"/>
                      <a:pt x="12865" y="0"/>
                      <a:pt x="11705" y="0"/>
                    </a:cubicBezTo>
                    <a:close/>
                  </a:path>
                </a:pathLst>
              </a:custGeom>
              <a:solidFill>
                <a:srgbClr val="A53F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73"/>
              <p:cNvSpPr/>
              <p:nvPr/>
            </p:nvSpPr>
            <p:spPr>
              <a:xfrm>
                <a:off x="2110491" y="1895465"/>
                <a:ext cx="85196" cy="42369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2771" extrusionOk="0">
                    <a:moveTo>
                      <a:pt x="2000" y="0"/>
                    </a:moveTo>
                    <a:cubicBezTo>
                      <a:pt x="1424" y="0"/>
                      <a:pt x="762" y="88"/>
                      <a:pt x="0" y="300"/>
                    </a:cubicBezTo>
                    <a:cubicBezTo>
                      <a:pt x="378" y="1938"/>
                      <a:pt x="1601" y="2770"/>
                      <a:pt x="3146" y="2770"/>
                    </a:cubicBezTo>
                    <a:cubicBezTo>
                      <a:pt x="3898" y="2770"/>
                      <a:pt x="4727" y="2573"/>
                      <a:pt x="5572" y="2174"/>
                    </a:cubicBezTo>
                    <a:cubicBezTo>
                      <a:pt x="5572" y="2174"/>
                      <a:pt x="4858" y="0"/>
                      <a:pt x="2000" y="0"/>
                    </a:cubicBezTo>
                    <a:close/>
                  </a:path>
                </a:pathLst>
              </a:custGeom>
              <a:solidFill>
                <a:srgbClr val="F7E8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73"/>
              <p:cNvSpPr/>
              <p:nvPr/>
            </p:nvSpPr>
            <p:spPr>
              <a:xfrm>
                <a:off x="2136973" y="1895603"/>
                <a:ext cx="58714" cy="42185"/>
              </a:xfrm>
              <a:custGeom>
                <a:avLst/>
                <a:gdLst/>
                <a:ahLst/>
                <a:cxnLst/>
                <a:rect l="l" t="t" r="r" b="b"/>
                <a:pathLst>
                  <a:path w="3840" h="2759" extrusionOk="0">
                    <a:moveTo>
                      <a:pt x="259" y="0"/>
                    </a:moveTo>
                    <a:cubicBezTo>
                      <a:pt x="252" y="0"/>
                      <a:pt x="246" y="0"/>
                      <a:pt x="239" y="0"/>
                    </a:cubicBezTo>
                    <a:cubicBezTo>
                      <a:pt x="84" y="334"/>
                      <a:pt x="3" y="696"/>
                      <a:pt x="1" y="1065"/>
                    </a:cubicBezTo>
                    <a:cubicBezTo>
                      <a:pt x="1" y="1677"/>
                      <a:pt x="225" y="2229"/>
                      <a:pt x="584" y="2670"/>
                    </a:cubicBezTo>
                    <a:cubicBezTo>
                      <a:pt x="850" y="2729"/>
                      <a:pt x="1130" y="2758"/>
                      <a:pt x="1422" y="2758"/>
                    </a:cubicBezTo>
                    <a:cubicBezTo>
                      <a:pt x="2173" y="2758"/>
                      <a:pt x="2998" y="2562"/>
                      <a:pt x="3840" y="2165"/>
                    </a:cubicBezTo>
                    <a:cubicBezTo>
                      <a:pt x="3840" y="2165"/>
                      <a:pt x="3119" y="0"/>
                      <a:pt x="259" y="0"/>
                    </a:cubicBez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73"/>
              <p:cNvSpPr/>
              <p:nvPr/>
            </p:nvSpPr>
            <p:spPr>
              <a:xfrm>
                <a:off x="2206405" y="1920067"/>
                <a:ext cx="26666" cy="60166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3935" extrusionOk="0">
                    <a:moveTo>
                      <a:pt x="647" y="0"/>
                    </a:moveTo>
                    <a:lnTo>
                      <a:pt x="291" y="99"/>
                    </a:lnTo>
                    <a:lnTo>
                      <a:pt x="1257" y="3564"/>
                    </a:lnTo>
                    <a:lnTo>
                      <a:pt x="1" y="3564"/>
                    </a:lnTo>
                    <a:lnTo>
                      <a:pt x="1" y="3934"/>
                    </a:lnTo>
                    <a:lnTo>
                      <a:pt x="1743" y="3934"/>
                    </a:lnTo>
                    <a:lnTo>
                      <a:pt x="647" y="0"/>
                    </a:ln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73"/>
              <p:cNvSpPr/>
              <p:nvPr/>
            </p:nvSpPr>
            <p:spPr>
              <a:xfrm>
                <a:off x="1829354" y="2882557"/>
                <a:ext cx="538957" cy="119277"/>
              </a:xfrm>
              <a:custGeom>
                <a:avLst/>
                <a:gdLst/>
                <a:ahLst/>
                <a:cxnLst/>
                <a:rect l="l" t="t" r="r" b="b"/>
                <a:pathLst>
                  <a:path w="35249" h="7801" extrusionOk="0">
                    <a:moveTo>
                      <a:pt x="35249" y="0"/>
                    </a:moveTo>
                    <a:lnTo>
                      <a:pt x="724" y="715"/>
                    </a:lnTo>
                    <a:cubicBezTo>
                      <a:pt x="531" y="2954"/>
                      <a:pt x="292" y="5247"/>
                      <a:pt x="1" y="7801"/>
                    </a:cubicBezTo>
                    <a:lnTo>
                      <a:pt x="352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73"/>
              <p:cNvSpPr/>
              <p:nvPr/>
            </p:nvSpPr>
            <p:spPr>
              <a:xfrm>
                <a:off x="2164816" y="1984988"/>
                <a:ext cx="41971" cy="18119"/>
              </a:xfrm>
              <a:custGeom>
                <a:avLst/>
                <a:gdLst/>
                <a:ahLst/>
                <a:cxnLst/>
                <a:rect l="l" t="t" r="r" b="b"/>
                <a:pathLst>
                  <a:path w="2745" h="1185" extrusionOk="0">
                    <a:moveTo>
                      <a:pt x="200" y="1"/>
                    </a:moveTo>
                    <a:lnTo>
                      <a:pt x="1" y="314"/>
                    </a:lnTo>
                    <a:cubicBezTo>
                      <a:pt x="1053" y="984"/>
                      <a:pt x="2634" y="1176"/>
                      <a:pt x="2700" y="1184"/>
                    </a:cubicBezTo>
                    <a:lnTo>
                      <a:pt x="2745" y="817"/>
                    </a:lnTo>
                    <a:cubicBezTo>
                      <a:pt x="2728" y="815"/>
                      <a:pt x="1180" y="627"/>
                      <a:pt x="200" y="1"/>
                    </a:cubicBez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73"/>
              <p:cNvSpPr/>
              <p:nvPr/>
            </p:nvSpPr>
            <p:spPr>
              <a:xfrm>
                <a:off x="2102616" y="1832027"/>
                <a:ext cx="78040" cy="36558"/>
              </a:xfrm>
              <a:custGeom>
                <a:avLst/>
                <a:gdLst/>
                <a:ahLst/>
                <a:cxnLst/>
                <a:rect l="l" t="t" r="r" b="b"/>
                <a:pathLst>
                  <a:path w="5104" h="2391" extrusionOk="0">
                    <a:moveTo>
                      <a:pt x="4216" y="0"/>
                    </a:moveTo>
                    <a:cubicBezTo>
                      <a:pt x="4200" y="0"/>
                      <a:pt x="4184" y="1"/>
                      <a:pt x="4167" y="2"/>
                    </a:cubicBezTo>
                    <a:cubicBezTo>
                      <a:pt x="1124" y="95"/>
                      <a:pt x="0" y="1593"/>
                      <a:pt x="271" y="2390"/>
                    </a:cubicBezTo>
                    <a:cubicBezTo>
                      <a:pt x="1524" y="1547"/>
                      <a:pt x="5104" y="1267"/>
                      <a:pt x="5104" y="1267"/>
                    </a:cubicBezTo>
                    <a:cubicBezTo>
                      <a:pt x="5104" y="1267"/>
                      <a:pt x="5104" y="0"/>
                      <a:pt x="4216" y="0"/>
                    </a:cubicBez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73"/>
              <p:cNvSpPr/>
              <p:nvPr/>
            </p:nvSpPr>
            <p:spPr>
              <a:xfrm>
                <a:off x="1984104" y="1823908"/>
                <a:ext cx="92734" cy="111372"/>
              </a:xfrm>
              <a:custGeom>
                <a:avLst/>
                <a:gdLst/>
                <a:ahLst/>
                <a:cxnLst/>
                <a:rect l="l" t="t" r="r" b="b"/>
                <a:pathLst>
                  <a:path w="6065" h="7284" extrusionOk="0">
                    <a:moveTo>
                      <a:pt x="5767" y="1"/>
                    </a:moveTo>
                    <a:cubicBezTo>
                      <a:pt x="2918" y="711"/>
                      <a:pt x="597" y="1665"/>
                      <a:pt x="1" y="1942"/>
                    </a:cubicBezTo>
                    <a:cubicBezTo>
                      <a:pt x="1" y="1942"/>
                      <a:pt x="494" y="5402"/>
                      <a:pt x="1148" y="6995"/>
                    </a:cubicBezTo>
                    <a:lnTo>
                      <a:pt x="1267" y="7284"/>
                    </a:lnTo>
                    <a:lnTo>
                      <a:pt x="6065" y="5543"/>
                    </a:lnTo>
                    <a:cubicBezTo>
                      <a:pt x="6065" y="5543"/>
                      <a:pt x="5550" y="4091"/>
                      <a:pt x="5409" y="2546"/>
                    </a:cubicBezTo>
                    <a:cubicBezTo>
                      <a:pt x="5329" y="1656"/>
                      <a:pt x="5558" y="675"/>
                      <a:pt x="5767" y="1"/>
                    </a:cubicBezTo>
                    <a:close/>
                  </a:path>
                </a:pathLst>
              </a:custGeom>
              <a:solidFill>
                <a:srgbClr val="883F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73"/>
              <p:cNvSpPr/>
              <p:nvPr/>
            </p:nvSpPr>
            <p:spPr>
              <a:xfrm>
                <a:off x="1881814" y="2101223"/>
                <a:ext cx="418090" cy="169597"/>
              </a:xfrm>
              <a:custGeom>
                <a:avLst/>
                <a:gdLst/>
                <a:ahLst/>
                <a:cxnLst/>
                <a:rect l="l" t="t" r="r" b="b"/>
                <a:pathLst>
                  <a:path w="27344" h="11092" extrusionOk="0">
                    <a:moveTo>
                      <a:pt x="11645" y="0"/>
                    </a:moveTo>
                    <a:cubicBezTo>
                      <a:pt x="11645" y="0"/>
                      <a:pt x="8071" y="1051"/>
                      <a:pt x="1" y="4272"/>
                    </a:cubicBezTo>
                    <a:cubicBezTo>
                      <a:pt x="1" y="4272"/>
                      <a:pt x="3175" y="11092"/>
                      <a:pt x="14742" y="11092"/>
                    </a:cubicBezTo>
                    <a:cubicBezTo>
                      <a:pt x="26310" y="11092"/>
                      <a:pt x="27343" y="4585"/>
                      <a:pt x="27343" y="4585"/>
                    </a:cubicBezTo>
                    <a:lnTo>
                      <a:pt x="154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73"/>
              <p:cNvSpPr/>
              <p:nvPr/>
            </p:nvSpPr>
            <p:spPr>
              <a:xfrm>
                <a:off x="1847121" y="2468443"/>
                <a:ext cx="63775" cy="315173"/>
              </a:xfrm>
              <a:custGeom>
                <a:avLst/>
                <a:gdLst/>
                <a:ahLst/>
                <a:cxnLst/>
                <a:rect l="l" t="t" r="r" b="b"/>
                <a:pathLst>
                  <a:path w="4171" h="20613" extrusionOk="0">
                    <a:moveTo>
                      <a:pt x="2312" y="0"/>
                    </a:moveTo>
                    <a:lnTo>
                      <a:pt x="0" y="20612"/>
                    </a:lnTo>
                    <a:lnTo>
                      <a:pt x="4170" y="20612"/>
                    </a:lnTo>
                    <a:lnTo>
                      <a:pt x="23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73"/>
              <p:cNvSpPr/>
              <p:nvPr/>
            </p:nvSpPr>
            <p:spPr>
              <a:xfrm>
                <a:off x="1910880" y="2101223"/>
                <a:ext cx="361410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23637" h="9171" extrusionOk="0">
                    <a:moveTo>
                      <a:pt x="9744" y="0"/>
                    </a:moveTo>
                    <a:cubicBezTo>
                      <a:pt x="9744" y="0"/>
                      <a:pt x="6733" y="886"/>
                      <a:pt x="0" y="3521"/>
                    </a:cubicBezTo>
                    <a:cubicBezTo>
                      <a:pt x="0" y="3521"/>
                      <a:pt x="3719" y="9170"/>
                      <a:pt x="12841" y="9170"/>
                    </a:cubicBezTo>
                    <a:cubicBezTo>
                      <a:pt x="21962" y="9170"/>
                      <a:pt x="23635" y="3888"/>
                      <a:pt x="23637" y="3887"/>
                    </a:cubicBezTo>
                    <a:lnTo>
                      <a:pt x="13579" y="0"/>
                    </a:lnTo>
                    <a:close/>
                  </a:path>
                </a:pathLst>
              </a:custGeom>
              <a:solidFill>
                <a:srgbClr val="A53F32"/>
              </a:solidFill>
              <a:ln w="9525" cap="flat" cmpd="sng">
                <a:solidFill>
                  <a:srgbClr val="A53F3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73"/>
              <p:cNvSpPr/>
              <p:nvPr/>
            </p:nvSpPr>
            <p:spPr>
              <a:xfrm>
                <a:off x="2108977" y="1890435"/>
                <a:ext cx="90410" cy="39907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2610" extrusionOk="0">
                    <a:moveTo>
                      <a:pt x="2173" y="1"/>
                    </a:moveTo>
                    <a:cubicBezTo>
                      <a:pt x="988" y="1"/>
                      <a:pt x="21" y="378"/>
                      <a:pt x="1" y="386"/>
                    </a:cubicBezTo>
                    <a:lnTo>
                      <a:pt x="196" y="874"/>
                    </a:lnTo>
                    <a:cubicBezTo>
                      <a:pt x="271" y="845"/>
                      <a:pt x="1134" y="511"/>
                      <a:pt x="2172" y="511"/>
                    </a:cubicBezTo>
                    <a:cubicBezTo>
                      <a:pt x="3321" y="511"/>
                      <a:pt x="4686" y="921"/>
                      <a:pt x="5429" y="2610"/>
                    </a:cubicBezTo>
                    <a:lnTo>
                      <a:pt x="5912" y="2397"/>
                    </a:lnTo>
                    <a:cubicBezTo>
                      <a:pt x="5060" y="463"/>
                      <a:pt x="3484" y="1"/>
                      <a:pt x="2173" y="1"/>
                    </a:cubicBez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73"/>
              <p:cNvSpPr/>
              <p:nvPr/>
            </p:nvSpPr>
            <p:spPr>
              <a:xfrm>
                <a:off x="1980908" y="1891475"/>
                <a:ext cx="85930" cy="85915"/>
              </a:xfrm>
              <a:custGeom>
                <a:avLst/>
                <a:gdLst/>
                <a:ahLst/>
                <a:cxnLst/>
                <a:rect l="l" t="t" r="r" b="b"/>
                <a:pathLst>
                  <a:path w="5620" h="5619" extrusionOk="0">
                    <a:moveTo>
                      <a:pt x="2809" y="0"/>
                    </a:moveTo>
                    <a:cubicBezTo>
                      <a:pt x="1257" y="0"/>
                      <a:pt x="0" y="1258"/>
                      <a:pt x="0" y="2809"/>
                    </a:cubicBezTo>
                    <a:cubicBezTo>
                      <a:pt x="0" y="4361"/>
                      <a:pt x="1257" y="5619"/>
                      <a:pt x="2809" y="5619"/>
                    </a:cubicBezTo>
                    <a:cubicBezTo>
                      <a:pt x="4361" y="5619"/>
                      <a:pt x="5619" y="4361"/>
                      <a:pt x="5619" y="2809"/>
                    </a:cubicBezTo>
                    <a:cubicBezTo>
                      <a:pt x="5619" y="1258"/>
                      <a:pt x="4361" y="0"/>
                      <a:pt x="2809" y="0"/>
                    </a:cubicBezTo>
                    <a:close/>
                  </a:path>
                </a:pathLst>
              </a:custGeom>
              <a:solidFill>
                <a:srgbClr val="A53F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73"/>
              <p:cNvSpPr/>
              <p:nvPr/>
            </p:nvSpPr>
            <p:spPr>
              <a:xfrm>
                <a:off x="1980908" y="1914945"/>
                <a:ext cx="66710" cy="62444"/>
              </a:xfrm>
              <a:custGeom>
                <a:avLst/>
                <a:gdLst/>
                <a:ahLst/>
                <a:cxnLst/>
                <a:rect l="l" t="t" r="r" b="b"/>
                <a:pathLst>
                  <a:path w="4363" h="4084" extrusionOk="0">
                    <a:moveTo>
                      <a:pt x="1554" y="0"/>
                    </a:moveTo>
                    <a:cubicBezTo>
                      <a:pt x="1044" y="0"/>
                      <a:pt x="570" y="148"/>
                      <a:pt x="157" y="386"/>
                    </a:cubicBezTo>
                    <a:cubicBezTo>
                      <a:pt x="63" y="667"/>
                      <a:pt x="0" y="963"/>
                      <a:pt x="0" y="1274"/>
                    </a:cubicBezTo>
                    <a:cubicBezTo>
                      <a:pt x="0" y="2826"/>
                      <a:pt x="1259" y="4084"/>
                      <a:pt x="2809" y="4084"/>
                    </a:cubicBezTo>
                    <a:cubicBezTo>
                      <a:pt x="3321" y="4084"/>
                      <a:pt x="3793" y="3938"/>
                      <a:pt x="4206" y="3698"/>
                    </a:cubicBezTo>
                    <a:cubicBezTo>
                      <a:pt x="4300" y="3417"/>
                      <a:pt x="4363" y="3123"/>
                      <a:pt x="4363" y="2811"/>
                    </a:cubicBezTo>
                    <a:cubicBezTo>
                      <a:pt x="4363" y="1258"/>
                      <a:pt x="3105" y="0"/>
                      <a:pt x="1554" y="0"/>
                    </a:cubicBezTo>
                    <a:close/>
                  </a:path>
                </a:pathLst>
              </a:custGeom>
              <a:solidFill>
                <a:srgbClr val="6B1B14">
                  <a:alpha val="35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73"/>
              <p:cNvSpPr/>
              <p:nvPr/>
            </p:nvSpPr>
            <p:spPr>
              <a:xfrm>
                <a:off x="2767426" y="2567400"/>
                <a:ext cx="74814" cy="6177"/>
              </a:xfrm>
              <a:custGeom>
                <a:avLst/>
                <a:gdLst/>
                <a:ahLst/>
                <a:cxnLst/>
                <a:rect l="l" t="t" r="r" b="b"/>
                <a:pathLst>
                  <a:path w="4893" h="404" extrusionOk="0">
                    <a:moveTo>
                      <a:pt x="2" y="1"/>
                    </a:moveTo>
                    <a:lnTo>
                      <a:pt x="0" y="371"/>
                    </a:lnTo>
                    <a:lnTo>
                      <a:pt x="4891" y="403"/>
                    </a:lnTo>
                    <a:lnTo>
                      <a:pt x="4893" y="35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73"/>
              <p:cNvSpPr/>
              <p:nvPr/>
            </p:nvSpPr>
            <p:spPr>
              <a:xfrm>
                <a:off x="1902746" y="3137640"/>
                <a:ext cx="409237" cy="1478788"/>
              </a:xfrm>
              <a:custGeom>
                <a:avLst/>
                <a:gdLst/>
                <a:ahLst/>
                <a:cxnLst/>
                <a:rect l="l" t="t" r="r" b="b"/>
                <a:pathLst>
                  <a:path w="26765" h="96716" extrusionOk="0">
                    <a:moveTo>
                      <a:pt x="26418" y="1"/>
                    </a:moveTo>
                    <a:lnTo>
                      <a:pt x="25896" y="75"/>
                    </a:lnTo>
                    <a:cubicBezTo>
                      <a:pt x="26229" y="2410"/>
                      <a:pt x="24568" y="10813"/>
                      <a:pt x="24555" y="10881"/>
                    </a:cubicBezTo>
                    <a:lnTo>
                      <a:pt x="23513" y="14793"/>
                    </a:lnTo>
                    <a:cubicBezTo>
                      <a:pt x="23395" y="15136"/>
                      <a:pt x="11750" y="49114"/>
                      <a:pt x="10197" y="53079"/>
                    </a:cubicBezTo>
                    <a:cubicBezTo>
                      <a:pt x="8635" y="57071"/>
                      <a:pt x="352" y="94990"/>
                      <a:pt x="0" y="96603"/>
                    </a:cubicBezTo>
                    <a:lnTo>
                      <a:pt x="514" y="96715"/>
                    </a:lnTo>
                    <a:cubicBezTo>
                      <a:pt x="600" y="96321"/>
                      <a:pt x="9142" y="57226"/>
                      <a:pt x="10689" y="53273"/>
                    </a:cubicBezTo>
                    <a:cubicBezTo>
                      <a:pt x="12244" y="49295"/>
                      <a:pt x="23893" y="15306"/>
                      <a:pt x="24016" y="14946"/>
                    </a:cubicBezTo>
                    <a:lnTo>
                      <a:pt x="25068" y="11000"/>
                    </a:lnTo>
                    <a:cubicBezTo>
                      <a:pt x="25138" y="10652"/>
                      <a:pt x="26765" y="2423"/>
                      <a:pt x="264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73"/>
              <p:cNvSpPr/>
              <p:nvPr/>
            </p:nvSpPr>
            <p:spPr>
              <a:xfrm>
                <a:off x="2028613" y="1704768"/>
                <a:ext cx="210742" cy="353413"/>
              </a:xfrm>
              <a:custGeom>
                <a:avLst/>
                <a:gdLst/>
                <a:ahLst/>
                <a:cxnLst/>
                <a:rect l="l" t="t" r="r" b="b"/>
                <a:pathLst>
                  <a:path w="13783" h="23114" extrusionOk="0">
                    <a:moveTo>
                      <a:pt x="6603" y="0"/>
                    </a:moveTo>
                    <a:cubicBezTo>
                      <a:pt x="6346" y="0"/>
                      <a:pt x="6099" y="30"/>
                      <a:pt x="5871" y="83"/>
                    </a:cubicBezTo>
                    <a:cubicBezTo>
                      <a:pt x="4653" y="365"/>
                      <a:pt x="3997" y="2143"/>
                      <a:pt x="3997" y="2143"/>
                    </a:cubicBezTo>
                    <a:cubicBezTo>
                      <a:pt x="3997" y="2143"/>
                      <a:pt x="3341" y="1716"/>
                      <a:pt x="2498" y="1589"/>
                    </a:cubicBezTo>
                    <a:lnTo>
                      <a:pt x="2498" y="1589"/>
                    </a:lnTo>
                    <a:cubicBezTo>
                      <a:pt x="2477" y="1613"/>
                      <a:pt x="0" y="4675"/>
                      <a:pt x="3467" y="5327"/>
                    </a:cubicBezTo>
                    <a:cubicBezTo>
                      <a:pt x="2826" y="6732"/>
                      <a:pt x="4563" y="7413"/>
                      <a:pt x="4563" y="7413"/>
                    </a:cubicBezTo>
                    <a:cubicBezTo>
                      <a:pt x="4563" y="7413"/>
                      <a:pt x="3346" y="11835"/>
                      <a:pt x="5522" y="15980"/>
                    </a:cubicBezTo>
                    <a:cubicBezTo>
                      <a:pt x="6744" y="18309"/>
                      <a:pt x="7693" y="20985"/>
                      <a:pt x="8290" y="22883"/>
                    </a:cubicBezTo>
                    <a:cubicBezTo>
                      <a:pt x="9009" y="23038"/>
                      <a:pt x="9700" y="23113"/>
                      <a:pt x="10322" y="23113"/>
                    </a:cubicBezTo>
                    <a:cubicBezTo>
                      <a:pt x="11022" y="23113"/>
                      <a:pt x="11634" y="23018"/>
                      <a:pt x="12098" y="22838"/>
                    </a:cubicBezTo>
                    <a:cubicBezTo>
                      <a:pt x="13783" y="22184"/>
                      <a:pt x="13128" y="11414"/>
                      <a:pt x="12098" y="7388"/>
                    </a:cubicBezTo>
                    <a:cubicBezTo>
                      <a:pt x="12098" y="7388"/>
                      <a:pt x="13178" y="5140"/>
                      <a:pt x="12802" y="3969"/>
                    </a:cubicBezTo>
                    <a:cubicBezTo>
                      <a:pt x="12485" y="2982"/>
                      <a:pt x="11635" y="2094"/>
                      <a:pt x="10589" y="2094"/>
                    </a:cubicBezTo>
                    <a:cubicBezTo>
                      <a:pt x="10395" y="2094"/>
                      <a:pt x="10195" y="2125"/>
                      <a:pt x="9990" y="2191"/>
                    </a:cubicBezTo>
                    <a:cubicBezTo>
                      <a:pt x="9040" y="554"/>
                      <a:pt x="7718" y="0"/>
                      <a:pt x="6603" y="0"/>
                    </a:cubicBezTo>
                    <a:close/>
                  </a:path>
                </a:pathLst>
              </a:custGeom>
              <a:solidFill>
                <a:srgbClr val="FFFBF7">
                  <a:alpha val="17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73"/>
              <p:cNvSpPr/>
              <p:nvPr/>
            </p:nvSpPr>
            <p:spPr>
              <a:xfrm>
                <a:off x="2158211" y="2111639"/>
                <a:ext cx="741764" cy="459205"/>
              </a:xfrm>
              <a:custGeom>
                <a:avLst/>
                <a:gdLst/>
                <a:ahLst/>
                <a:cxnLst/>
                <a:rect l="l" t="t" r="r" b="b"/>
                <a:pathLst>
                  <a:path w="48513" h="3003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0365" y="7927"/>
                      <a:pt x="18975" y="16944"/>
                    </a:cubicBezTo>
                    <a:cubicBezTo>
                      <a:pt x="27276" y="25634"/>
                      <a:pt x="33527" y="30033"/>
                      <a:pt x="36590" y="30033"/>
                    </a:cubicBezTo>
                    <a:cubicBezTo>
                      <a:pt x="36704" y="30033"/>
                      <a:pt x="36814" y="30027"/>
                      <a:pt x="36920" y="30014"/>
                    </a:cubicBezTo>
                    <a:cubicBezTo>
                      <a:pt x="37896" y="29900"/>
                      <a:pt x="39509" y="29862"/>
                      <a:pt x="41227" y="29862"/>
                    </a:cubicBezTo>
                    <a:cubicBezTo>
                      <a:pt x="44662" y="29862"/>
                      <a:pt x="48513" y="30014"/>
                      <a:pt x="48513" y="30014"/>
                    </a:cubicBezTo>
                    <a:cubicBezTo>
                      <a:pt x="46291" y="29814"/>
                      <a:pt x="44739" y="29707"/>
                      <a:pt x="44739" y="29707"/>
                    </a:cubicBezTo>
                    <a:cubicBezTo>
                      <a:pt x="44739" y="29707"/>
                      <a:pt x="36005" y="23537"/>
                      <a:pt x="30941" y="18209"/>
                    </a:cubicBezTo>
                    <a:cubicBezTo>
                      <a:pt x="25874" y="12882"/>
                      <a:pt x="17403" y="6726"/>
                      <a:pt x="17403" y="6726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BF7">
                  <a:alpha val="17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73"/>
              <p:cNvSpPr/>
              <p:nvPr/>
            </p:nvSpPr>
            <p:spPr>
              <a:xfrm>
                <a:off x="1817381" y="3053056"/>
                <a:ext cx="569812" cy="104461"/>
              </a:xfrm>
              <a:custGeom>
                <a:avLst/>
                <a:gdLst/>
                <a:ahLst/>
                <a:cxnLst/>
                <a:rect l="l" t="t" r="r" b="b"/>
                <a:pathLst>
                  <a:path w="37267" h="6832" extrusionOk="0">
                    <a:moveTo>
                      <a:pt x="37266" y="0"/>
                    </a:moveTo>
                    <a:lnTo>
                      <a:pt x="37266" y="0"/>
                    </a:lnTo>
                    <a:cubicBezTo>
                      <a:pt x="31452" y="1482"/>
                      <a:pt x="25439" y="1997"/>
                      <a:pt x="19890" y="1997"/>
                    </a:cubicBezTo>
                    <a:cubicBezTo>
                      <a:pt x="11637" y="1997"/>
                      <a:pt x="4409" y="858"/>
                      <a:pt x="383" y="65"/>
                    </a:cubicBezTo>
                    <a:cubicBezTo>
                      <a:pt x="262" y="1080"/>
                      <a:pt x="135" y="2136"/>
                      <a:pt x="0" y="3251"/>
                    </a:cubicBezTo>
                    <a:cubicBezTo>
                      <a:pt x="4273" y="5984"/>
                      <a:pt x="10657" y="6832"/>
                      <a:pt x="16935" y="6832"/>
                    </a:cubicBezTo>
                    <a:cubicBezTo>
                      <a:pt x="27211" y="6832"/>
                      <a:pt x="37205" y="4560"/>
                      <a:pt x="37205" y="4560"/>
                    </a:cubicBezTo>
                    <a:cubicBezTo>
                      <a:pt x="37205" y="4560"/>
                      <a:pt x="37222" y="2795"/>
                      <a:pt x="37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73"/>
              <p:cNvSpPr/>
              <p:nvPr/>
            </p:nvSpPr>
            <p:spPr>
              <a:xfrm>
                <a:off x="1645782" y="3739638"/>
                <a:ext cx="411194" cy="867723"/>
              </a:xfrm>
              <a:custGeom>
                <a:avLst/>
                <a:gdLst/>
                <a:ahLst/>
                <a:cxnLst/>
                <a:rect l="l" t="t" r="r" b="b"/>
                <a:pathLst>
                  <a:path w="26893" h="56751" extrusionOk="0">
                    <a:moveTo>
                      <a:pt x="15489" y="1"/>
                    </a:moveTo>
                    <a:cubicBezTo>
                      <a:pt x="12425" y="8384"/>
                      <a:pt x="8229" y="21344"/>
                      <a:pt x="1" y="51709"/>
                    </a:cubicBezTo>
                    <a:cubicBezTo>
                      <a:pt x="2536" y="54628"/>
                      <a:pt x="7201" y="56060"/>
                      <a:pt x="11630" y="56750"/>
                    </a:cubicBezTo>
                    <a:cubicBezTo>
                      <a:pt x="13529" y="48778"/>
                      <a:pt x="17745" y="31898"/>
                      <a:pt x="22422" y="18522"/>
                    </a:cubicBezTo>
                    <a:cubicBezTo>
                      <a:pt x="26893" y="5735"/>
                      <a:pt x="19979" y="1429"/>
                      <a:pt x="15489" y="1"/>
                    </a:cubicBezTo>
                    <a:close/>
                  </a:path>
                </a:pathLst>
              </a:custGeom>
              <a:solidFill>
                <a:srgbClr val="FFFBF7">
                  <a:alpha val="17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73"/>
              <p:cNvSpPr/>
              <p:nvPr/>
            </p:nvSpPr>
            <p:spPr>
              <a:xfrm>
                <a:off x="3493364" y="1887805"/>
                <a:ext cx="232668" cy="363642"/>
              </a:xfrm>
              <a:custGeom>
                <a:avLst/>
                <a:gdLst/>
                <a:ahLst/>
                <a:cxnLst/>
                <a:rect l="l" t="t" r="r" b="b"/>
                <a:pathLst>
                  <a:path w="15217" h="23783" extrusionOk="0">
                    <a:moveTo>
                      <a:pt x="1925" y="0"/>
                    </a:moveTo>
                    <a:cubicBezTo>
                      <a:pt x="1925" y="0"/>
                      <a:pt x="2" y="7493"/>
                      <a:pt x="0" y="14444"/>
                    </a:cubicBezTo>
                    <a:cubicBezTo>
                      <a:pt x="0" y="15061"/>
                      <a:pt x="480" y="15582"/>
                      <a:pt x="1097" y="15609"/>
                    </a:cubicBezTo>
                    <a:cubicBezTo>
                      <a:pt x="1363" y="15620"/>
                      <a:pt x="1625" y="15625"/>
                      <a:pt x="1881" y="15625"/>
                    </a:cubicBezTo>
                    <a:cubicBezTo>
                      <a:pt x="4793" y="15625"/>
                      <a:pt x="6962" y="14963"/>
                      <a:pt x="6962" y="14963"/>
                    </a:cubicBezTo>
                    <a:lnTo>
                      <a:pt x="6962" y="14963"/>
                    </a:lnTo>
                    <a:cubicBezTo>
                      <a:pt x="6962" y="14963"/>
                      <a:pt x="7357" y="19460"/>
                      <a:pt x="5784" y="23783"/>
                    </a:cubicBezTo>
                    <a:cubicBezTo>
                      <a:pt x="15216" y="23128"/>
                      <a:pt x="15085" y="22343"/>
                      <a:pt x="15085" y="22343"/>
                    </a:cubicBezTo>
                    <a:cubicBezTo>
                      <a:pt x="15085" y="22343"/>
                      <a:pt x="13776" y="12649"/>
                      <a:pt x="15085" y="9242"/>
                    </a:cubicBezTo>
                    <a:cubicBezTo>
                      <a:pt x="12858" y="4526"/>
                      <a:pt x="8081" y="1049"/>
                      <a:pt x="1925" y="0"/>
                    </a:cubicBezTo>
                    <a:close/>
                  </a:path>
                </a:pathLst>
              </a:custGeom>
              <a:solidFill>
                <a:srgbClr val="FD84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73"/>
              <p:cNvSpPr/>
              <p:nvPr/>
            </p:nvSpPr>
            <p:spPr>
              <a:xfrm>
                <a:off x="3508670" y="1978031"/>
                <a:ext cx="84156" cy="26956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763" extrusionOk="0">
                    <a:moveTo>
                      <a:pt x="1245" y="0"/>
                    </a:moveTo>
                    <a:cubicBezTo>
                      <a:pt x="1245" y="0"/>
                      <a:pt x="657" y="852"/>
                      <a:pt x="1" y="1638"/>
                    </a:cubicBezTo>
                    <a:cubicBezTo>
                      <a:pt x="477" y="1714"/>
                      <a:pt x="970" y="1762"/>
                      <a:pt x="1479" y="1762"/>
                    </a:cubicBezTo>
                    <a:cubicBezTo>
                      <a:pt x="2722" y="1762"/>
                      <a:pt x="4063" y="1473"/>
                      <a:pt x="5504" y="590"/>
                    </a:cubicBezTo>
                    <a:lnTo>
                      <a:pt x="5504" y="590"/>
                    </a:lnTo>
                    <a:cubicBezTo>
                      <a:pt x="4454" y="1115"/>
                      <a:pt x="2908" y="1202"/>
                      <a:pt x="1996" y="1202"/>
                    </a:cubicBezTo>
                    <a:cubicBezTo>
                      <a:pt x="1542" y="1202"/>
                      <a:pt x="1245" y="1180"/>
                      <a:pt x="1245" y="1180"/>
                    </a:cubicBezTo>
                    <a:lnTo>
                      <a:pt x="1245" y="0"/>
                    </a:lnTo>
                    <a:close/>
                  </a:path>
                </a:pathLst>
              </a:custGeom>
              <a:solidFill>
                <a:srgbClr val="8109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73"/>
              <p:cNvSpPr/>
              <p:nvPr/>
            </p:nvSpPr>
            <p:spPr>
              <a:xfrm>
                <a:off x="3474328" y="2004988"/>
                <a:ext cx="27109" cy="48163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150" extrusionOk="0">
                    <a:moveTo>
                      <a:pt x="1772" y="0"/>
                    </a:moveTo>
                    <a:lnTo>
                      <a:pt x="1772" y="0"/>
                    </a:lnTo>
                    <a:cubicBezTo>
                      <a:pt x="1772" y="1"/>
                      <a:pt x="479" y="1906"/>
                      <a:pt x="217" y="2561"/>
                    </a:cubicBezTo>
                    <a:cubicBezTo>
                      <a:pt x="0" y="3103"/>
                      <a:pt x="965" y="3149"/>
                      <a:pt x="1303" y="3149"/>
                    </a:cubicBezTo>
                    <a:cubicBezTo>
                      <a:pt x="1374" y="3149"/>
                      <a:pt x="1417" y="3147"/>
                      <a:pt x="1417" y="3147"/>
                    </a:cubicBezTo>
                    <a:lnTo>
                      <a:pt x="1772" y="0"/>
                    </a:lnTo>
                    <a:close/>
                  </a:path>
                </a:pathLst>
              </a:custGeom>
              <a:solidFill>
                <a:srgbClr val="E56B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73"/>
              <p:cNvSpPr/>
              <p:nvPr/>
            </p:nvSpPr>
            <p:spPr>
              <a:xfrm>
                <a:off x="3597397" y="2090199"/>
                <a:ext cx="4847" cy="26391"/>
              </a:xfrm>
              <a:custGeom>
                <a:avLst/>
                <a:gdLst/>
                <a:ahLst/>
                <a:cxnLst/>
                <a:rect l="l" t="t" r="r" b="b"/>
                <a:pathLst>
                  <a:path w="317" h="1726" extrusionOk="0">
                    <a:moveTo>
                      <a:pt x="0" y="0"/>
                    </a:moveTo>
                    <a:lnTo>
                      <a:pt x="0" y="1726"/>
                    </a:lnTo>
                    <a:lnTo>
                      <a:pt x="316" y="1726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8109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73"/>
              <p:cNvSpPr/>
              <p:nvPr/>
            </p:nvSpPr>
            <p:spPr>
              <a:xfrm>
                <a:off x="2500141" y="2201372"/>
                <a:ext cx="1450241" cy="782557"/>
              </a:xfrm>
              <a:custGeom>
                <a:avLst/>
                <a:gdLst/>
                <a:ahLst/>
                <a:cxnLst/>
                <a:rect l="l" t="t" r="r" b="b"/>
                <a:pathLst>
                  <a:path w="94849" h="51181" extrusionOk="0">
                    <a:moveTo>
                      <a:pt x="92577" y="1"/>
                    </a:moveTo>
                    <a:cubicBezTo>
                      <a:pt x="78079" y="351"/>
                      <a:pt x="73356" y="1180"/>
                      <a:pt x="73356" y="1180"/>
                    </a:cubicBezTo>
                    <a:lnTo>
                      <a:pt x="58341" y="4542"/>
                    </a:lnTo>
                    <a:cubicBezTo>
                      <a:pt x="58341" y="4542"/>
                      <a:pt x="51879" y="5939"/>
                      <a:pt x="47163" y="16070"/>
                    </a:cubicBezTo>
                    <a:cubicBezTo>
                      <a:pt x="42445" y="26202"/>
                      <a:pt x="37556" y="38795"/>
                      <a:pt x="37556" y="38795"/>
                    </a:cubicBezTo>
                    <a:cubicBezTo>
                      <a:pt x="37556" y="38795"/>
                      <a:pt x="14650" y="32819"/>
                      <a:pt x="10681" y="32819"/>
                    </a:cubicBezTo>
                    <a:cubicBezTo>
                      <a:pt x="10548" y="32819"/>
                      <a:pt x="10436" y="32826"/>
                      <a:pt x="10347" y="32840"/>
                    </a:cubicBezTo>
                    <a:cubicBezTo>
                      <a:pt x="7602" y="33265"/>
                      <a:pt x="1573" y="34907"/>
                      <a:pt x="1573" y="34907"/>
                    </a:cubicBezTo>
                    <a:lnTo>
                      <a:pt x="1" y="38795"/>
                    </a:lnTo>
                    <a:lnTo>
                      <a:pt x="1" y="38795"/>
                    </a:lnTo>
                    <a:lnTo>
                      <a:pt x="8811" y="38081"/>
                    </a:lnTo>
                    <a:lnTo>
                      <a:pt x="37783" y="50063"/>
                    </a:lnTo>
                    <a:cubicBezTo>
                      <a:pt x="38568" y="50387"/>
                      <a:pt x="39381" y="50541"/>
                      <a:pt x="40182" y="50541"/>
                    </a:cubicBezTo>
                    <a:cubicBezTo>
                      <a:pt x="42548" y="50541"/>
                      <a:pt x="44804" y="49199"/>
                      <a:pt x="45873" y="46932"/>
                    </a:cubicBezTo>
                    <a:lnTo>
                      <a:pt x="58518" y="20089"/>
                    </a:lnTo>
                    <a:lnTo>
                      <a:pt x="58518" y="20089"/>
                    </a:lnTo>
                    <a:cubicBezTo>
                      <a:pt x="58518" y="20090"/>
                      <a:pt x="56247" y="29443"/>
                      <a:pt x="59740" y="31966"/>
                    </a:cubicBezTo>
                    <a:cubicBezTo>
                      <a:pt x="59041" y="41826"/>
                      <a:pt x="55024" y="49364"/>
                      <a:pt x="55024" y="49364"/>
                    </a:cubicBezTo>
                    <a:lnTo>
                      <a:pt x="81574" y="51180"/>
                    </a:lnTo>
                    <a:cubicBezTo>
                      <a:pt x="81574" y="51180"/>
                      <a:pt x="80525" y="41049"/>
                      <a:pt x="84369" y="32840"/>
                    </a:cubicBezTo>
                    <a:cubicBezTo>
                      <a:pt x="88211" y="24630"/>
                      <a:pt x="94849" y="4717"/>
                      <a:pt x="92577" y="1"/>
                    </a:cubicBezTo>
                    <a:close/>
                  </a:path>
                </a:pathLst>
              </a:custGeom>
              <a:solidFill>
                <a:srgbClr val="FD84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73"/>
              <p:cNvSpPr/>
              <p:nvPr/>
            </p:nvSpPr>
            <p:spPr>
              <a:xfrm>
                <a:off x="2500141" y="2226647"/>
                <a:ext cx="1089367" cy="680497"/>
              </a:xfrm>
              <a:custGeom>
                <a:avLst/>
                <a:gdLst/>
                <a:ahLst/>
                <a:cxnLst/>
                <a:rect l="l" t="t" r="r" b="b"/>
                <a:pathLst>
                  <a:path w="71247" h="44506" extrusionOk="0">
                    <a:moveTo>
                      <a:pt x="71246" y="0"/>
                    </a:moveTo>
                    <a:lnTo>
                      <a:pt x="58341" y="2890"/>
                    </a:lnTo>
                    <a:cubicBezTo>
                      <a:pt x="58341" y="2890"/>
                      <a:pt x="51879" y="4286"/>
                      <a:pt x="47163" y="14419"/>
                    </a:cubicBezTo>
                    <a:cubicBezTo>
                      <a:pt x="42447" y="24549"/>
                      <a:pt x="37556" y="37142"/>
                      <a:pt x="37556" y="37142"/>
                    </a:cubicBezTo>
                    <a:cubicBezTo>
                      <a:pt x="37556" y="37142"/>
                      <a:pt x="14650" y="31166"/>
                      <a:pt x="10681" y="31166"/>
                    </a:cubicBezTo>
                    <a:cubicBezTo>
                      <a:pt x="10548" y="31166"/>
                      <a:pt x="10436" y="31173"/>
                      <a:pt x="10347" y="31187"/>
                    </a:cubicBezTo>
                    <a:cubicBezTo>
                      <a:pt x="7602" y="31612"/>
                      <a:pt x="1573" y="33254"/>
                      <a:pt x="1573" y="33254"/>
                    </a:cubicBezTo>
                    <a:lnTo>
                      <a:pt x="1" y="37142"/>
                    </a:lnTo>
                    <a:lnTo>
                      <a:pt x="1" y="37142"/>
                    </a:lnTo>
                    <a:lnTo>
                      <a:pt x="8811" y="36428"/>
                    </a:lnTo>
                    <a:lnTo>
                      <a:pt x="24458" y="42898"/>
                    </a:lnTo>
                    <a:cubicBezTo>
                      <a:pt x="27196" y="44030"/>
                      <a:pt x="29674" y="44505"/>
                      <a:pt x="31885" y="44505"/>
                    </a:cubicBezTo>
                    <a:cubicBezTo>
                      <a:pt x="38606" y="44505"/>
                      <a:pt x="42851" y="40117"/>
                      <a:pt x="44368" y="36467"/>
                    </a:cubicBezTo>
                    <a:cubicBezTo>
                      <a:pt x="46383" y="31618"/>
                      <a:pt x="53882" y="10575"/>
                      <a:pt x="60867" y="5683"/>
                    </a:cubicBezTo>
                    <a:cubicBezTo>
                      <a:pt x="67853" y="793"/>
                      <a:pt x="71245" y="0"/>
                      <a:pt x="71246" y="0"/>
                    </a:cubicBezTo>
                    <a:close/>
                  </a:path>
                </a:pathLst>
              </a:custGeom>
              <a:solidFill>
                <a:srgbClr val="FFFBF7">
                  <a:alpha val="17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73"/>
              <p:cNvSpPr/>
              <p:nvPr/>
            </p:nvSpPr>
            <p:spPr>
              <a:xfrm>
                <a:off x="1657005" y="2185364"/>
                <a:ext cx="1075911" cy="770845"/>
              </a:xfrm>
              <a:custGeom>
                <a:avLst/>
                <a:gdLst/>
                <a:ahLst/>
                <a:cxnLst/>
                <a:rect l="l" t="t" r="r" b="b"/>
                <a:pathLst>
                  <a:path w="70367" h="50415" extrusionOk="0">
                    <a:moveTo>
                      <a:pt x="11667" y="0"/>
                    </a:moveTo>
                    <a:cubicBezTo>
                      <a:pt x="11667" y="0"/>
                      <a:pt x="489" y="2445"/>
                      <a:pt x="314" y="12751"/>
                    </a:cubicBezTo>
                    <a:cubicBezTo>
                      <a:pt x="139" y="23055"/>
                      <a:pt x="314" y="39300"/>
                      <a:pt x="314" y="39300"/>
                    </a:cubicBezTo>
                    <a:cubicBezTo>
                      <a:pt x="314" y="39300"/>
                      <a:pt x="0" y="50414"/>
                      <a:pt x="9896" y="50414"/>
                    </a:cubicBezTo>
                    <a:cubicBezTo>
                      <a:pt x="10453" y="50414"/>
                      <a:pt x="11043" y="50379"/>
                      <a:pt x="11667" y="50304"/>
                    </a:cubicBezTo>
                    <a:cubicBezTo>
                      <a:pt x="23371" y="48907"/>
                      <a:pt x="50620" y="45065"/>
                      <a:pt x="53590" y="44541"/>
                    </a:cubicBezTo>
                    <a:cubicBezTo>
                      <a:pt x="56558" y="44017"/>
                      <a:pt x="67738" y="40524"/>
                      <a:pt x="68785" y="40000"/>
                    </a:cubicBezTo>
                    <a:cubicBezTo>
                      <a:pt x="69765" y="39510"/>
                      <a:pt x="70366" y="37346"/>
                      <a:pt x="68413" y="37346"/>
                    </a:cubicBezTo>
                    <a:cubicBezTo>
                      <a:pt x="68274" y="37346"/>
                      <a:pt x="68123" y="37357"/>
                      <a:pt x="67957" y="37380"/>
                    </a:cubicBezTo>
                    <a:cubicBezTo>
                      <a:pt x="67646" y="37424"/>
                      <a:pt x="67295" y="37443"/>
                      <a:pt x="66919" y="37443"/>
                    </a:cubicBezTo>
                    <a:cubicBezTo>
                      <a:pt x="64280" y="37443"/>
                      <a:pt x="60400" y="36506"/>
                      <a:pt x="60400" y="36506"/>
                    </a:cubicBezTo>
                    <a:cubicBezTo>
                      <a:pt x="60400" y="36506"/>
                      <a:pt x="63544" y="33361"/>
                      <a:pt x="63544" y="31790"/>
                    </a:cubicBezTo>
                    <a:cubicBezTo>
                      <a:pt x="63544" y="31420"/>
                      <a:pt x="63370" y="31273"/>
                      <a:pt x="63096" y="31273"/>
                    </a:cubicBezTo>
                    <a:cubicBezTo>
                      <a:pt x="62209" y="31273"/>
                      <a:pt x="60277" y="32829"/>
                      <a:pt x="59877" y="33363"/>
                    </a:cubicBezTo>
                    <a:cubicBezTo>
                      <a:pt x="59351" y="34062"/>
                      <a:pt x="55161" y="34410"/>
                      <a:pt x="54112" y="36158"/>
                    </a:cubicBezTo>
                    <a:cubicBezTo>
                      <a:pt x="51828" y="36889"/>
                      <a:pt x="48446" y="37142"/>
                      <a:pt x="45076" y="37142"/>
                    </a:cubicBezTo>
                    <a:cubicBezTo>
                      <a:pt x="42003" y="37142"/>
                      <a:pt x="38941" y="36931"/>
                      <a:pt x="36733" y="36682"/>
                    </a:cubicBezTo>
                    <a:cubicBezTo>
                      <a:pt x="32104" y="36158"/>
                      <a:pt x="14705" y="34934"/>
                      <a:pt x="14705" y="34934"/>
                    </a:cubicBezTo>
                    <a:lnTo>
                      <a:pt x="14705" y="15894"/>
                    </a:lnTo>
                    <a:cubicBezTo>
                      <a:pt x="14705" y="15894"/>
                      <a:pt x="15336" y="3667"/>
                      <a:pt x="11667" y="0"/>
                    </a:cubicBezTo>
                    <a:close/>
                  </a:path>
                </a:pathLst>
              </a:custGeom>
              <a:solidFill>
                <a:srgbClr val="A53F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73"/>
              <p:cNvSpPr/>
              <p:nvPr/>
            </p:nvSpPr>
            <p:spPr>
              <a:xfrm>
                <a:off x="1661928" y="2794533"/>
                <a:ext cx="155469" cy="161615"/>
              </a:xfrm>
              <a:custGeom>
                <a:avLst/>
                <a:gdLst/>
                <a:ahLst/>
                <a:cxnLst/>
                <a:rect l="l" t="t" r="r" b="b"/>
                <a:pathLst>
                  <a:path w="10168" h="1057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91" y="2228"/>
                      <a:pt x="1000" y="10569"/>
                      <a:pt x="9579" y="10569"/>
                    </a:cubicBezTo>
                    <a:cubicBezTo>
                      <a:pt x="9770" y="10569"/>
                      <a:pt x="9965" y="10565"/>
                      <a:pt x="10164" y="10557"/>
                    </a:cubicBezTo>
                    <a:cubicBezTo>
                      <a:pt x="10164" y="10533"/>
                      <a:pt x="10167" y="10511"/>
                      <a:pt x="10167" y="10485"/>
                    </a:cubicBezTo>
                    <a:cubicBezTo>
                      <a:pt x="10167" y="4799"/>
                      <a:pt x="5643" y="179"/>
                      <a:pt x="1" y="1"/>
                    </a:cubicBezTo>
                    <a:close/>
                  </a:path>
                </a:pathLst>
              </a:custGeom>
              <a:solidFill>
                <a:srgbClr val="6B1B14">
                  <a:alpha val="35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73"/>
              <p:cNvSpPr/>
              <p:nvPr/>
            </p:nvSpPr>
            <p:spPr>
              <a:xfrm>
                <a:off x="1662974" y="2185333"/>
                <a:ext cx="231001" cy="419313"/>
              </a:xfrm>
              <a:custGeom>
                <a:avLst/>
                <a:gdLst/>
                <a:ahLst/>
                <a:cxnLst/>
                <a:rect l="l" t="t" r="r" b="b"/>
                <a:pathLst>
                  <a:path w="15108" h="27424" extrusionOk="0">
                    <a:moveTo>
                      <a:pt x="11440" y="1"/>
                    </a:moveTo>
                    <a:cubicBezTo>
                      <a:pt x="11440" y="1"/>
                      <a:pt x="262" y="2447"/>
                      <a:pt x="85" y="12751"/>
                    </a:cubicBezTo>
                    <a:cubicBezTo>
                      <a:pt x="12" y="17138"/>
                      <a:pt x="0" y="22597"/>
                      <a:pt x="12" y="27423"/>
                    </a:cubicBezTo>
                    <a:cubicBezTo>
                      <a:pt x="2493" y="26736"/>
                      <a:pt x="5441" y="26515"/>
                      <a:pt x="8214" y="26515"/>
                    </a:cubicBezTo>
                    <a:cubicBezTo>
                      <a:pt x="10556" y="26515"/>
                      <a:pt x="12772" y="26673"/>
                      <a:pt x="14476" y="26843"/>
                    </a:cubicBezTo>
                    <a:lnTo>
                      <a:pt x="14476" y="15896"/>
                    </a:lnTo>
                    <a:cubicBezTo>
                      <a:pt x="14476" y="15896"/>
                      <a:pt x="15107" y="3669"/>
                      <a:pt x="114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73"/>
              <p:cNvSpPr/>
              <p:nvPr/>
            </p:nvSpPr>
            <p:spPr>
              <a:xfrm>
                <a:off x="1660598" y="2520398"/>
                <a:ext cx="221262" cy="84248"/>
              </a:xfrm>
              <a:custGeom>
                <a:avLst/>
                <a:gdLst/>
                <a:ahLst/>
                <a:cxnLst/>
                <a:rect l="l" t="t" r="r" b="b"/>
                <a:pathLst>
                  <a:path w="14471" h="5510" extrusionOk="0">
                    <a:moveTo>
                      <a:pt x="9001" y="1"/>
                    </a:moveTo>
                    <a:cubicBezTo>
                      <a:pt x="5562" y="1"/>
                      <a:pt x="2254" y="412"/>
                      <a:pt x="4" y="776"/>
                    </a:cubicBezTo>
                    <a:cubicBezTo>
                      <a:pt x="1" y="2381"/>
                      <a:pt x="4" y="3977"/>
                      <a:pt x="6" y="5509"/>
                    </a:cubicBezTo>
                    <a:cubicBezTo>
                      <a:pt x="2487" y="4822"/>
                      <a:pt x="5435" y="4601"/>
                      <a:pt x="8208" y="4601"/>
                    </a:cubicBezTo>
                    <a:cubicBezTo>
                      <a:pt x="10550" y="4601"/>
                      <a:pt x="12766" y="4759"/>
                      <a:pt x="14470" y="4929"/>
                    </a:cubicBezTo>
                    <a:lnTo>
                      <a:pt x="14470" y="421"/>
                    </a:lnTo>
                    <a:cubicBezTo>
                      <a:pt x="12703" y="118"/>
                      <a:pt x="10833" y="1"/>
                      <a:pt x="90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73"/>
              <p:cNvSpPr/>
              <p:nvPr/>
            </p:nvSpPr>
            <p:spPr>
              <a:xfrm>
                <a:off x="1803131" y="2715514"/>
                <a:ext cx="78851" cy="6835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447" extrusionOk="0">
                    <a:moveTo>
                      <a:pt x="2257" y="0"/>
                    </a:moveTo>
                    <a:cubicBezTo>
                      <a:pt x="1497" y="0"/>
                      <a:pt x="695" y="19"/>
                      <a:pt x="1" y="77"/>
                    </a:cubicBezTo>
                    <a:lnTo>
                      <a:pt x="29" y="446"/>
                    </a:lnTo>
                    <a:cubicBezTo>
                      <a:pt x="723" y="388"/>
                      <a:pt x="1525" y="369"/>
                      <a:pt x="2285" y="369"/>
                    </a:cubicBezTo>
                    <a:cubicBezTo>
                      <a:pt x="3782" y="369"/>
                      <a:pt x="5117" y="444"/>
                      <a:pt x="5137" y="446"/>
                    </a:cubicBezTo>
                    <a:lnTo>
                      <a:pt x="5157" y="77"/>
                    </a:lnTo>
                    <a:cubicBezTo>
                      <a:pt x="5138" y="77"/>
                      <a:pt x="3779" y="0"/>
                      <a:pt x="2257" y="0"/>
                    </a:cubicBez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73"/>
              <p:cNvSpPr/>
              <p:nvPr/>
            </p:nvSpPr>
            <p:spPr>
              <a:xfrm>
                <a:off x="1659130" y="2109360"/>
                <a:ext cx="361226" cy="815400"/>
              </a:xfrm>
              <a:custGeom>
                <a:avLst/>
                <a:gdLst/>
                <a:ahLst/>
                <a:cxnLst/>
                <a:rect l="l" t="t" r="r" b="b"/>
                <a:pathLst>
                  <a:path w="23625" h="53329" extrusionOk="0">
                    <a:moveTo>
                      <a:pt x="23625" y="0"/>
                    </a:moveTo>
                    <a:cubicBezTo>
                      <a:pt x="21300" y="808"/>
                      <a:pt x="17349" y="2260"/>
                      <a:pt x="11528" y="4648"/>
                    </a:cubicBezTo>
                    <a:cubicBezTo>
                      <a:pt x="11528" y="4648"/>
                      <a:pt x="350" y="7093"/>
                      <a:pt x="175" y="17399"/>
                    </a:cubicBezTo>
                    <a:cubicBezTo>
                      <a:pt x="0" y="27703"/>
                      <a:pt x="175" y="43948"/>
                      <a:pt x="175" y="43948"/>
                    </a:cubicBezTo>
                    <a:cubicBezTo>
                      <a:pt x="175" y="43948"/>
                      <a:pt x="5" y="50207"/>
                      <a:pt x="4102" y="53329"/>
                    </a:cubicBezTo>
                    <a:cubicBezTo>
                      <a:pt x="10347" y="43968"/>
                      <a:pt x="4618" y="19893"/>
                      <a:pt x="5267" y="15913"/>
                    </a:cubicBezTo>
                    <a:cubicBezTo>
                      <a:pt x="6078" y="10935"/>
                      <a:pt x="23624" y="1"/>
                      <a:pt x="23625" y="0"/>
                    </a:cubicBezTo>
                    <a:close/>
                  </a:path>
                </a:pathLst>
              </a:custGeom>
              <a:solidFill>
                <a:srgbClr val="FFFBF7">
                  <a:alpha val="17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73"/>
              <p:cNvSpPr/>
              <p:nvPr/>
            </p:nvSpPr>
            <p:spPr>
              <a:xfrm>
                <a:off x="3053532" y="2793707"/>
                <a:ext cx="23134" cy="44448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907" extrusionOk="0">
                    <a:moveTo>
                      <a:pt x="1223" y="1"/>
                    </a:moveTo>
                    <a:lnTo>
                      <a:pt x="1" y="2779"/>
                    </a:lnTo>
                    <a:lnTo>
                      <a:pt x="292" y="2906"/>
                    </a:lnTo>
                    <a:lnTo>
                      <a:pt x="1512" y="128"/>
                    </a:lnTo>
                    <a:lnTo>
                      <a:pt x="1223" y="1"/>
                    </a:lnTo>
                    <a:close/>
                  </a:path>
                </a:pathLst>
              </a:custGeom>
              <a:solidFill>
                <a:srgbClr val="81092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73"/>
              <p:cNvSpPr/>
              <p:nvPr/>
            </p:nvSpPr>
            <p:spPr>
              <a:xfrm>
                <a:off x="3065076" y="2869071"/>
                <a:ext cx="150912" cy="105073"/>
              </a:xfrm>
              <a:custGeom>
                <a:avLst/>
                <a:gdLst/>
                <a:ahLst/>
                <a:cxnLst/>
                <a:rect l="l" t="t" r="r" b="b"/>
                <a:pathLst>
                  <a:path w="9870" h="6872" extrusionOk="0">
                    <a:moveTo>
                      <a:pt x="6153" y="0"/>
                    </a:moveTo>
                    <a:cubicBezTo>
                      <a:pt x="2789" y="0"/>
                      <a:pt x="60" y="2698"/>
                      <a:pt x="1" y="6047"/>
                    </a:cubicBezTo>
                    <a:lnTo>
                      <a:pt x="835" y="6392"/>
                    </a:lnTo>
                    <a:cubicBezTo>
                      <a:pt x="1620" y="6717"/>
                      <a:pt x="2434" y="6871"/>
                      <a:pt x="3235" y="6871"/>
                    </a:cubicBezTo>
                    <a:cubicBezTo>
                      <a:pt x="5600" y="6871"/>
                      <a:pt x="7857" y="5529"/>
                      <a:pt x="8925" y="3263"/>
                    </a:cubicBezTo>
                    <a:lnTo>
                      <a:pt x="9870" y="1257"/>
                    </a:lnTo>
                    <a:cubicBezTo>
                      <a:pt x="8802" y="440"/>
                      <a:pt x="7496" y="0"/>
                      <a:pt x="6153" y="0"/>
                    </a:cubicBezTo>
                    <a:close/>
                  </a:path>
                </a:pathLst>
              </a:custGeom>
              <a:solidFill>
                <a:srgbClr val="A53F32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73"/>
              <p:cNvSpPr/>
              <p:nvPr/>
            </p:nvSpPr>
            <p:spPr>
              <a:xfrm>
                <a:off x="3864896" y="2201372"/>
                <a:ext cx="817281" cy="1054582"/>
              </a:xfrm>
              <a:custGeom>
                <a:avLst/>
                <a:gdLst/>
                <a:ahLst/>
                <a:cxnLst/>
                <a:rect l="l" t="t" r="r" b="b"/>
                <a:pathLst>
                  <a:path w="53452" h="68972" extrusionOk="0">
                    <a:moveTo>
                      <a:pt x="3319" y="1"/>
                    </a:moveTo>
                    <a:lnTo>
                      <a:pt x="1" y="15012"/>
                    </a:lnTo>
                    <a:cubicBezTo>
                      <a:pt x="1" y="15012"/>
                      <a:pt x="12053" y="36158"/>
                      <a:pt x="13450" y="38795"/>
                    </a:cubicBezTo>
                    <a:cubicBezTo>
                      <a:pt x="14848" y="41432"/>
                      <a:pt x="26551" y="48734"/>
                      <a:pt x="41398" y="57119"/>
                    </a:cubicBezTo>
                    <a:cubicBezTo>
                      <a:pt x="41224" y="59390"/>
                      <a:pt x="45415" y="65852"/>
                      <a:pt x="45240" y="67207"/>
                    </a:cubicBezTo>
                    <a:cubicBezTo>
                      <a:pt x="45072" y="68523"/>
                      <a:pt x="45395" y="68971"/>
                      <a:pt x="46214" y="68971"/>
                    </a:cubicBezTo>
                    <a:cubicBezTo>
                      <a:pt x="46239" y="68971"/>
                      <a:pt x="46264" y="68971"/>
                      <a:pt x="46289" y="68970"/>
                    </a:cubicBezTo>
                    <a:cubicBezTo>
                      <a:pt x="47163" y="68944"/>
                      <a:pt x="47511" y="64106"/>
                      <a:pt x="47511" y="64106"/>
                    </a:cubicBezTo>
                    <a:cubicBezTo>
                      <a:pt x="47511" y="64106"/>
                      <a:pt x="48210" y="67948"/>
                      <a:pt x="48210" y="68489"/>
                    </a:cubicBezTo>
                    <a:cubicBezTo>
                      <a:pt x="48210" y="68735"/>
                      <a:pt x="48391" y="68971"/>
                      <a:pt x="48737" y="68971"/>
                    </a:cubicBezTo>
                    <a:cubicBezTo>
                      <a:pt x="49151" y="68971"/>
                      <a:pt x="49800" y="68633"/>
                      <a:pt x="50657" y="67571"/>
                    </a:cubicBezTo>
                    <a:cubicBezTo>
                      <a:pt x="51297" y="68260"/>
                      <a:pt x="51821" y="68490"/>
                      <a:pt x="52235" y="68490"/>
                    </a:cubicBezTo>
                    <a:cubicBezTo>
                      <a:pt x="53063" y="68490"/>
                      <a:pt x="53452" y="67571"/>
                      <a:pt x="53452" y="67571"/>
                    </a:cubicBezTo>
                    <a:lnTo>
                      <a:pt x="52403" y="62533"/>
                    </a:lnTo>
                    <a:cubicBezTo>
                      <a:pt x="52403" y="62533"/>
                      <a:pt x="45765" y="54149"/>
                      <a:pt x="44193" y="52352"/>
                    </a:cubicBezTo>
                    <a:cubicBezTo>
                      <a:pt x="42620" y="50555"/>
                      <a:pt x="33363" y="41573"/>
                      <a:pt x="30045" y="38795"/>
                    </a:cubicBezTo>
                    <a:cubicBezTo>
                      <a:pt x="26724" y="36017"/>
                      <a:pt x="21310" y="32141"/>
                      <a:pt x="21310" y="32141"/>
                    </a:cubicBezTo>
                    <a:cubicBezTo>
                      <a:pt x="21310" y="32141"/>
                      <a:pt x="14324" y="19740"/>
                      <a:pt x="11830" y="11080"/>
                    </a:cubicBezTo>
                    <a:cubicBezTo>
                      <a:pt x="9334" y="2422"/>
                      <a:pt x="3319" y="1"/>
                      <a:pt x="3319" y="1"/>
                    </a:cubicBezTo>
                    <a:close/>
                  </a:path>
                </a:pathLst>
              </a:custGeom>
              <a:solidFill>
                <a:srgbClr val="FD84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73"/>
              <p:cNvSpPr/>
              <p:nvPr/>
            </p:nvSpPr>
            <p:spPr>
              <a:xfrm>
                <a:off x="4027001" y="2703481"/>
                <a:ext cx="147747" cy="161524"/>
              </a:xfrm>
              <a:custGeom>
                <a:avLst/>
                <a:gdLst/>
                <a:ahLst/>
                <a:cxnLst/>
                <a:rect l="l" t="t" r="r" b="b"/>
                <a:pathLst>
                  <a:path w="9663" h="10564" extrusionOk="0">
                    <a:moveTo>
                      <a:pt x="3187" y="1"/>
                    </a:moveTo>
                    <a:cubicBezTo>
                      <a:pt x="2070" y="1"/>
                      <a:pt x="972" y="295"/>
                      <a:pt x="0" y="851"/>
                    </a:cubicBezTo>
                    <a:cubicBezTo>
                      <a:pt x="1403" y="3336"/>
                      <a:pt x="2484" y="5271"/>
                      <a:pt x="2848" y="5956"/>
                    </a:cubicBezTo>
                    <a:cubicBezTo>
                      <a:pt x="3360" y="6923"/>
                      <a:pt x="5262" y="8518"/>
                      <a:pt x="8193" y="10563"/>
                    </a:cubicBezTo>
                    <a:cubicBezTo>
                      <a:pt x="9144" y="9409"/>
                      <a:pt x="9662" y="7959"/>
                      <a:pt x="9660" y="6463"/>
                    </a:cubicBezTo>
                    <a:cubicBezTo>
                      <a:pt x="9660" y="2892"/>
                      <a:pt x="6767" y="1"/>
                      <a:pt x="3197" y="1"/>
                    </a:cubicBezTo>
                    <a:cubicBezTo>
                      <a:pt x="3193" y="1"/>
                      <a:pt x="3190" y="1"/>
                      <a:pt x="3187" y="1"/>
                    </a:cubicBezTo>
                    <a:close/>
                  </a:path>
                </a:pathLst>
              </a:custGeom>
              <a:solidFill>
                <a:srgbClr val="A53F32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73"/>
              <p:cNvSpPr/>
              <p:nvPr/>
            </p:nvSpPr>
            <p:spPr>
              <a:xfrm>
                <a:off x="3341458" y="2466807"/>
                <a:ext cx="536434" cy="517123"/>
              </a:xfrm>
              <a:custGeom>
                <a:avLst/>
                <a:gdLst/>
                <a:ahLst/>
                <a:cxnLst/>
                <a:rect l="l" t="t" r="r" b="b"/>
                <a:pathLst>
                  <a:path w="35084" h="33821" extrusionOk="0">
                    <a:moveTo>
                      <a:pt x="35083" y="0"/>
                    </a:moveTo>
                    <a:cubicBezTo>
                      <a:pt x="28112" y="2531"/>
                      <a:pt x="19171" y="3095"/>
                      <a:pt x="12582" y="3095"/>
                    </a:cubicBezTo>
                    <a:cubicBezTo>
                      <a:pt x="7276" y="3095"/>
                      <a:pt x="3494" y="2729"/>
                      <a:pt x="3494" y="2729"/>
                    </a:cubicBezTo>
                    <a:lnTo>
                      <a:pt x="3494" y="2729"/>
                    </a:lnTo>
                    <a:cubicBezTo>
                      <a:pt x="3494" y="2729"/>
                      <a:pt x="1222" y="12083"/>
                      <a:pt x="4716" y="14606"/>
                    </a:cubicBezTo>
                    <a:cubicBezTo>
                      <a:pt x="4017" y="24465"/>
                      <a:pt x="0" y="32004"/>
                      <a:pt x="0" y="32004"/>
                    </a:cubicBezTo>
                    <a:lnTo>
                      <a:pt x="26550" y="33820"/>
                    </a:lnTo>
                    <a:cubicBezTo>
                      <a:pt x="26550" y="33820"/>
                      <a:pt x="25501" y="23689"/>
                      <a:pt x="29345" y="15480"/>
                    </a:cubicBezTo>
                    <a:cubicBezTo>
                      <a:pt x="31047" y="11840"/>
                      <a:pt x="33300" y="5898"/>
                      <a:pt x="350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73"/>
              <p:cNvSpPr/>
              <p:nvPr/>
            </p:nvSpPr>
            <p:spPr>
              <a:xfrm>
                <a:off x="3237241" y="2948625"/>
                <a:ext cx="602594" cy="382372"/>
              </a:xfrm>
              <a:custGeom>
                <a:avLst/>
                <a:gdLst/>
                <a:ahLst/>
                <a:cxnLst/>
                <a:rect l="l" t="t" r="r" b="b"/>
                <a:pathLst>
                  <a:path w="39411" h="25008" extrusionOk="0">
                    <a:moveTo>
                      <a:pt x="17795" y="0"/>
                    </a:moveTo>
                    <a:cubicBezTo>
                      <a:pt x="11900" y="0"/>
                      <a:pt x="6814" y="492"/>
                      <a:pt x="6814" y="492"/>
                    </a:cubicBezTo>
                    <a:cubicBezTo>
                      <a:pt x="2449" y="6361"/>
                      <a:pt x="0" y="22918"/>
                      <a:pt x="0" y="22918"/>
                    </a:cubicBezTo>
                    <a:cubicBezTo>
                      <a:pt x="0" y="22918"/>
                      <a:pt x="4526" y="25007"/>
                      <a:pt x="11816" y="25007"/>
                    </a:cubicBezTo>
                    <a:cubicBezTo>
                      <a:pt x="14854" y="25007"/>
                      <a:pt x="18371" y="24645"/>
                      <a:pt x="22241" y="23617"/>
                    </a:cubicBezTo>
                    <a:cubicBezTo>
                      <a:pt x="23894" y="23862"/>
                      <a:pt x="25492" y="23959"/>
                      <a:pt x="26990" y="23959"/>
                    </a:cubicBezTo>
                    <a:cubicBezTo>
                      <a:pt x="32982" y="23959"/>
                      <a:pt x="37380" y="22395"/>
                      <a:pt x="37380" y="22395"/>
                    </a:cubicBezTo>
                    <a:cubicBezTo>
                      <a:pt x="37380" y="22395"/>
                      <a:pt x="39410" y="15123"/>
                      <a:pt x="33365" y="2308"/>
                    </a:cubicBezTo>
                    <a:cubicBezTo>
                      <a:pt x="30038" y="467"/>
                      <a:pt x="23533" y="0"/>
                      <a:pt x="177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73"/>
              <p:cNvSpPr/>
              <p:nvPr/>
            </p:nvSpPr>
            <p:spPr>
              <a:xfrm>
                <a:off x="3538103" y="2970734"/>
                <a:ext cx="114537" cy="331931"/>
              </a:xfrm>
              <a:custGeom>
                <a:avLst/>
                <a:gdLst/>
                <a:ahLst/>
                <a:cxnLst/>
                <a:rect l="l" t="t" r="r" b="b"/>
                <a:pathLst>
                  <a:path w="7491" h="21709" extrusionOk="0">
                    <a:moveTo>
                      <a:pt x="2865" y="0"/>
                    </a:moveTo>
                    <a:lnTo>
                      <a:pt x="2399" y="211"/>
                    </a:lnTo>
                    <a:cubicBezTo>
                      <a:pt x="2445" y="311"/>
                      <a:pt x="6938" y="10408"/>
                      <a:pt x="4381" y="16835"/>
                    </a:cubicBezTo>
                    <a:cubicBezTo>
                      <a:pt x="3562" y="18898"/>
                      <a:pt x="2086" y="20379"/>
                      <a:pt x="0" y="21236"/>
                    </a:cubicBezTo>
                    <a:lnTo>
                      <a:pt x="196" y="21709"/>
                    </a:lnTo>
                    <a:cubicBezTo>
                      <a:pt x="2414" y="20797"/>
                      <a:pt x="3982" y="19221"/>
                      <a:pt x="4856" y="17023"/>
                    </a:cubicBezTo>
                    <a:cubicBezTo>
                      <a:pt x="7491" y="10398"/>
                      <a:pt x="3055" y="422"/>
                      <a:pt x="28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73"/>
              <p:cNvSpPr/>
              <p:nvPr/>
            </p:nvSpPr>
            <p:spPr>
              <a:xfrm>
                <a:off x="3381487" y="3015962"/>
                <a:ext cx="207424" cy="161738"/>
              </a:xfrm>
              <a:custGeom>
                <a:avLst/>
                <a:gdLst/>
                <a:ahLst/>
                <a:cxnLst/>
                <a:rect l="l" t="t" r="r" b="b"/>
                <a:pathLst>
                  <a:path w="13566" h="10578" extrusionOk="0">
                    <a:moveTo>
                      <a:pt x="699" y="0"/>
                    </a:moveTo>
                    <a:cubicBezTo>
                      <a:pt x="24" y="2426"/>
                      <a:pt x="0" y="9257"/>
                      <a:pt x="0" y="9257"/>
                    </a:cubicBezTo>
                    <a:cubicBezTo>
                      <a:pt x="0" y="9257"/>
                      <a:pt x="2407" y="10577"/>
                      <a:pt x="6202" y="10577"/>
                    </a:cubicBezTo>
                    <a:cubicBezTo>
                      <a:pt x="8099" y="10577"/>
                      <a:pt x="10344" y="10247"/>
                      <a:pt x="12809" y="9257"/>
                    </a:cubicBezTo>
                    <a:cubicBezTo>
                      <a:pt x="13565" y="5240"/>
                      <a:pt x="11877" y="0"/>
                      <a:pt x="118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73"/>
              <p:cNvSpPr/>
              <p:nvPr/>
            </p:nvSpPr>
            <p:spPr>
              <a:xfrm>
                <a:off x="3671003" y="2160640"/>
                <a:ext cx="435367" cy="369636"/>
              </a:xfrm>
              <a:custGeom>
                <a:avLst/>
                <a:gdLst/>
                <a:ahLst/>
                <a:cxnLst/>
                <a:rect l="l" t="t" r="r" b="b"/>
                <a:pathLst>
                  <a:path w="28474" h="24175" extrusionOk="0">
                    <a:moveTo>
                      <a:pt x="1" y="1"/>
                    </a:moveTo>
                    <a:cubicBezTo>
                      <a:pt x="1" y="1"/>
                      <a:pt x="1266" y="5293"/>
                      <a:pt x="8064" y="8695"/>
                    </a:cubicBezTo>
                    <a:cubicBezTo>
                      <a:pt x="14865" y="12097"/>
                      <a:pt x="24739" y="18239"/>
                      <a:pt x="28113" y="24174"/>
                    </a:cubicBezTo>
                    <a:cubicBezTo>
                      <a:pt x="28239" y="24099"/>
                      <a:pt x="28360" y="24016"/>
                      <a:pt x="28474" y="23924"/>
                    </a:cubicBezTo>
                    <a:cubicBezTo>
                      <a:pt x="26927" y="20555"/>
                      <a:pt x="25421" y="16901"/>
                      <a:pt x="24511" y="13744"/>
                    </a:cubicBezTo>
                    <a:cubicBezTo>
                      <a:pt x="23814" y="11325"/>
                      <a:pt x="22841" y="9394"/>
                      <a:pt x="21804" y="7865"/>
                    </a:cubicBezTo>
                    <a:lnTo>
                      <a:pt x="12872" y="2751"/>
                    </a:lnTo>
                    <a:cubicBezTo>
                      <a:pt x="8838" y="2879"/>
                      <a:pt x="5701" y="3045"/>
                      <a:pt x="3314" y="3207"/>
                    </a:cubicBezTo>
                    <a:cubicBezTo>
                      <a:pt x="3224" y="2394"/>
                      <a:pt x="3114" y="1260"/>
                      <a:pt x="3027" y="1"/>
                    </a:cubicBezTo>
                    <a:close/>
                  </a:path>
                </a:pathLst>
              </a:custGeom>
              <a:solidFill>
                <a:srgbClr val="2D0E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73"/>
              <p:cNvSpPr/>
              <p:nvPr/>
            </p:nvSpPr>
            <p:spPr>
              <a:xfrm>
                <a:off x="3640546" y="3012568"/>
                <a:ext cx="163725" cy="153665"/>
              </a:xfrm>
              <a:custGeom>
                <a:avLst/>
                <a:gdLst/>
                <a:ahLst/>
                <a:cxnLst/>
                <a:rect l="l" t="t" r="r" b="b"/>
                <a:pathLst>
                  <a:path w="10708" h="10050" extrusionOk="0">
                    <a:moveTo>
                      <a:pt x="4173" y="1"/>
                    </a:moveTo>
                    <a:cubicBezTo>
                      <a:pt x="2542" y="1"/>
                      <a:pt x="989" y="56"/>
                      <a:pt x="0" y="222"/>
                    </a:cubicBezTo>
                    <a:cubicBezTo>
                      <a:pt x="0" y="222"/>
                      <a:pt x="1923" y="5114"/>
                      <a:pt x="1049" y="9479"/>
                    </a:cubicBezTo>
                    <a:cubicBezTo>
                      <a:pt x="2452" y="9892"/>
                      <a:pt x="3806" y="10050"/>
                      <a:pt x="5057" y="10050"/>
                    </a:cubicBezTo>
                    <a:cubicBezTo>
                      <a:pt x="7452" y="10050"/>
                      <a:pt x="9465" y="9471"/>
                      <a:pt x="10707" y="9000"/>
                    </a:cubicBezTo>
                    <a:cubicBezTo>
                      <a:pt x="10204" y="6492"/>
                      <a:pt x="9329" y="3505"/>
                      <a:pt x="7861" y="74"/>
                    </a:cubicBezTo>
                    <a:cubicBezTo>
                      <a:pt x="6734" y="34"/>
                      <a:pt x="5430" y="1"/>
                      <a:pt x="41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73"/>
              <p:cNvSpPr/>
              <p:nvPr/>
            </p:nvSpPr>
            <p:spPr>
              <a:xfrm>
                <a:off x="3474466" y="3279180"/>
                <a:ext cx="65365" cy="174535"/>
              </a:xfrm>
              <a:custGeom>
                <a:avLst/>
                <a:gdLst/>
                <a:ahLst/>
                <a:cxnLst/>
                <a:rect l="l" t="t" r="r" b="b"/>
                <a:pathLst>
                  <a:path w="4275" h="11415" extrusionOk="0">
                    <a:moveTo>
                      <a:pt x="3790" y="1"/>
                    </a:moveTo>
                    <a:lnTo>
                      <a:pt x="0" y="11252"/>
                    </a:lnTo>
                    <a:lnTo>
                      <a:pt x="485" y="11415"/>
                    </a:lnTo>
                    <a:lnTo>
                      <a:pt x="4274" y="164"/>
                    </a:lnTo>
                    <a:lnTo>
                      <a:pt x="37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73"/>
              <p:cNvSpPr/>
              <p:nvPr/>
            </p:nvSpPr>
            <p:spPr>
              <a:xfrm>
                <a:off x="3323798" y="2970490"/>
                <a:ext cx="433059" cy="35029"/>
              </a:xfrm>
              <a:custGeom>
                <a:avLst/>
                <a:gdLst/>
                <a:ahLst/>
                <a:cxnLst/>
                <a:rect l="l" t="t" r="r" b="b"/>
                <a:pathLst>
                  <a:path w="28323" h="2291" extrusionOk="0">
                    <a:moveTo>
                      <a:pt x="12700" y="0"/>
                    </a:moveTo>
                    <a:cubicBezTo>
                      <a:pt x="5933" y="0"/>
                      <a:pt x="105" y="613"/>
                      <a:pt x="1" y="623"/>
                    </a:cubicBezTo>
                    <a:lnTo>
                      <a:pt x="55" y="1131"/>
                    </a:lnTo>
                    <a:cubicBezTo>
                      <a:pt x="159" y="1120"/>
                      <a:pt x="5979" y="508"/>
                      <a:pt x="12717" y="508"/>
                    </a:cubicBezTo>
                    <a:cubicBezTo>
                      <a:pt x="18092" y="508"/>
                      <a:pt x="24051" y="898"/>
                      <a:pt x="28159" y="2291"/>
                    </a:cubicBezTo>
                    <a:lnTo>
                      <a:pt x="28322" y="1808"/>
                    </a:lnTo>
                    <a:cubicBezTo>
                      <a:pt x="24156" y="394"/>
                      <a:pt x="18126" y="0"/>
                      <a:pt x="127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73"/>
              <p:cNvSpPr/>
              <p:nvPr/>
            </p:nvSpPr>
            <p:spPr>
              <a:xfrm>
                <a:off x="3317560" y="3275678"/>
                <a:ext cx="193984" cy="37965"/>
              </a:xfrm>
              <a:custGeom>
                <a:avLst/>
                <a:gdLst/>
                <a:ahLst/>
                <a:cxnLst/>
                <a:rect l="l" t="t" r="r" b="b"/>
                <a:pathLst>
                  <a:path w="12687" h="2483" extrusionOk="0">
                    <a:moveTo>
                      <a:pt x="4683" y="1"/>
                    </a:moveTo>
                    <a:cubicBezTo>
                      <a:pt x="3706" y="1"/>
                      <a:pt x="2697" y="67"/>
                      <a:pt x="1692" y="230"/>
                    </a:cubicBezTo>
                    <a:cubicBezTo>
                      <a:pt x="439" y="432"/>
                      <a:pt x="1" y="631"/>
                      <a:pt x="16" y="995"/>
                    </a:cubicBezTo>
                    <a:cubicBezTo>
                      <a:pt x="24" y="1217"/>
                      <a:pt x="53" y="1897"/>
                      <a:pt x="7656" y="2482"/>
                    </a:cubicBezTo>
                    <a:lnTo>
                      <a:pt x="7694" y="1974"/>
                    </a:lnTo>
                    <a:cubicBezTo>
                      <a:pt x="4703" y="1743"/>
                      <a:pt x="1449" y="1328"/>
                      <a:pt x="655" y="988"/>
                    </a:cubicBezTo>
                    <a:cubicBezTo>
                      <a:pt x="818" y="927"/>
                      <a:pt x="1141" y="835"/>
                      <a:pt x="1772" y="733"/>
                    </a:cubicBezTo>
                    <a:cubicBezTo>
                      <a:pt x="2751" y="575"/>
                      <a:pt x="3734" y="511"/>
                      <a:pt x="4686" y="511"/>
                    </a:cubicBezTo>
                    <a:cubicBezTo>
                      <a:pt x="8874" y="511"/>
                      <a:pt x="12474" y="1755"/>
                      <a:pt x="12517" y="1770"/>
                    </a:cubicBezTo>
                    <a:lnTo>
                      <a:pt x="12687" y="1289"/>
                    </a:lnTo>
                    <a:cubicBezTo>
                      <a:pt x="12642" y="1272"/>
                      <a:pt x="8967" y="1"/>
                      <a:pt x="46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73"/>
              <p:cNvSpPr/>
              <p:nvPr/>
            </p:nvSpPr>
            <p:spPr>
              <a:xfrm>
                <a:off x="3559448" y="3272177"/>
                <a:ext cx="186645" cy="45365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2967" extrusionOk="0">
                    <a:moveTo>
                      <a:pt x="10516" y="0"/>
                    </a:moveTo>
                    <a:cubicBezTo>
                      <a:pt x="6741" y="0"/>
                      <a:pt x="317" y="2370"/>
                      <a:pt x="0" y="2488"/>
                    </a:cubicBezTo>
                    <a:lnTo>
                      <a:pt x="177" y="2966"/>
                    </a:lnTo>
                    <a:cubicBezTo>
                      <a:pt x="254" y="2938"/>
                      <a:pt x="6855" y="506"/>
                      <a:pt x="10514" y="506"/>
                    </a:cubicBezTo>
                    <a:cubicBezTo>
                      <a:pt x="11110" y="506"/>
                      <a:pt x="11628" y="570"/>
                      <a:pt x="12026" y="720"/>
                    </a:cubicBezTo>
                    <a:lnTo>
                      <a:pt x="12207" y="243"/>
                    </a:lnTo>
                    <a:cubicBezTo>
                      <a:pt x="11755" y="73"/>
                      <a:pt x="11176" y="0"/>
                      <a:pt x="105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73"/>
              <p:cNvSpPr/>
              <p:nvPr/>
            </p:nvSpPr>
            <p:spPr>
              <a:xfrm>
                <a:off x="3178513" y="4339021"/>
                <a:ext cx="229350" cy="176951"/>
              </a:xfrm>
              <a:custGeom>
                <a:avLst/>
                <a:gdLst/>
                <a:ahLst/>
                <a:cxnLst/>
                <a:rect l="l" t="t" r="r" b="b"/>
                <a:pathLst>
                  <a:path w="15000" h="11573" extrusionOk="0">
                    <a:moveTo>
                      <a:pt x="1798" y="1"/>
                    </a:moveTo>
                    <a:cubicBezTo>
                      <a:pt x="1228" y="1697"/>
                      <a:pt x="628" y="3481"/>
                      <a:pt x="1" y="5347"/>
                    </a:cubicBezTo>
                    <a:cubicBezTo>
                      <a:pt x="1125" y="10631"/>
                      <a:pt x="6156" y="11573"/>
                      <a:pt x="9600" y="11573"/>
                    </a:cubicBezTo>
                    <a:cubicBezTo>
                      <a:pt x="11507" y="11573"/>
                      <a:pt x="12927" y="11284"/>
                      <a:pt x="12927" y="11284"/>
                    </a:cubicBezTo>
                    <a:cubicBezTo>
                      <a:pt x="12927" y="11284"/>
                      <a:pt x="13688" y="9365"/>
                      <a:pt x="14999" y="5718"/>
                    </a:cubicBezTo>
                    <a:cubicBezTo>
                      <a:pt x="6864" y="4533"/>
                      <a:pt x="3316" y="1857"/>
                      <a:pt x="17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73"/>
              <p:cNvSpPr/>
              <p:nvPr/>
            </p:nvSpPr>
            <p:spPr>
              <a:xfrm>
                <a:off x="3578331" y="4373317"/>
                <a:ext cx="185101" cy="124797"/>
              </a:xfrm>
              <a:custGeom>
                <a:avLst/>
                <a:gdLst/>
                <a:ahLst/>
                <a:cxnLst/>
                <a:rect l="l" t="t" r="r" b="b"/>
                <a:pathLst>
                  <a:path w="12106" h="8162" extrusionOk="0">
                    <a:moveTo>
                      <a:pt x="11106" y="0"/>
                    </a:moveTo>
                    <a:cubicBezTo>
                      <a:pt x="9799" y="1303"/>
                      <a:pt x="7033" y="3141"/>
                      <a:pt x="1869" y="3141"/>
                    </a:cubicBezTo>
                    <a:cubicBezTo>
                      <a:pt x="1278" y="3141"/>
                      <a:pt x="656" y="3117"/>
                      <a:pt x="1" y="3065"/>
                    </a:cubicBezTo>
                    <a:lnTo>
                      <a:pt x="1" y="3065"/>
                    </a:lnTo>
                    <a:lnTo>
                      <a:pt x="1975" y="7681"/>
                    </a:lnTo>
                    <a:cubicBezTo>
                      <a:pt x="1975" y="7681"/>
                      <a:pt x="3799" y="8161"/>
                      <a:pt x="5902" y="8161"/>
                    </a:cubicBezTo>
                    <a:cubicBezTo>
                      <a:pt x="8582" y="8161"/>
                      <a:pt x="11714" y="7382"/>
                      <a:pt x="12106" y="3839"/>
                    </a:cubicBezTo>
                    <a:cubicBezTo>
                      <a:pt x="11762" y="2520"/>
                      <a:pt x="11429" y="1243"/>
                      <a:pt x="111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73"/>
              <p:cNvSpPr/>
              <p:nvPr/>
            </p:nvSpPr>
            <p:spPr>
              <a:xfrm>
                <a:off x="3331183" y="2957814"/>
                <a:ext cx="508652" cy="1558066"/>
              </a:xfrm>
              <a:custGeom>
                <a:avLst/>
                <a:gdLst/>
                <a:ahLst/>
                <a:cxnLst/>
                <a:rect l="l" t="t" r="r" b="b"/>
                <a:pathLst>
                  <a:path w="33267" h="101901" extrusionOk="0">
                    <a:moveTo>
                      <a:pt x="21333" y="0"/>
                    </a:moveTo>
                    <a:lnTo>
                      <a:pt x="21333" y="0"/>
                    </a:lnTo>
                    <a:cubicBezTo>
                      <a:pt x="23650" y="4655"/>
                      <a:pt x="27809" y="15526"/>
                      <a:pt x="23129" y="26641"/>
                    </a:cubicBezTo>
                    <a:cubicBezTo>
                      <a:pt x="16933" y="41357"/>
                      <a:pt x="7342" y="63973"/>
                      <a:pt x="7342" y="63973"/>
                    </a:cubicBezTo>
                    <a:lnTo>
                      <a:pt x="1" y="101900"/>
                    </a:lnTo>
                    <a:cubicBezTo>
                      <a:pt x="1709" y="101866"/>
                      <a:pt x="2942" y="101618"/>
                      <a:pt x="2942" y="101618"/>
                    </a:cubicBezTo>
                    <a:cubicBezTo>
                      <a:pt x="2942" y="101618"/>
                      <a:pt x="8705" y="87122"/>
                      <a:pt x="15867" y="61794"/>
                    </a:cubicBezTo>
                    <a:cubicBezTo>
                      <a:pt x="19535" y="55507"/>
                      <a:pt x="31238" y="21794"/>
                      <a:pt x="31238" y="21794"/>
                    </a:cubicBezTo>
                    <a:cubicBezTo>
                      <a:pt x="31238" y="21794"/>
                      <a:pt x="33266" y="14522"/>
                      <a:pt x="27222" y="1707"/>
                    </a:cubicBezTo>
                    <a:cubicBezTo>
                      <a:pt x="25760" y="898"/>
                      <a:pt x="23686" y="356"/>
                      <a:pt x="21333" y="0"/>
                    </a:cubicBezTo>
                    <a:close/>
                  </a:path>
                </a:pathLst>
              </a:custGeom>
              <a:solidFill>
                <a:srgbClr val="FFFBF7">
                  <a:alpha val="17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73"/>
              <p:cNvSpPr/>
              <p:nvPr/>
            </p:nvSpPr>
            <p:spPr>
              <a:xfrm>
                <a:off x="3474328" y="1887805"/>
                <a:ext cx="134384" cy="238662"/>
              </a:xfrm>
              <a:custGeom>
                <a:avLst/>
                <a:gdLst/>
                <a:ahLst/>
                <a:cxnLst/>
                <a:rect l="l" t="t" r="r" b="b"/>
                <a:pathLst>
                  <a:path w="8789" h="15609" extrusionOk="0">
                    <a:moveTo>
                      <a:pt x="3170" y="0"/>
                    </a:moveTo>
                    <a:cubicBezTo>
                      <a:pt x="3170" y="0"/>
                      <a:pt x="2299" y="3390"/>
                      <a:pt x="1730" y="7726"/>
                    </a:cubicBezTo>
                    <a:cubicBezTo>
                      <a:pt x="1512" y="8049"/>
                      <a:pt x="451" y="9638"/>
                      <a:pt x="217" y="10225"/>
                    </a:cubicBezTo>
                    <a:cubicBezTo>
                      <a:pt x="0" y="10766"/>
                      <a:pt x="959" y="10813"/>
                      <a:pt x="1301" y="10813"/>
                    </a:cubicBezTo>
                    <a:cubicBezTo>
                      <a:pt x="1348" y="10813"/>
                      <a:pt x="1383" y="10812"/>
                      <a:pt x="1402" y="10811"/>
                    </a:cubicBezTo>
                    <a:lnTo>
                      <a:pt x="1402" y="10811"/>
                    </a:lnTo>
                    <a:cubicBezTo>
                      <a:pt x="1305" y="12010"/>
                      <a:pt x="1245" y="13236"/>
                      <a:pt x="1245" y="14444"/>
                    </a:cubicBezTo>
                    <a:cubicBezTo>
                      <a:pt x="1245" y="15063"/>
                      <a:pt x="1725" y="15583"/>
                      <a:pt x="2342" y="15609"/>
                    </a:cubicBezTo>
                    <a:cubicBezTo>
                      <a:pt x="6830" y="12979"/>
                      <a:pt x="8789" y="2933"/>
                      <a:pt x="8789" y="2933"/>
                    </a:cubicBezTo>
                    <a:lnTo>
                      <a:pt x="6415" y="818"/>
                    </a:lnTo>
                    <a:cubicBezTo>
                      <a:pt x="5356" y="461"/>
                      <a:pt x="4272" y="187"/>
                      <a:pt x="3170" y="0"/>
                    </a:cubicBezTo>
                    <a:close/>
                  </a:path>
                </a:pathLst>
              </a:custGeom>
              <a:solidFill>
                <a:srgbClr val="A53F32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73"/>
              <p:cNvSpPr/>
              <p:nvPr/>
            </p:nvSpPr>
            <p:spPr>
              <a:xfrm>
                <a:off x="3522782" y="1809535"/>
                <a:ext cx="730724" cy="720740"/>
              </a:xfrm>
              <a:custGeom>
                <a:avLst/>
                <a:gdLst/>
                <a:ahLst/>
                <a:cxnLst/>
                <a:rect l="l" t="t" r="r" b="b"/>
                <a:pathLst>
                  <a:path w="47791" h="47138" extrusionOk="0">
                    <a:moveTo>
                      <a:pt x="9646" y="0"/>
                    </a:moveTo>
                    <a:cubicBezTo>
                      <a:pt x="5436" y="0"/>
                      <a:pt x="1454" y="1577"/>
                      <a:pt x="1" y="5119"/>
                    </a:cubicBezTo>
                    <a:cubicBezTo>
                      <a:pt x="1" y="5119"/>
                      <a:pt x="3359" y="10050"/>
                      <a:pt x="8109" y="11901"/>
                    </a:cubicBezTo>
                    <a:cubicBezTo>
                      <a:pt x="8053" y="16371"/>
                      <a:pt x="8410" y="23917"/>
                      <a:pt x="12622" y="26807"/>
                    </a:cubicBezTo>
                    <a:cubicBezTo>
                      <a:pt x="16835" y="29696"/>
                      <a:pt x="36099" y="36190"/>
                      <a:pt x="37807" y="47137"/>
                    </a:cubicBezTo>
                    <a:cubicBezTo>
                      <a:pt x="41825" y="38752"/>
                      <a:pt x="47790" y="27200"/>
                      <a:pt x="37658" y="22746"/>
                    </a:cubicBezTo>
                    <a:cubicBezTo>
                      <a:pt x="27527" y="18292"/>
                      <a:pt x="25344" y="11337"/>
                      <a:pt x="21240" y="5119"/>
                    </a:cubicBezTo>
                    <a:cubicBezTo>
                      <a:pt x="19098" y="1876"/>
                      <a:pt x="14237" y="0"/>
                      <a:pt x="9646" y="0"/>
                    </a:cubicBezTo>
                    <a:close/>
                  </a:path>
                </a:pathLst>
              </a:custGeom>
              <a:solidFill>
                <a:srgbClr val="561E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73"/>
              <p:cNvSpPr/>
              <p:nvPr/>
            </p:nvSpPr>
            <p:spPr>
              <a:xfrm>
                <a:off x="3605685" y="1969010"/>
                <a:ext cx="79141" cy="76144"/>
              </a:xfrm>
              <a:custGeom>
                <a:avLst/>
                <a:gdLst/>
                <a:ahLst/>
                <a:cxnLst/>
                <a:rect l="l" t="t" r="r" b="b"/>
                <a:pathLst>
                  <a:path w="5176" h="4980" extrusionOk="0">
                    <a:moveTo>
                      <a:pt x="2687" y="0"/>
                    </a:moveTo>
                    <a:cubicBezTo>
                      <a:pt x="1678" y="0"/>
                      <a:pt x="772" y="607"/>
                      <a:pt x="386" y="1537"/>
                    </a:cubicBezTo>
                    <a:cubicBezTo>
                      <a:pt x="0" y="2467"/>
                      <a:pt x="215" y="3538"/>
                      <a:pt x="925" y="4251"/>
                    </a:cubicBezTo>
                    <a:cubicBezTo>
                      <a:pt x="1402" y="4727"/>
                      <a:pt x="2038" y="4980"/>
                      <a:pt x="2686" y="4980"/>
                    </a:cubicBezTo>
                    <a:cubicBezTo>
                      <a:pt x="3007" y="4980"/>
                      <a:pt x="3330" y="4918"/>
                      <a:pt x="3639" y="4790"/>
                    </a:cubicBezTo>
                    <a:cubicBezTo>
                      <a:pt x="4569" y="4404"/>
                      <a:pt x="5176" y="3498"/>
                      <a:pt x="5176" y="2489"/>
                    </a:cubicBezTo>
                    <a:cubicBezTo>
                      <a:pt x="5176" y="1116"/>
                      <a:pt x="4060" y="0"/>
                      <a:pt x="2687" y="0"/>
                    </a:cubicBezTo>
                    <a:close/>
                  </a:path>
                </a:pathLst>
              </a:custGeom>
              <a:solidFill>
                <a:srgbClr val="FD84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73"/>
              <p:cNvSpPr/>
              <p:nvPr/>
            </p:nvSpPr>
            <p:spPr>
              <a:xfrm>
                <a:off x="3621754" y="1984575"/>
                <a:ext cx="66741" cy="60655"/>
              </a:xfrm>
              <a:custGeom>
                <a:avLst/>
                <a:gdLst/>
                <a:ahLst/>
                <a:cxnLst/>
                <a:rect l="l" t="t" r="r" b="b"/>
                <a:pathLst>
                  <a:path w="4365" h="3967" extrusionOk="0">
                    <a:moveTo>
                      <a:pt x="2488" y="1"/>
                    </a:moveTo>
                    <a:cubicBezTo>
                      <a:pt x="2090" y="1"/>
                      <a:pt x="1691" y="96"/>
                      <a:pt x="1326" y="290"/>
                    </a:cubicBezTo>
                    <a:cubicBezTo>
                      <a:pt x="510" y="720"/>
                      <a:pt x="0" y="1567"/>
                      <a:pt x="0" y="2490"/>
                    </a:cubicBezTo>
                    <a:cubicBezTo>
                      <a:pt x="2" y="2848"/>
                      <a:pt x="82" y="3204"/>
                      <a:pt x="235" y="3528"/>
                    </a:cubicBezTo>
                    <a:cubicBezTo>
                      <a:pt x="660" y="3822"/>
                      <a:pt x="1151" y="3966"/>
                      <a:pt x="1641" y="3966"/>
                    </a:cubicBezTo>
                    <a:cubicBezTo>
                      <a:pt x="2214" y="3966"/>
                      <a:pt x="2785" y="3768"/>
                      <a:pt x="3246" y="3379"/>
                    </a:cubicBezTo>
                    <a:cubicBezTo>
                      <a:pt x="4101" y="2655"/>
                      <a:pt x="4364" y="1448"/>
                      <a:pt x="3890" y="433"/>
                    </a:cubicBezTo>
                    <a:cubicBezTo>
                      <a:pt x="3469" y="146"/>
                      <a:pt x="2980" y="1"/>
                      <a:pt x="2488" y="1"/>
                    </a:cubicBezTo>
                    <a:close/>
                  </a:path>
                </a:pathLst>
              </a:custGeom>
              <a:solidFill>
                <a:srgbClr val="A53F32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73"/>
              <p:cNvSpPr/>
              <p:nvPr/>
            </p:nvSpPr>
            <p:spPr>
              <a:xfrm>
                <a:off x="3563392" y="1809566"/>
                <a:ext cx="636874" cy="577763"/>
              </a:xfrm>
              <a:custGeom>
                <a:avLst/>
                <a:gdLst/>
                <a:ahLst/>
                <a:cxnLst/>
                <a:rect l="l" t="t" r="r" b="b"/>
                <a:pathLst>
                  <a:path w="41653" h="37787" extrusionOk="0">
                    <a:moveTo>
                      <a:pt x="6995" y="0"/>
                    </a:moveTo>
                    <a:cubicBezTo>
                      <a:pt x="4397" y="0"/>
                      <a:pt x="1885" y="600"/>
                      <a:pt x="0" y="1892"/>
                    </a:cubicBezTo>
                    <a:cubicBezTo>
                      <a:pt x="468" y="1863"/>
                      <a:pt x="1038" y="1840"/>
                      <a:pt x="1683" y="1840"/>
                    </a:cubicBezTo>
                    <a:cubicBezTo>
                      <a:pt x="5984" y="1840"/>
                      <a:pt x="13594" y="2865"/>
                      <a:pt x="16051" y="9774"/>
                    </a:cubicBezTo>
                    <a:cubicBezTo>
                      <a:pt x="19545" y="19599"/>
                      <a:pt x="26095" y="23313"/>
                      <a:pt x="31858" y="25779"/>
                    </a:cubicBezTo>
                    <a:cubicBezTo>
                      <a:pt x="37074" y="28011"/>
                      <a:pt x="41024" y="31674"/>
                      <a:pt x="39250" y="37786"/>
                    </a:cubicBezTo>
                    <a:cubicBezTo>
                      <a:pt x="41369" y="31649"/>
                      <a:pt x="41653" y="25666"/>
                      <a:pt x="35004" y="22744"/>
                    </a:cubicBezTo>
                    <a:cubicBezTo>
                      <a:pt x="24873" y="18290"/>
                      <a:pt x="22688" y="11335"/>
                      <a:pt x="18584" y="5117"/>
                    </a:cubicBezTo>
                    <a:cubicBezTo>
                      <a:pt x="16443" y="1874"/>
                      <a:pt x="11585" y="0"/>
                      <a:pt x="6995" y="0"/>
                    </a:cubicBezTo>
                    <a:close/>
                  </a:path>
                </a:pathLst>
              </a:custGeom>
              <a:solidFill>
                <a:srgbClr val="FFFBF7">
                  <a:alpha val="17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73"/>
              <p:cNvSpPr/>
              <p:nvPr/>
            </p:nvSpPr>
            <p:spPr>
              <a:xfrm>
                <a:off x="4149382" y="2418062"/>
                <a:ext cx="2645" cy="6514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26" extrusionOk="0">
                    <a:moveTo>
                      <a:pt x="172" y="1"/>
                    </a:moveTo>
                    <a:lnTo>
                      <a:pt x="172" y="1"/>
                    </a:lnTo>
                    <a:cubicBezTo>
                      <a:pt x="106" y="145"/>
                      <a:pt x="50" y="286"/>
                      <a:pt x="1" y="426"/>
                    </a:cubicBezTo>
                    <a:cubicBezTo>
                      <a:pt x="58" y="284"/>
                      <a:pt x="116" y="142"/>
                      <a:pt x="1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73"/>
              <p:cNvSpPr/>
              <p:nvPr/>
            </p:nvSpPr>
            <p:spPr>
              <a:xfrm>
                <a:off x="3477172" y="2633881"/>
                <a:ext cx="196339" cy="273263"/>
              </a:xfrm>
              <a:custGeom>
                <a:avLst/>
                <a:gdLst/>
                <a:ahLst/>
                <a:cxnLst/>
                <a:rect l="l" t="t" r="r" b="b"/>
                <a:pathLst>
                  <a:path w="12841" h="17872" extrusionOk="0">
                    <a:moveTo>
                      <a:pt x="11897" y="1"/>
                    </a:moveTo>
                    <a:cubicBezTo>
                      <a:pt x="11729" y="1"/>
                      <a:pt x="11452" y="499"/>
                      <a:pt x="11092" y="1659"/>
                    </a:cubicBezTo>
                    <a:cubicBezTo>
                      <a:pt x="8708" y="9333"/>
                      <a:pt x="0" y="17871"/>
                      <a:pt x="0" y="17871"/>
                    </a:cubicBezTo>
                    <a:cubicBezTo>
                      <a:pt x="10357" y="15685"/>
                      <a:pt x="12840" y="1"/>
                      <a:pt x="118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73"/>
              <p:cNvSpPr/>
              <p:nvPr/>
            </p:nvSpPr>
            <p:spPr>
              <a:xfrm>
                <a:off x="3684810" y="2592643"/>
                <a:ext cx="52781" cy="172272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11267" extrusionOk="0">
                    <a:moveTo>
                      <a:pt x="2459" y="0"/>
                    </a:moveTo>
                    <a:cubicBezTo>
                      <a:pt x="2459" y="1"/>
                      <a:pt x="1678" y="8035"/>
                      <a:pt x="1" y="11267"/>
                    </a:cubicBezTo>
                    <a:cubicBezTo>
                      <a:pt x="3300" y="7161"/>
                      <a:pt x="3452" y="2534"/>
                      <a:pt x="24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73"/>
              <p:cNvSpPr/>
              <p:nvPr/>
            </p:nvSpPr>
            <p:spPr>
              <a:xfrm>
                <a:off x="3411150" y="2626511"/>
                <a:ext cx="8425" cy="63866"/>
              </a:xfrm>
              <a:custGeom>
                <a:avLst/>
                <a:gdLst/>
                <a:ahLst/>
                <a:cxnLst/>
                <a:rect l="l" t="t" r="r" b="b"/>
                <a:pathLst>
                  <a:path w="551" h="4177" extrusionOk="0">
                    <a:moveTo>
                      <a:pt x="474" y="1"/>
                    </a:moveTo>
                    <a:lnTo>
                      <a:pt x="158" y="14"/>
                    </a:lnTo>
                    <a:cubicBezTo>
                      <a:pt x="233" y="1723"/>
                      <a:pt x="2" y="4122"/>
                      <a:pt x="0" y="4145"/>
                    </a:cubicBezTo>
                    <a:lnTo>
                      <a:pt x="315" y="4176"/>
                    </a:lnTo>
                    <a:cubicBezTo>
                      <a:pt x="316" y="4152"/>
                      <a:pt x="551" y="1733"/>
                      <a:pt x="4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73"/>
              <p:cNvSpPr/>
              <p:nvPr/>
            </p:nvSpPr>
            <p:spPr>
              <a:xfrm>
                <a:off x="4062198" y="2763310"/>
                <a:ext cx="435673" cy="311411"/>
              </a:xfrm>
              <a:custGeom>
                <a:avLst/>
                <a:gdLst/>
                <a:ahLst/>
                <a:cxnLst/>
                <a:rect l="l" t="t" r="r" b="b"/>
                <a:pathLst>
                  <a:path w="28494" h="20367" extrusionOk="0">
                    <a:moveTo>
                      <a:pt x="4449" y="1"/>
                    </a:moveTo>
                    <a:cubicBezTo>
                      <a:pt x="2659" y="1"/>
                      <a:pt x="1141" y="492"/>
                      <a:pt x="0" y="1043"/>
                    </a:cubicBezTo>
                    <a:cubicBezTo>
                      <a:pt x="245" y="1485"/>
                      <a:pt x="432" y="1827"/>
                      <a:pt x="548" y="2041"/>
                    </a:cubicBezTo>
                    <a:cubicBezTo>
                      <a:pt x="1945" y="4680"/>
                      <a:pt x="13647" y="11982"/>
                      <a:pt x="28494" y="20367"/>
                    </a:cubicBezTo>
                    <a:cubicBezTo>
                      <a:pt x="28494" y="20367"/>
                      <a:pt x="16348" y="4909"/>
                      <a:pt x="9536" y="1327"/>
                    </a:cubicBezTo>
                    <a:cubicBezTo>
                      <a:pt x="7687" y="355"/>
                      <a:pt x="5970" y="1"/>
                      <a:pt x="4449" y="1"/>
                    </a:cubicBezTo>
                    <a:close/>
                  </a:path>
                </a:pathLst>
              </a:custGeom>
              <a:solidFill>
                <a:srgbClr val="FFFBF7">
                  <a:alpha val="17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73"/>
              <p:cNvSpPr/>
              <p:nvPr/>
            </p:nvSpPr>
            <p:spPr>
              <a:xfrm>
                <a:off x="3397527" y="3879480"/>
                <a:ext cx="128711" cy="48378"/>
              </a:xfrm>
              <a:custGeom>
                <a:avLst/>
                <a:gdLst/>
                <a:ahLst/>
                <a:cxnLst/>
                <a:rect l="l" t="t" r="r" b="b"/>
                <a:pathLst>
                  <a:path w="8418" h="3164" extrusionOk="0">
                    <a:moveTo>
                      <a:pt x="2260" y="0"/>
                    </a:moveTo>
                    <a:cubicBezTo>
                      <a:pt x="1662" y="0"/>
                      <a:pt x="1098" y="51"/>
                      <a:pt x="612" y="177"/>
                    </a:cubicBezTo>
                    <a:cubicBezTo>
                      <a:pt x="459" y="216"/>
                      <a:pt x="0" y="335"/>
                      <a:pt x="14" y="693"/>
                    </a:cubicBezTo>
                    <a:cubicBezTo>
                      <a:pt x="38" y="1350"/>
                      <a:pt x="2836" y="2181"/>
                      <a:pt x="8327" y="3164"/>
                    </a:cubicBezTo>
                    <a:lnTo>
                      <a:pt x="8417" y="2662"/>
                    </a:lnTo>
                    <a:cubicBezTo>
                      <a:pt x="4992" y="2048"/>
                      <a:pt x="1297" y="1181"/>
                      <a:pt x="605" y="710"/>
                    </a:cubicBezTo>
                    <a:cubicBezTo>
                      <a:pt x="639" y="698"/>
                      <a:pt x="684" y="685"/>
                      <a:pt x="738" y="671"/>
                    </a:cubicBezTo>
                    <a:cubicBezTo>
                      <a:pt x="1178" y="559"/>
                      <a:pt x="1694" y="512"/>
                      <a:pt x="2245" y="512"/>
                    </a:cubicBezTo>
                    <a:cubicBezTo>
                      <a:pt x="4768" y="512"/>
                      <a:pt x="8023" y="1483"/>
                      <a:pt x="8062" y="1494"/>
                    </a:cubicBezTo>
                    <a:lnTo>
                      <a:pt x="8210" y="1006"/>
                    </a:lnTo>
                    <a:cubicBezTo>
                      <a:pt x="8046" y="955"/>
                      <a:pt x="4843" y="0"/>
                      <a:pt x="22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73"/>
              <p:cNvSpPr/>
              <p:nvPr/>
            </p:nvSpPr>
            <p:spPr>
              <a:xfrm>
                <a:off x="3621770" y="2345435"/>
                <a:ext cx="68851" cy="136693"/>
              </a:xfrm>
              <a:custGeom>
                <a:avLst/>
                <a:gdLst/>
                <a:ahLst/>
                <a:cxnLst/>
                <a:rect l="l" t="t" r="r" b="b"/>
                <a:pathLst>
                  <a:path w="4503" h="8940" extrusionOk="0">
                    <a:moveTo>
                      <a:pt x="2061" y="0"/>
                    </a:moveTo>
                    <a:cubicBezTo>
                      <a:pt x="2061" y="1"/>
                      <a:pt x="3365" y="5203"/>
                      <a:pt x="1" y="8940"/>
                    </a:cubicBezTo>
                    <a:cubicBezTo>
                      <a:pt x="2959" y="6002"/>
                      <a:pt x="4503" y="4365"/>
                      <a:pt x="2061" y="0"/>
                    </a:cubicBezTo>
                    <a:close/>
                  </a:path>
                </a:pathLst>
              </a:custGeom>
              <a:solidFill>
                <a:srgbClr val="A53F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73"/>
              <p:cNvSpPr/>
              <p:nvPr/>
            </p:nvSpPr>
            <p:spPr>
              <a:xfrm>
                <a:off x="3653282" y="1865818"/>
                <a:ext cx="65074" cy="56206"/>
              </a:xfrm>
              <a:custGeom>
                <a:avLst/>
                <a:gdLst/>
                <a:ahLst/>
                <a:cxnLst/>
                <a:rect l="l" t="t" r="r" b="b"/>
                <a:pathLst>
                  <a:path w="4256" h="3676" extrusionOk="0">
                    <a:moveTo>
                      <a:pt x="2796" y="1"/>
                    </a:moveTo>
                    <a:cubicBezTo>
                      <a:pt x="2756" y="1"/>
                      <a:pt x="2712" y="3"/>
                      <a:pt x="2666" y="7"/>
                    </a:cubicBezTo>
                    <a:cubicBezTo>
                      <a:pt x="942" y="162"/>
                      <a:pt x="0" y="3676"/>
                      <a:pt x="0" y="3676"/>
                    </a:cubicBezTo>
                    <a:cubicBezTo>
                      <a:pt x="1799" y="2668"/>
                      <a:pt x="4256" y="1"/>
                      <a:pt x="27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72" name="Google Shape;4172;p73"/>
          <p:cNvSpPr txBox="1"/>
          <p:nvPr/>
        </p:nvSpPr>
        <p:spPr>
          <a:xfrm>
            <a:off x="719999" y="1816975"/>
            <a:ext cx="3557771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Pues… ¿que espera para llamarnos?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Marque al 978 65 43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Pregunta por Sergio y el le informará</a:t>
            </a:r>
            <a:endParaRPr sz="20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" name="Google Shape;8506;p85">
            <a:extLst>
              <a:ext uri="{FF2B5EF4-FFF2-40B4-BE49-F238E27FC236}">
                <a16:creationId xmlns:a16="http://schemas.microsoft.com/office/drawing/2014/main" id="{2787391C-74C3-00B8-9D21-15AF2FEF4BCC}"/>
              </a:ext>
            </a:extLst>
          </p:cNvPr>
          <p:cNvGrpSpPr/>
          <p:nvPr/>
        </p:nvGrpSpPr>
        <p:grpSpPr>
          <a:xfrm rot="1532105">
            <a:off x="675414" y="2038475"/>
            <a:ext cx="472069" cy="431747"/>
            <a:chOff x="5228890" y="3235428"/>
            <a:chExt cx="344091" cy="332768"/>
          </a:xfrm>
        </p:grpSpPr>
        <p:sp>
          <p:nvSpPr>
            <p:cNvPr id="3" name="Google Shape;8507;p85">
              <a:extLst>
                <a:ext uri="{FF2B5EF4-FFF2-40B4-BE49-F238E27FC236}">
                  <a16:creationId xmlns:a16="http://schemas.microsoft.com/office/drawing/2014/main" id="{7A2B3F62-4EF0-F109-99F5-2FA028723171}"/>
                </a:ext>
              </a:extLst>
            </p:cNvPr>
            <p:cNvSpPr/>
            <p:nvPr/>
          </p:nvSpPr>
          <p:spPr>
            <a:xfrm>
              <a:off x="5228890" y="3261701"/>
              <a:ext cx="316741" cy="306495"/>
            </a:xfrm>
            <a:custGeom>
              <a:avLst/>
              <a:gdLst/>
              <a:ahLst/>
              <a:cxnLst/>
              <a:rect l="l" t="t" r="r" b="b"/>
              <a:pathLst>
                <a:path w="12056" h="11666" extrusionOk="0">
                  <a:moveTo>
                    <a:pt x="2817" y="0"/>
                  </a:moveTo>
                  <a:lnTo>
                    <a:pt x="1866" y="493"/>
                  </a:lnTo>
                  <a:lnTo>
                    <a:pt x="1603" y="631"/>
                  </a:lnTo>
                  <a:cubicBezTo>
                    <a:pt x="458" y="1221"/>
                    <a:pt x="1" y="2629"/>
                    <a:pt x="576" y="3787"/>
                  </a:cubicBezTo>
                  <a:cubicBezTo>
                    <a:pt x="1339" y="5320"/>
                    <a:pt x="6708" y="10654"/>
                    <a:pt x="8255" y="11417"/>
                  </a:cubicBezTo>
                  <a:cubicBezTo>
                    <a:pt x="8594" y="11586"/>
                    <a:pt x="8955" y="11666"/>
                    <a:pt x="9310" y="11666"/>
                  </a:cubicBezTo>
                  <a:cubicBezTo>
                    <a:pt x="10167" y="11666"/>
                    <a:pt x="10993" y="11202"/>
                    <a:pt x="11424" y="10398"/>
                  </a:cubicBezTo>
                  <a:lnTo>
                    <a:pt x="11556" y="10134"/>
                  </a:lnTo>
                  <a:lnTo>
                    <a:pt x="12056" y="9191"/>
                  </a:lnTo>
                  <a:lnTo>
                    <a:pt x="9323" y="7672"/>
                  </a:lnTo>
                  <a:lnTo>
                    <a:pt x="9080" y="8261"/>
                  </a:lnTo>
                  <a:cubicBezTo>
                    <a:pt x="9032" y="8372"/>
                    <a:pt x="8962" y="8476"/>
                    <a:pt x="8886" y="8566"/>
                  </a:cubicBezTo>
                  <a:cubicBezTo>
                    <a:pt x="8666" y="8815"/>
                    <a:pt x="8358" y="8943"/>
                    <a:pt x="8048" y="8943"/>
                  </a:cubicBezTo>
                  <a:cubicBezTo>
                    <a:pt x="7820" y="8943"/>
                    <a:pt x="7591" y="8874"/>
                    <a:pt x="7395" y="8733"/>
                  </a:cubicBezTo>
                  <a:cubicBezTo>
                    <a:pt x="7124" y="8539"/>
                    <a:pt x="3469" y="4904"/>
                    <a:pt x="3274" y="4634"/>
                  </a:cubicBezTo>
                  <a:cubicBezTo>
                    <a:pt x="2858" y="4051"/>
                    <a:pt x="3087" y="3233"/>
                    <a:pt x="3753" y="2962"/>
                  </a:cubicBezTo>
                  <a:lnTo>
                    <a:pt x="4343" y="2719"/>
                  </a:lnTo>
                  <a:lnTo>
                    <a:pt x="2817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" name="Google Shape;8508;p85">
              <a:extLst>
                <a:ext uri="{FF2B5EF4-FFF2-40B4-BE49-F238E27FC236}">
                  <a16:creationId xmlns:a16="http://schemas.microsoft.com/office/drawing/2014/main" id="{162DC600-BE15-A48E-D06D-9563E004E518}"/>
                </a:ext>
              </a:extLst>
            </p:cNvPr>
            <p:cNvSpPr/>
            <p:nvPr/>
          </p:nvSpPr>
          <p:spPr>
            <a:xfrm>
              <a:off x="5277731" y="3261701"/>
              <a:ext cx="65261" cy="82942"/>
            </a:xfrm>
            <a:custGeom>
              <a:avLst/>
              <a:gdLst/>
              <a:ahLst/>
              <a:cxnLst/>
              <a:rect l="l" t="t" r="r" b="b"/>
              <a:pathLst>
                <a:path w="2484" h="3157" extrusionOk="0">
                  <a:moveTo>
                    <a:pt x="951" y="0"/>
                  </a:moveTo>
                  <a:lnTo>
                    <a:pt x="0" y="493"/>
                  </a:lnTo>
                  <a:lnTo>
                    <a:pt x="1582" y="3156"/>
                  </a:lnTo>
                  <a:cubicBezTo>
                    <a:pt x="1672" y="3073"/>
                    <a:pt x="1776" y="3011"/>
                    <a:pt x="1894" y="2962"/>
                  </a:cubicBezTo>
                  <a:lnTo>
                    <a:pt x="2484" y="2719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509;p85">
              <a:extLst>
                <a:ext uri="{FF2B5EF4-FFF2-40B4-BE49-F238E27FC236}">
                  <a16:creationId xmlns:a16="http://schemas.microsoft.com/office/drawing/2014/main" id="{0F56D6AD-8990-BB12-9753-E2369A71F5DC}"/>
                </a:ext>
              </a:extLst>
            </p:cNvPr>
            <p:cNvSpPr/>
            <p:nvPr/>
          </p:nvSpPr>
          <p:spPr>
            <a:xfrm>
              <a:off x="5462137" y="3463053"/>
              <a:ext cx="83494" cy="64893"/>
            </a:xfrm>
            <a:custGeom>
              <a:avLst/>
              <a:gdLst/>
              <a:ahLst/>
              <a:cxnLst/>
              <a:rect l="l" t="t" r="r" b="b"/>
              <a:pathLst>
                <a:path w="3178" h="2470" extrusionOk="0">
                  <a:moveTo>
                    <a:pt x="445" y="1"/>
                  </a:moveTo>
                  <a:lnTo>
                    <a:pt x="195" y="590"/>
                  </a:lnTo>
                  <a:cubicBezTo>
                    <a:pt x="147" y="708"/>
                    <a:pt x="84" y="812"/>
                    <a:pt x="1" y="902"/>
                  </a:cubicBezTo>
                  <a:lnTo>
                    <a:pt x="2678" y="2470"/>
                  </a:lnTo>
                  <a:lnTo>
                    <a:pt x="3178" y="1527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510;p85">
              <a:extLst>
                <a:ext uri="{FF2B5EF4-FFF2-40B4-BE49-F238E27FC236}">
                  <a16:creationId xmlns:a16="http://schemas.microsoft.com/office/drawing/2014/main" id="{82AAF2CD-7964-4A4B-9D9A-8D336A18AC57}"/>
                </a:ext>
              </a:extLst>
            </p:cNvPr>
            <p:cNvSpPr/>
            <p:nvPr/>
          </p:nvSpPr>
          <p:spPr>
            <a:xfrm>
              <a:off x="5286663" y="3235428"/>
              <a:ext cx="90771" cy="111973"/>
            </a:xfrm>
            <a:custGeom>
              <a:avLst/>
              <a:gdLst/>
              <a:ahLst/>
              <a:cxnLst/>
              <a:rect l="l" t="t" r="r" b="b"/>
              <a:pathLst>
                <a:path w="3455" h="4262" extrusionOk="0">
                  <a:moveTo>
                    <a:pt x="1287" y="1"/>
                  </a:moveTo>
                  <a:cubicBezTo>
                    <a:pt x="1243" y="1"/>
                    <a:pt x="1199" y="12"/>
                    <a:pt x="1159" y="36"/>
                  </a:cubicBezTo>
                  <a:lnTo>
                    <a:pt x="160" y="619"/>
                  </a:lnTo>
                  <a:cubicBezTo>
                    <a:pt x="35" y="695"/>
                    <a:pt x="0" y="848"/>
                    <a:pt x="70" y="966"/>
                  </a:cubicBezTo>
                  <a:lnTo>
                    <a:pt x="1949" y="4142"/>
                  </a:lnTo>
                  <a:cubicBezTo>
                    <a:pt x="1999" y="4220"/>
                    <a:pt x="2082" y="4261"/>
                    <a:pt x="2166" y="4261"/>
                  </a:cubicBezTo>
                  <a:cubicBezTo>
                    <a:pt x="2211" y="4261"/>
                    <a:pt x="2256" y="4250"/>
                    <a:pt x="2296" y="4226"/>
                  </a:cubicBezTo>
                  <a:lnTo>
                    <a:pt x="3295" y="3643"/>
                  </a:lnTo>
                  <a:cubicBezTo>
                    <a:pt x="3413" y="3574"/>
                    <a:pt x="3455" y="3414"/>
                    <a:pt x="3385" y="3296"/>
                  </a:cubicBezTo>
                  <a:lnTo>
                    <a:pt x="1506" y="126"/>
                  </a:lnTo>
                  <a:cubicBezTo>
                    <a:pt x="1455" y="44"/>
                    <a:pt x="1372" y="1"/>
                    <a:pt x="128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511;p85">
              <a:extLst>
                <a:ext uri="{FF2B5EF4-FFF2-40B4-BE49-F238E27FC236}">
                  <a16:creationId xmlns:a16="http://schemas.microsoft.com/office/drawing/2014/main" id="{691F3C10-57CD-AA0D-61A6-124E76C515B2}"/>
                </a:ext>
              </a:extLst>
            </p:cNvPr>
            <p:cNvSpPr/>
            <p:nvPr/>
          </p:nvSpPr>
          <p:spPr>
            <a:xfrm>
              <a:off x="5458328" y="3429740"/>
              <a:ext cx="114653" cy="88486"/>
            </a:xfrm>
            <a:custGeom>
              <a:avLst/>
              <a:gdLst/>
              <a:ahLst/>
              <a:cxnLst/>
              <a:rect l="l" t="t" r="r" b="b"/>
              <a:pathLst>
                <a:path w="4364" h="3368" extrusionOk="0">
                  <a:moveTo>
                    <a:pt x="884" y="0"/>
                  </a:moveTo>
                  <a:cubicBezTo>
                    <a:pt x="797" y="0"/>
                    <a:pt x="713" y="45"/>
                    <a:pt x="666" y="124"/>
                  </a:cubicBezTo>
                  <a:lnTo>
                    <a:pt x="77" y="1116"/>
                  </a:lnTo>
                  <a:cubicBezTo>
                    <a:pt x="0" y="1234"/>
                    <a:pt x="42" y="1394"/>
                    <a:pt x="160" y="1463"/>
                  </a:cubicBezTo>
                  <a:lnTo>
                    <a:pt x="3350" y="3329"/>
                  </a:lnTo>
                  <a:cubicBezTo>
                    <a:pt x="3393" y="3355"/>
                    <a:pt x="3440" y="3367"/>
                    <a:pt x="3485" y="3367"/>
                  </a:cubicBezTo>
                  <a:cubicBezTo>
                    <a:pt x="3571" y="3367"/>
                    <a:pt x="3652" y="3323"/>
                    <a:pt x="3697" y="3246"/>
                  </a:cubicBezTo>
                  <a:lnTo>
                    <a:pt x="4287" y="2254"/>
                  </a:lnTo>
                  <a:cubicBezTo>
                    <a:pt x="4363" y="2136"/>
                    <a:pt x="4321" y="1976"/>
                    <a:pt x="4204" y="1907"/>
                  </a:cubicBezTo>
                  <a:lnTo>
                    <a:pt x="1013" y="34"/>
                  </a:lnTo>
                  <a:cubicBezTo>
                    <a:pt x="972" y="11"/>
                    <a:pt x="928" y="0"/>
                    <a:pt x="88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llroom Dance Styles by Slidesgo">
  <a:themeElements>
    <a:clrScheme name="Simple Light">
      <a:dk1>
        <a:srgbClr val="6B1B14"/>
      </a:dk1>
      <a:lt1>
        <a:srgbClr val="FFFBF7"/>
      </a:lt1>
      <a:dk2>
        <a:srgbClr val="F7E8D2"/>
      </a:dk2>
      <a:lt2>
        <a:srgbClr val="F5DCAD"/>
      </a:lt2>
      <a:accent1>
        <a:srgbClr val="D8BC8F"/>
      </a:accent1>
      <a:accent2>
        <a:srgbClr val="EF4433"/>
      </a:accent2>
      <a:accent3>
        <a:srgbClr val="C62E26"/>
      </a:accent3>
      <a:accent4>
        <a:srgbClr val="747FAA"/>
      </a:accent4>
      <a:accent5>
        <a:srgbClr val="4E587E"/>
      </a:accent5>
      <a:accent6>
        <a:srgbClr val="1D244C"/>
      </a:accent6>
      <a:hlink>
        <a:srgbClr val="6B1B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Presentación en pantalla (16:9)</PresentationFormat>
  <Paragraphs>14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Oswald</vt:lpstr>
      <vt:lpstr>Raleway</vt:lpstr>
      <vt:lpstr>Nunito Light</vt:lpstr>
      <vt:lpstr>Arial</vt:lpstr>
      <vt:lpstr>Ballroom Dance Styles by Slidesgo</vt:lpstr>
      <vt:lpstr>Cursos de baile de salon</vt:lpstr>
      <vt:lpstr>¿Cree que es usted “patoso”?</vt:lpstr>
      <vt:lpstr>No es necesario que ya sepa usted bailar</vt:lpstr>
      <vt:lpstr>Aqui tiene algunos ejemplos</vt:lpstr>
      <vt:lpstr>¿Se ha decidido ya?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Cursos de baile de salon</dc:title>
  <dc:creator>alumno</dc:creator>
  <cp:lastModifiedBy>alumno</cp:lastModifiedBy>
  <cp:revision>1</cp:revision>
  <dcterms:modified xsi:type="dcterms:W3CDTF">2023-12-19T08:54:56Z</dcterms:modified>
</cp:coreProperties>
</file>