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71" d="100"/>
          <a:sy n="71" d="100"/>
        </p:scale>
        <p:origin x="288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E0346-4FDF-AD83-6A79-55039EAE8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A6E759-4884-E993-5410-57406DBDF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7D5758-7B52-CAB7-BF38-BD284ED3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A65BCD-DDB8-0925-E218-331A2927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FA24D3-B47D-84E3-C1AF-9022F6C3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871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C5D41-0DAC-9D71-AC83-69B506C1B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EF3519-E088-33B1-51B4-F472179D1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FFFC46-95E2-169A-20D9-6D8017FE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4BF2C8-9865-E34D-C1D4-CFD461C9B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C328BE-85EF-ADDD-2869-F6359645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101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FDDBC-75CF-FD3B-93B2-0076B405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7C457E-39F2-6D5E-5484-AEFC12CB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2E79A-0C6B-6964-2903-DE9016A5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0F7FB7-009B-23CD-C327-4F8D73A3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901261-6EBC-8127-97DD-CBB6454D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6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DFA0-1599-698A-6781-3CE8D855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F1875C-1707-1CB6-16BA-02F48C304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0D7334-0A62-5F97-B0E5-32B74F99E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065118-2E1E-9C47-690C-567327E4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6B54E2-0186-9CB1-D575-1978A359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545756-55FB-D12C-62C9-65B45FFC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493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1559B-7A77-5A90-FCD8-8BE57EB7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748579-3109-8477-24D9-50B87B1F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4615C7-4F66-BB4E-2A55-B7110E6ED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21E95B-2712-79F1-B3C7-965BC542D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C3708B-BD75-2D62-692C-DF34D9F6C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32B008-AF1B-E625-B208-FC795C71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E411D4-F626-DB20-50EB-35D3B4EC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ADEE9D-DAEF-5D9F-B410-7D6BBF75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18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AFF50-803B-6511-5F77-2B025B31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25EA076-7D39-4297-8C3B-B52675A6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88BE7D-B403-99EE-A4E2-05890145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CFCA95-9506-B85C-D6F1-CEF7A304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887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7AD234-8085-497F-C1A8-03F26F26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2B7497-4A42-F917-B620-4B23A660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F71832-55C3-C056-F8E7-89EE350D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41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DFB89-0825-FBEB-F107-B2DC1BFF1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EEDF09-41AD-12EE-39A9-EDF4A0CD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4B83AD-75A7-ADAB-AB03-23EB67646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21B3AD-FD7B-AB0D-E00E-4F9E84BA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F35BE1-C511-94C6-7914-5B1A071F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323862-87B4-74F1-A999-13B9CA8E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572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24673-AA7E-B927-0B56-95692A89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F8EDB7-C24F-B4DE-94D0-9ECA98010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45809B-BBEA-EF95-7D6D-1CFACE746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851E52-E415-7F60-3739-D727A68C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FCB626-9B6D-AFCA-D2D3-DD07AA4C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F794B6-F4F5-CF63-C2E4-9E5D03808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954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20C3A-476D-F9BB-AEE7-4EE0474B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4CF953-022C-B9C4-5849-DBD415D76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3281F7-A319-3CAC-EDE6-002349908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D7FBA6-9959-3DB7-D96B-ABBD59F8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474FCD-0D12-59D4-1376-CE889E78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428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55EC06-B2B9-0AEC-D2B1-6B1DA32C8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FFE9D2-C9B6-4832-D5FD-48E55FCC8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131684-171A-ACD8-9EE5-657AD769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0DA9C4-69CA-2333-3CB4-6B7255E1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B71BC5-6D62-303F-2403-17900AA9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54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450021-2EA0-3646-3890-47A104D2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462412-1DBE-A1AA-CC99-CDE3F7E05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51D3C6-043F-F038-A118-6C8F8CB5B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F063D-3C32-43E1-BCE9-D849CFF772BC}" type="datetimeFigureOut">
              <a:rPr lang="es-ES" smtClean="0"/>
              <a:t>08/01/2024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C01C0-8617-C36D-0B58-790695A14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1FD0F-E558-4AC8-FFF9-99DE897DF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16785-D236-4845-9BCB-A5C6D6AFA1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341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obo: flecha cuádruple 3">
            <a:extLst>
              <a:ext uri="{FF2B5EF4-FFF2-40B4-BE49-F238E27FC236}">
                <a16:creationId xmlns:a16="http://schemas.microsoft.com/office/drawing/2014/main" id="{BB7A4BF2-8185-2E39-465B-786245C89175}"/>
              </a:ext>
            </a:extLst>
          </p:cNvPr>
          <p:cNvSpPr/>
          <p:nvPr/>
        </p:nvSpPr>
        <p:spPr>
          <a:xfrm>
            <a:off x="1766794" y="2108200"/>
            <a:ext cx="2057400" cy="1892300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51E5513-4F5C-A064-025A-36297AA809A2}"/>
              </a:ext>
            </a:extLst>
          </p:cNvPr>
          <p:cNvSpPr/>
          <p:nvPr/>
        </p:nvSpPr>
        <p:spPr>
          <a:xfrm>
            <a:off x="5187950" y="2286000"/>
            <a:ext cx="18161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F6EBB8C6-4873-E80C-8559-8256DAA557F7}"/>
              </a:ext>
            </a:extLst>
          </p:cNvPr>
          <p:cNvSpPr/>
          <p:nvPr/>
        </p:nvSpPr>
        <p:spPr>
          <a:xfrm>
            <a:off x="8263964" y="2286000"/>
            <a:ext cx="1620078" cy="1997765"/>
          </a:xfrm>
          <a:custGeom>
            <a:avLst/>
            <a:gdLst>
              <a:gd name="connsiteX0" fmla="*/ 705678 w 1620078"/>
              <a:gd name="connsiteY0" fmla="*/ 0 h 1997765"/>
              <a:gd name="connsiteX1" fmla="*/ 0 w 1620078"/>
              <a:gd name="connsiteY1" fmla="*/ 1252330 h 1997765"/>
              <a:gd name="connsiteX2" fmla="*/ 1321904 w 1620078"/>
              <a:gd name="connsiteY2" fmla="*/ 1997765 h 1997765"/>
              <a:gd name="connsiteX3" fmla="*/ 1620078 w 1620078"/>
              <a:gd name="connsiteY3" fmla="*/ 695739 h 1997765"/>
              <a:gd name="connsiteX4" fmla="*/ 665922 w 1620078"/>
              <a:gd name="connsiteY4" fmla="*/ 834887 h 1997765"/>
              <a:gd name="connsiteX5" fmla="*/ 834887 w 1620078"/>
              <a:gd name="connsiteY5" fmla="*/ 1470991 h 1997765"/>
              <a:gd name="connsiteX6" fmla="*/ 1331843 w 1620078"/>
              <a:gd name="connsiteY6" fmla="*/ 1262269 h 1997765"/>
              <a:gd name="connsiteX7" fmla="*/ 1093304 w 1620078"/>
              <a:gd name="connsiteY7" fmla="*/ 1003852 h 1997765"/>
              <a:gd name="connsiteX8" fmla="*/ 974035 w 1620078"/>
              <a:gd name="connsiteY8" fmla="*/ 1222513 h 1997765"/>
              <a:gd name="connsiteX9" fmla="*/ 1152939 w 1620078"/>
              <a:gd name="connsiteY9" fmla="*/ 1222513 h 1997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20078" h="1997765">
                <a:moveTo>
                  <a:pt x="705678" y="0"/>
                </a:moveTo>
                <a:lnTo>
                  <a:pt x="0" y="1252330"/>
                </a:lnTo>
                <a:lnTo>
                  <a:pt x="1321904" y="1997765"/>
                </a:lnTo>
                <a:lnTo>
                  <a:pt x="1620078" y="695739"/>
                </a:lnTo>
                <a:lnTo>
                  <a:pt x="665922" y="834887"/>
                </a:lnTo>
                <a:lnTo>
                  <a:pt x="834887" y="1470991"/>
                </a:lnTo>
                <a:lnTo>
                  <a:pt x="1331843" y="1262269"/>
                </a:lnTo>
                <a:lnTo>
                  <a:pt x="1093304" y="1003852"/>
                </a:lnTo>
                <a:lnTo>
                  <a:pt x="974035" y="1222513"/>
                </a:lnTo>
                <a:lnTo>
                  <a:pt x="1152939" y="1222513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4AE8153-3DFB-C4E3-51CE-FFF9095F3EC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72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Formas básicas</a:t>
            </a:r>
            <a:r>
              <a:rPr lang="es-ES" sz="7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7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66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39DD4-7A5D-12DB-D0BD-386619EB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66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 Forma a partir de flechas</a:t>
            </a:r>
            <a:endParaRPr lang="es-ES" sz="66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3D8E73C-8466-F342-B7C4-80C34EA08829}"/>
              </a:ext>
            </a:extLst>
          </p:cNvPr>
          <p:cNvCxnSpPr>
            <a:cxnSpLocks/>
          </p:cNvCxnSpPr>
          <p:nvPr/>
        </p:nvCxnSpPr>
        <p:spPr>
          <a:xfrm flipV="1">
            <a:off x="6096000" y="2689412"/>
            <a:ext cx="0" cy="1788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BCD6979-CE7F-4E60-98B3-C939E8DA455D}"/>
              </a:ext>
            </a:extLst>
          </p:cNvPr>
          <p:cNvCxnSpPr>
            <a:cxnSpLocks/>
          </p:cNvCxnSpPr>
          <p:nvPr/>
        </p:nvCxnSpPr>
        <p:spPr>
          <a:xfrm flipH="1" flipV="1">
            <a:off x="4240306" y="3583642"/>
            <a:ext cx="1855694" cy="894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3F4CDC1-D59A-F7AF-09AE-0AB1C490EE52}"/>
              </a:ext>
            </a:extLst>
          </p:cNvPr>
          <p:cNvCxnSpPr>
            <a:cxnSpLocks/>
          </p:cNvCxnSpPr>
          <p:nvPr/>
        </p:nvCxnSpPr>
        <p:spPr>
          <a:xfrm flipV="1">
            <a:off x="6096000" y="3583642"/>
            <a:ext cx="1855694" cy="894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FDF5CA3-B221-3110-1E4D-629F379BF4AA}"/>
              </a:ext>
            </a:extLst>
          </p:cNvPr>
          <p:cNvCxnSpPr>
            <a:cxnSpLocks/>
          </p:cNvCxnSpPr>
          <p:nvPr/>
        </p:nvCxnSpPr>
        <p:spPr>
          <a:xfrm flipH="1" flipV="1">
            <a:off x="4836458" y="3274358"/>
            <a:ext cx="1259542" cy="1203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D6AE99B-45AB-2A03-4E19-65CD8E3339FE}"/>
              </a:ext>
            </a:extLst>
          </p:cNvPr>
          <p:cNvCxnSpPr>
            <a:cxnSpLocks/>
          </p:cNvCxnSpPr>
          <p:nvPr/>
        </p:nvCxnSpPr>
        <p:spPr>
          <a:xfrm flipV="1">
            <a:off x="6096000" y="3274358"/>
            <a:ext cx="1259542" cy="1203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2FA47E4-D591-B0E4-54CA-62946ED16261}"/>
              </a:ext>
            </a:extLst>
          </p:cNvPr>
          <p:cNvCxnSpPr>
            <a:cxnSpLocks/>
          </p:cNvCxnSpPr>
          <p:nvPr/>
        </p:nvCxnSpPr>
        <p:spPr>
          <a:xfrm flipV="1">
            <a:off x="6095999" y="2864224"/>
            <a:ext cx="694766" cy="1613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A846F24-4F0F-A7D0-8583-70E024EC7437}"/>
              </a:ext>
            </a:extLst>
          </p:cNvPr>
          <p:cNvCxnSpPr>
            <a:cxnSpLocks/>
          </p:cNvCxnSpPr>
          <p:nvPr/>
        </p:nvCxnSpPr>
        <p:spPr>
          <a:xfrm flipH="1" flipV="1">
            <a:off x="5401235" y="2864224"/>
            <a:ext cx="710451" cy="1613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9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51E5513-4F5C-A064-025A-36297AA809A2}"/>
              </a:ext>
            </a:extLst>
          </p:cNvPr>
          <p:cNvSpPr/>
          <p:nvPr/>
        </p:nvSpPr>
        <p:spPr>
          <a:xfrm>
            <a:off x="5174502" y="2093725"/>
            <a:ext cx="2342403" cy="22113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4AE8153-3DFB-C4E3-51CE-FFF9095F3EC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4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 Posición y orientación de las formas</a:t>
            </a:r>
            <a:endParaRPr lang="es-ES" sz="5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lobo: flecha cuádruple 1">
            <a:extLst>
              <a:ext uri="{FF2B5EF4-FFF2-40B4-BE49-F238E27FC236}">
                <a16:creationId xmlns:a16="http://schemas.microsoft.com/office/drawing/2014/main" id="{59660DB5-027D-2880-3DD0-DE86786AB27C}"/>
              </a:ext>
            </a:extLst>
          </p:cNvPr>
          <p:cNvSpPr/>
          <p:nvPr/>
        </p:nvSpPr>
        <p:spPr>
          <a:xfrm rot="18900000">
            <a:off x="5242716" y="2086349"/>
            <a:ext cx="2205974" cy="2226109"/>
          </a:xfrm>
          <a:prstGeom prst="quadArrowCallout">
            <a:avLst>
              <a:gd name="adj1" fmla="val 7923"/>
              <a:gd name="adj2" fmla="val 18515"/>
              <a:gd name="adj3" fmla="val 14543"/>
              <a:gd name="adj4" fmla="val 304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3085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FAC32-70E0-E060-A323-BD263461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72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4. Texto en las formas</a:t>
            </a:r>
            <a:endParaRPr lang="es-ES" sz="7200" dirty="0"/>
          </a:p>
        </p:txBody>
      </p:sp>
      <p:sp>
        <p:nvSpPr>
          <p:cNvPr id="3" name="Corazón 2">
            <a:extLst>
              <a:ext uri="{FF2B5EF4-FFF2-40B4-BE49-F238E27FC236}">
                <a16:creationId xmlns:a16="http://schemas.microsoft.com/office/drawing/2014/main" id="{94C356FB-FD86-78B7-5CC5-7292AB8117C7}"/>
              </a:ext>
            </a:extLst>
          </p:cNvPr>
          <p:cNvSpPr/>
          <p:nvPr/>
        </p:nvSpPr>
        <p:spPr>
          <a:xfrm>
            <a:off x="1506070" y="2501153"/>
            <a:ext cx="3079377" cy="2554941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600" dirty="0">
                <a:latin typeface="Arial Black" panose="020B0A04020102020204" pitchFamily="34" charset="0"/>
              </a:rPr>
              <a:t>Hola k ase primo</a:t>
            </a:r>
          </a:p>
        </p:txBody>
      </p:sp>
      <p:sp>
        <p:nvSpPr>
          <p:cNvPr id="4" name="Bocadillo nube: nube 3">
            <a:extLst>
              <a:ext uri="{FF2B5EF4-FFF2-40B4-BE49-F238E27FC236}">
                <a16:creationId xmlns:a16="http://schemas.microsoft.com/office/drawing/2014/main" id="{20E4BD87-4C9A-B16B-4BE0-491052705700}"/>
              </a:ext>
            </a:extLst>
          </p:cNvPr>
          <p:cNvSpPr/>
          <p:nvPr/>
        </p:nvSpPr>
        <p:spPr>
          <a:xfrm>
            <a:off x="6096000" y="2689412"/>
            <a:ext cx="3048000" cy="2259106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764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11D0F025-C962-255F-2D43-2C60FC31C27F}"/>
              </a:ext>
            </a:extLst>
          </p:cNvPr>
          <p:cNvGrpSpPr/>
          <p:nvPr/>
        </p:nvGrpSpPr>
        <p:grpSpPr>
          <a:xfrm>
            <a:off x="5174502" y="2086349"/>
            <a:ext cx="2342403" cy="2226109"/>
            <a:chOff x="5174502" y="2086349"/>
            <a:chExt cx="2342403" cy="2226109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51E5513-4F5C-A064-025A-36297AA809A2}"/>
                </a:ext>
              </a:extLst>
            </p:cNvPr>
            <p:cNvSpPr/>
            <p:nvPr/>
          </p:nvSpPr>
          <p:spPr>
            <a:xfrm>
              <a:off x="5174502" y="2093725"/>
              <a:ext cx="2342403" cy="2211359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110000"/>
                    <a:satMod val="105000"/>
                    <a:tint val="67000"/>
                  </a:schemeClr>
                </a:gs>
                <a:gs pos="50000">
                  <a:schemeClr val="accent6">
                    <a:lumMod val="105000"/>
                    <a:satMod val="103000"/>
                    <a:tint val="73000"/>
                  </a:schemeClr>
                </a:gs>
                <a:gs pos="100000">
                  <a:schemeClr val="accent6">
                    <a:lumMod val="105000"/>
                    <a:satMod val="109000"/>
                    <a:tint val="8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" name="Globo: flecha cuádruple 3">
              <a:extLst>
                <a:ext uri="{FF2B5EF4-FFF2-40B4-BE49-F238E27FC236}">
                  <a16:creationId xmlns:a16="http://schemas.microsoft.com/office/drawing/2014/main" id="{BB7A4BF2-8185-2E39-465B-786245C89175}"/>
                </a:ext>
              </a:extLst>
            </p:cNvPr>
            <p:cNvSpPr/>
            <p:nvPr/>
          </p:nvSpPr>
          <p:spPr>
            <a:xfrm rot="18900000">
              <a:off x="5242716" y="2086349"/>
              <a:ext cx="2205974" cy="2226109"/>
            </a:xfrm>
            <a:prstGeom prst="quadArrowCallout">
              <a:avLst>
                <a:gd name="adj1" fmla="val 7923"/>
                <a:gd name="adj2" fmla="val 18515"/>
                <a:gd name="adj3" fmla="val 14543"/>
                <a:gd name="adj4" fmla="val 30422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1" name="Título 1">
            <a:extLst>
              <a:ext uri="{FF2B5EF4-FFF2-40B4-BE49-F238E27FC236}">
                <a16:creationId xmlns:a16="http://schemas.microsoft.com/office/drawing/2014/main" id="{74AE8153-3DFB-C4E3-51CE-FFF9095F3EC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72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5. Estilos rápidos.</a:t>
            </a:r>
            <a:endParaRPr lang="es-ES" sz="7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04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39DD4-7A5D-12DB-D0BD-386619EB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6600" b="1" i="1" dirty="0">
                <a:solidFill>
                  <a:srgbClr val="000000"/>
                </a:solidFill>
                <a:latin typeface="Calibri" panose="020F0502020204030204" pitchFamily="34" charset="0"/>
              </a:rPr>
              <a:t>Modificación D.2</a:t>
            </a:r>
            <a:endParaRPr lang="es-ES" sz="66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3D8E73C-8466-F342-B7C4-80C34EA08829}"/>
              </a:ext>
            </a:extLst>
          </p:cNvPr>
          <p:cNvCxnSpPr>
            <a:cxnSpLocks/>
          </p:cNvCxnSpPr>
          <p:nvPr/>
        </p:nvCxnSpPr>
        <p:spPr>
          <a:xfrm flipV="1">
            <a:off x="6096000" y="2689412"/>
            <a:ext cx="0" cy="1788459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BCD6979-CE7F-4E60-98B3-C939E8DA455D}"/>
              </a:ext>
            </a:extLst>
          </p:cNvPr>
          <p:cNvCxnSpPr>
            <a:cxnSpLocks/>
          </p:cNvCxnSpPr>
          <p:nvPr/>
        </p:nvCxnSpPr>
        <p:spPr>
          <a:xfrm flipH="1" flipV="1">
            <a:off x="4240306" y="3583642"/>
            <a:ext cx="1855694" cy="894229"/>
          </a:xfrm>
          <a:prstGeom prst="straightConnector1">
            <a:avLst/>
          </a:prstGeom>
          <a:ln w="28575">
            <a:prstDash val="dash"/>
            <a:headEnd type="triangle" w="med" len="med"/>
            <a:tailEnd type="none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3F4CDC1-D59A-F7AF-09AE-0AB1C490EE52}"/>
              </a:ext>
            </a:extLst>
          </p:cNvPr>
          <p:cNvCxnSpPr>
            <a:cxnSpLocks/>
          </p:cNvCxnSpPr>
          <p:nvPr/>
        </p:nvCxnSpPr>
        <p:spPr>
          <a:xfrm flipV="1">
            <a:off x="6096000" y="3583642"/>
            <a:ext cx="1855694" cy="894229"/>
          </a:xfrm>
          <a:prstGeom prst="straightConnector1">
            <a:avLst/>
          </a:prstGeom>
          <a:ln w="28575">
            <a:prstDash val="dash"/>
            <a:headEnd type="triangle" w="med" len="med"/>
            <a:tailEnd type="none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FDF5CA3-B221-3110-1E4D-629F379BF4AA}"/>
              </a:ext>
            </a:extLst>
          </p:cNvPr>
          <p:cNvCxnSpPr>
            <a:cxnSpLocks/>
          </p:cNvCxnSpPr>
          <p:nvPr/>
        </p:nvCxnSpPr>
        <p:spPr>
          <a:xfrm flipH="1" flipV="1">
            <a:off x="4836458" y="3274358"/>
            <a:ext cx="1259542" cy="1203513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D6AE99B-45AB-2A03-4E19-65CD8E3339FE}"/>
              </a:ext>
            </a:extLst>
          </p:cNvPr>
          <p:cNvCxnSpPr>
            <a:cxnSpLocks/>
          </p:cNvCxnSpPr>
          <p:nvPr/>
        </p:nvCxnSpPr>
        <p:spPr>
          <a:xfrm flipV="1">
            <a:off x="6096000" y="3274358"/>
            <a:ext cx="1259542" cy="1203513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2FA47E4-D591-B0E4-54CA-62946ED16261}"/>
              </a:ext>
            </a:extLst>
          </p:cNvPr>
          <p:cNvCxnSpPr>
            <a:cxnSpLocks/>
          </p:cNvCxnSpPr>
          <p:nvPr/>
        </p:nvCxnSpPr>
        <p:spPr>
          <a:xfrm flipV="1">
            <a:off x="6095999" y="2864224"/>
            <a:ext cx="694766" cy="1613647"/>
          </a:xfrm>
          <a:prstGeom prst="straightConnector1">
            <a:avLst/>
          </a:prstGeom>
          <a:ln w="28575">
            <a:prstDash val="dash"/>
            <a:headEnd type="triangle" w="med" len="med"/>
            <a:tailEnd type="none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A846F24-4F0F-A7D0-8583-70E024EC7437}"/>
              </a:ext>
            </a:extLst>
          </p:cNvPr>
          <p:cNvCxnSpPr>
            <a:cxnSpLocks/>
          </p:cNvCxnSpPr>
          <p:nvPr/>
        </p:nvCxnSpPr>
        <p:spPr>
          <a:xfrm flipH="1" flipV="1">
            <a:off x="5401235" y="2864224"/>
            <a:ext cx="710451" cy="1613647"/>
          </a:xfrm>
          <a:prstGeom prst="straightConnector1">
            <a:avLst/>
          </a:prstGeom>
          <a:ln w="28575">
            <a:prstDash val="dash"/>
            <a:headEnd type="triangle" w="med" len="med"/>
            <a:tailEnd type="none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649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39</Words>
  <Application>Microsoft Office PowerPoint</Application>
  <PresentationFormat>Panorámica</PresentationFormat>
  <Paragraphs>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2. Forma a partir de flechas</vt:lpstr>
      <vt:lpstr>Presentación de PowerPoint</vt:lpstr>
      <vt:lpstr>4. Texto en las formas</vt:lpstr>
      <vt:lpstr>Presentación de PowerPoint</vt:lpstr>
      <vt:lpstr>Modificación D.2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alumno</cp:lastModifiedBy>
  <cp:revision>1</cp:revision>
  <dcterms:created xsi:type="dcterms:W3CDTF">2024-01-08T07:57:28Z</dcterms:created>
  <dcterms:modified xsi:type="dcterms:W3CDTF">2024-01-08T08:46:13Z</dcterms:modified>
</cp:coreProperties>
</file>