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73" r:id="rId3"/>
    <p:sldId id="274" r:id="rId4"/>
    <p:sldId id="275" r:id="rId5"/>
    <p:sldId id="269" r:id="rId6"/>
    <p:sldId id="270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2F7E"/>
    <a:srgbClr val="FFFFFF"/>
    <a:srgbClr val="DDB3D5"/>
    <a:srgbClr val="E2BA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60%</a:t>
            </a:r>
          </a:p>
        </c:rich>
      </c:tx>
      <c:layout>
        <c:manualLayout>
          <c:xMode val="edge"/>
          <c:yMode val="edge"/>
          <c:x val="0.42468241011359126"/>
          <c:y val="0.460299573638047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0.29870789703039186"/>
          <c:y val="0.25911302781002088"/>
          <c:w val="0.40258384354881671"/>
          <c:h val="0.52290860000960238"/>
        </c:manualLayout>
      </c:layout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278-40A7-B0C1-6A9B69790E07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278-40A7-B0C1-6A9B69790E07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278-40A7-B0C1-6A9B69790E07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278-40A7-B0C1-6A9B69790E07}"/>
              </c:ext>
            </c:extLst>
          </c:dPt>
          <c:cat>
            <c:strRef>
              <c:f>Hoja1!$A$2:$A$5</c:f>
              <c:strCache>
                <c:ptCount val="3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278-40A7-B0C1-6A9B69790E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60%</a:t>
            </a:r>
          </a:p>
        </c:rich>
      </c:tx>
      <c:layout>
        <c:manualLayout>
          <c:xMode val="edge"/>
          <c:yMode val="edge"/>
          <c:x val="0.42468241011359126"/>
          <c:y val="0.460299573638047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0.29870789703039186"/>
          <c:y val="0.25911302781002088"/>
          <c:w val="0.40258384354881671"/>
          <c:h val="0.52290860000960238"/>
        </c:manualLayout>
      </c:layout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92C-4EF8-80B3-8344963588E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92C-4EF8-80B3-8344963588E6}"/>
              </c:ext>
            </c:extLst>
          </c:dPt>
          <c:dPt>
            <c:idx val="2"/>
            <c:bubble3D val="0"/>
            <c:spPr>
              <a:solidFill>
                <a:srgbClr val="912F7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92C-4EF8-80B3-8344963588E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92C-4EF8-80B3-8344963588E6}"/>
              </c:ext>
            </c:extLst>
          </c:dPt>
          <c:cat>
            <c:strRef>
              <c:f>Hoja1!$A$2:$A$5</c:f>
              <c:strCache>
                <c:ptCount val="3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92C-4EF8-80B3-8344963588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70%</a:t>
            </a:r>
          </a:p>
        </c:rich>
      </c:tx>
      <c:layout>
        <c:manualLayout>
          <c:xMode val="edge"/>
          <c:yMode val="edge"/>
          <c:x val="0.42468241011359126"/>
          <c:y val="0.460299573638047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0.29870789703039186"/>
          <c:y val="0.25911302781002088"/>
          <c:w val="0.40258384354881671"/>
          <c:h val="0.52290860000960238"/>
        </c:manualLayout>
      </c:layout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D70-4663-A8A9-A0EECE2778E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D70-4663-A8A9-A0EECE2778E6}"/>
              </c:ext>
            </c:extLst>
          </c:dPt>
          <c:cat>
            <c:strRef>
              <c:f>Hoja1!$A$2:$A$3</c:f>
              <c:strCache>
                <c:ptCount val="2"/>
                <c:pt idx="0">
                  <c:v>1er trim.</c:v>
                </c:pt>
                <c:pt idx="1">
                  <c:v>2º trim.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D70-4663-A8A9-A0EECE2778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>
                <a:solidFill>
                  <a:schemeClr val="bg1"/>
                </a:solidFill>
                <a:latin typeface="Bahnschrift Condensed" panose="020B0502040204020203" pitchFamily="34" charset="0"/>
              </a:rPr>
              <a:t>Progresión</a:t>
            </a:r>
            <a:r>
              <a:rPr lang="es-ES" baseline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de mi juego en pádel</a:t>
            </a:r>
            <a:endParaRPr lang="es-ES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3.6981914370078743E-2"/>
          <c:y val="0.28367585607308959"/>
          <c:w val="0.86926808562992131"/>
          <c:h val="0.58701780345608989"/>
        </c:manualLayout>
      </c:layout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31-44C6-AE19-D0EB07BC6854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31-44C6-AE19-D0EB07BC6854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431-44C6-AE19-D0EB07BC68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0000376"/>
        <c:axId val="419994144"/>
      </c:lineChart>
      <c:catAx>
        <c:axId val="4200003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19994144"/>
        <c:crosses val="autoZero"/>
        <c:auto val="1"/>
        <c:lblAlgn val="ctr"/>
        <c:lblOffset val="100"/>
        <c:noMultiLvlLbl val="0"/>
      </c:catAx>
      <c:valAx>
        <c:axId val="419994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420000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7174284425047788"/>
          <c:y val="0.40890968871971778"/>
          <c:w val="0.12360921159728529"/>
          <c:h val="0.45355054748767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Bahnschrift Condensed" panose="020B0502040204020203" pitchFamily="34" charset="0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ubbleChart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Valores Y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xVal>
            <c:numRef>
              <c:f>Hoja1!$A$2:$A$4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Hoja1!$B$2:$B$4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bubbleSize>
            <c:numRef>
              <c:f>Hoja1!$C$2:$C$4</c:f>
              <c:numCache>
                <c:formatCode>General</c:formatCode>
                <c:ptCount val="3"/>
                <c:pt idx="0">
                  <c:v>10</c:v>
                </c:pt>
                <c:pt idx="1">
                  <c:v>4</c:v>
                </c:pt>
                <c:pt idx="2">
                  <c:v>8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0-4F73-4D76-9D8D-6976E1E15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460819472"/>
        <c:axId val="460816520"/>
      </c:bubbleChart>
      <c:valAx>
        <c:axId val="4608194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460816520"/>
        <c:crosses val="autoZero"/>
        <c:crossBetween val="midCat"/>
      </c:valAx>
      <c:valAx>
        <c:axId val="460816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4608194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60%</a:t>
            </a:r>
          </a:p>
        </c:rich>
      </c:tx>
      <c:layout>
        <c:manualLayout>
          <c:xMode val="edge"/>
          <c:yMode val="edge"/>
          <c:x val="0.42468241011359126"/>
          <c:y val="0.460299573638047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0.29870789703039186"/>
          <c:y val="0.25911302781002088"/>
          <c:w val="0.40258384354881671"/>
          <c:h val="0.52290860000960238"/>
        </c:manualLayout>
      </c:layout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768-4827-B9F9-9313C2FCED11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768-4827-B9F9-9313C2FCED11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768-4827-B9F9-9313C2FCED11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768-4827-B9F9-9313C2FCED11}"/>
              </c:ext>
            </c:extLst>
          </c:dPt>
          <c:cat>
            <c:strRef>
              <c:f>Hoja1!$A$2:$A$5</c:f>
              <c:strCache>
                <c:ptCount val="3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95-4A81-A9D9-BB55A35EA1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60%</a:t>
            </a:r>
          </a:p>
        </c:rich>
      </c:tx>
      <c:layout>
        <c:manualLayout>
          <c:xMode val="edge"/>
          <c:yMode val="edge"/>
          <c:x val="0.42468241011359126"/>
          <c:y val="0.460299573638047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0.29870789703039186"/>
          <c:y val="0.25911302781002088"/>
          <c:w val="0.40258384354881671"/>
          <c:h val="0.52290860000960238"/>
        </c:manualLayout>
      </c:layout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55C-4901-B289-13C27752FB8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55C-4901-B289-13C27752FB86}"/>
              </c:ext>
            </c:extLst>
          </c:dPt>
          <c:dPt>
            <c:idx val="2"/>
            <c:bubble3D val="0"/>
            <c:spPr>
              <a:solidFill>
                <a:srgbClr val="912F7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55C-4901-B289-13C27752FB8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55C-4901-B289-13C27752FB86}"/>
              </c:ext>
            </c:extLst>
          </c:dPt>
          <c:cat>
            <c:strRef>
              <c:f>Hoja1!$A$2:$A$5</c:f>
              <c:strCache>
                <c:ptCount val="3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55C-4901-B289-13C27752FB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70%</a:t>
            </a:r>
          </a:p>
        </c:rich>
      </c:tx>
      <c:layout>
        <c:manualLayout>
          <c:xMode val="edge"/>
          <c:yMode val="edge"/>
          <c:x val="0.42468241011359126"/>
          <c:y val="0.460299573638047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0.29870789703039186"/>
          <c:y val="0.25911302781002088"/>
          <c:w val="0.40258384354881671"/>
          <c:h val="0.52290860000960238"/>
        </c:manualLayout>
      </c:layout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C31-4B2E-A6EC-F5C263B3ABFC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C31-4B2E-A6EC-F5C263B3ABFC}"/>
              </c:ext>
            </c:extLst>
          </c:dPt>
          <c:cat>
            <c:strRef>
              <c:f>Hoja1!$A$2:$A$3</c:f>
              <c:strCache>
                <c:ptCount val="2"/>
                <c:pt idx="0">
                  <c:v>1er trim.</c:v>
                </c:pt>
                <c:pt idx="1">
                  <c:v>2º trim.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C31-4B2E-A6EC-F5C263B3AB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>
                <a:solidFill>
                  <a:schemeClr val="bg1"/>
                </a:solidFill>
                <a:latin typeface="Bahnschrift Condensed" panose="020B0502040204020203" pitchFamily="34" charset="0"/>
              </a:rPr>
              <a:t>Progresión</a:t>
            </a:r>
            <a:r>
              <a:rPr lang="es-ES" baseline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de mi juego en pádel</a:t>
            </a:r>
            <a:endParaRPr lang="es-ES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3.6981914370078743E-2"/>
          <c:y val="0.28367585607308959"/>
          <c:w val="0.86926808562992131"/>
          <c:h val="0.58701780345608989"/>
        </c:manualLayout>
      </c:layout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4B-4565-AEA9-D7D4A3484D94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4B-4565-AEA9-D7D4A3484D94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A4B-4565-AEA9-D7D4A3484D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0000376"/>
        <c:axId val="419994144"/>
      </c:lineChart>
      <c:catAx>
        <c:axId val="4200003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19994144"/>
        <c:crosses val="autoZero"/>
        <c:auto val="1"/>
        <c:lblAlgn val="ctr"/>
        <c:lblOffset val="100"/>
        <c:noMultiLvlLbl val="0"/>
      </c:catAx>
      <c:valAx>
        <c:axId val="419994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420000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7174284425047788"/>
          <c:y val="0.40890968871971778"/>
          <c:w val="0.12360921159728529"/>
          <c:h val="0.45355054748767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Bahnschrift Condensed" panose="020B0502040204020203" pitchFamily="34" charset="0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8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2.jfif"/><Relationship Id="rId1" Type="http://schemas.openxmlformats.org/officeDocument/2006/relationships/image" Target="../media/image1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2.jfif"/><Relationship Id="rId1" Type="http://schemas.openxmlformats.org/officeDocument/2006/relationships/image" Target="../media/image1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BA43A3-B998-45F4-A93F-C937858541B7}" type="doc">
      <dgm:prSet loTypeId="urn:microsoft.com/office/officeart/2005/8/layout/vList3" loCatId="list" qsTypeId="urn:microsoft.com/office/officeart/2005/8/quickstyle/simple1" qsCatId="simple" csTypeId="urn:microsoft.com/office/officeart/2005/8/colors/colorful2" csCatId="colorful" phldr="1"/>
      <dgm:spPr/>
    </dgm:pt>
    <dgm:pt modelId="{1D4E7772-59AB-455E-851F-2315D05C2C32}">
      <dgm:prSet phldrT="[Texto]"/>
      <dgm:spPr/>
      <dgm:t>
        <a:bodyPr/>
        <a:lstStyle/>
        <a:p>
          <a:r>
            <a:rPr lang="es-ES" dirty="0"/>
            <a:t>1ª diapositiva: con SmartArt. Un ciclo: algo que se repite en tu vida</a:t>
          </a:r>
        </a:p>
      </dgm:t>
    </dgm:pt>
    <dgm:pt modelId="{4D7DF7CA-F388-4DAE-8D87-4D1607276B8B}" type="sibTrans" cxnId="{94C6CB0C-A392-4BA2-AA90-3558BD01B435}">
      <dgm:prSet/>
      <dgm:spPr/>
      <dgm:t>
        <a:bodyPr/>
        <a:lstStyle/>
        <a:p>
          <a:endParaRPr lang="es-ES"/>
        </a:p>
      </dgm:t>
    </dgm:pt>
    <dgm:pt modelId="{9940163B-08F5-4E3A-AF0F-7944F084B6CD}" type="parTrans" cxnId="{94C6CB0C-A392-4BA2-AA90-3558BD01B435}">
      <dgm:prSet/>
      <dgm:spPr/>
      <dgm:t>
        <a:bodyPr/>
        <a:lstStyle/>
        <a:p>
          <a:endParaRPr lang="es-ES"/>
        </a:p>
      </dgm:t>
    </dgm:pt>
    <dgm:pt modelId="{C4794B4D-023E-4504-AA7F-097317A34CE3}">
      <dgm:prSet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s-ES" dirty="0"/>
            <a:t>3ª diapositiva: Infografía con estadísticas. Ver instrucciones en diapositivas </a:t>
          </a:r>
          <a:r>
            <a:rPr lang="es-ES" dirty="0" err="1"/>
            <a:t>sigueintes</a:t>
          </a:r>
          <a:endParaRPr lang="es-ES" dirty="0"/>
        </a:p>
      </dgm:t>
    </dgm:pt>
    <dgm:pt modelId="{637747FF-366C-4EB8-82EE-F28D22F3F24F}" type="parTrans" cxnId="{048BBF02-035E-404B-9CF2-CED84745F982}">
      <dgm:prSet/>
      <dgm:spPr/>
      <dgm:t>
        <a:bodyPr/>
        <a:lstStyle/>
        <a:p>
          <a:endParaRPr lang="es-ES"/>
        </a:p>
      </dgm:t>
    </dgm:pt>
    <dgm:pt modelId="{9480E68A-D8A3-431C-A5F9-FAFE59CAA307}" type="sibTrans" cxnId="{048BBF02-035E-404B-9CF2-CED84745F982}">
      <dgm:prSet/>
      <dgm:spPr/>
      <dgm:t>
        <a:bodyPr/>
        <a:lstStyle/>
        <a:p>
          <a:endParaRPr lang="es-ES"/>
        </a:p>
      </dgm:t>
    </dgm:pt>
    <dgm:pt modelId="{51733CEF-7479-469B-8FDB-80E0C9EE6C23}">
      <dgm:prSet/>
      <dgm:spPr/>
      <dgm:t>
        <a:bodyPr/>
        <a:lstStyle/>
        <a:p>
          <a:r>
            <a:rPr lang="es-ES" dirty="0"/>
            <a:t>2ª diapositiva: Una presentación de tus tres mejores amigos /series TV/asignaturas</a:t>
          </a:r>
        </a:p>
      </dgm:t>
    </dgm:pt>
    <dgm:pt modelId="{4B03AC75-9945-4EAE-9B9E-B92CDD15C88B}" type="parTrans" cxnId="{45177D2A-578C-44E6-9A7F-17512612D3FD}">
      <dgm:prSet/>
      <dgm:spPr/>
      <dgm:t>
        <a:bodyPr/>
        <a:lstStyle/>
        <a:p>
          <a:endParaRPr lang="es-ES"/>
        </a:p>
      </dgm:t>
    </dgm:pt>
    <dgm:pt modelId="{85D19B4F-DBA1-4EF8-8A75-ABC4EEE6E1A9}" type="sibTrans" cxnId="{45177D2A-578C-44E6-9A7F-17512612D3FD}">
      <dgm:prSet/>
      <dgm:spPr/>
      <dgm:t>
        <a:bodyPr/>
        <a:lstStyle/>
        <a:p>
          <a:endParaRPr lang="es-ES"/>
        </a:p>
      </dgm:t>
    </dgm:pt>
    <dgm:pt modelId="{62A08481-3FF1-4C13-982F-C6FDD9514D77}" type="pres">
      <dgm:prSet presAssocID="{2ABA43A3-B998-45F4-A93F-C937858541B7}" presName="linearFlow" presStyleCnt="0">
        <dgm:presLayoutVars>
          <dgm:dir/>
          <dgm:resizeHandles val="exact"/>
        </dgm:presLayoutVars>
      </dgm:prSet>
      <dgm:spPr/>
    </dgm:pt>
    <dgm:pt modelId="{E5F18DDD-6212-46AE-A2A7-2CD814716799}" type="pres">
      <dgm:prSet presAssocID="{1D4E7772-59AB-455E-851F-2315D05C2C32}" presName="composite" presStyleCnt="0"/>
      <dgm:spPr/>
    </dgm:pt>
    <dgm:pt modelId="{E2F44D99-B528-4847-ADE2-08F7C9B958D5}" type="pres">
      <dgm:prSet presAssocID="{1D4E7772-59AB-455E-851F-2315D05C2C32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1CBA0AFE-5D98-4A33-ACCD-A8C974783FBC}" type="pres">
      <dgm:prSet presAssocID="{1D4E7772-59AB-455E-851F-2315D05C2C32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37D9B1D-ED8A-420B-92D9-DE46B6A8968F}" type="pres">
      <dgm:prSet presAssocID="{4D7DF7CA-F388-4DAE-8D87-4D1607276B8B}" presName="spacing" presStyleCnt="0"/>
      <dgm:spPr/>
    </dgm:pt>
    <dgm:pt modelId="{66AC1B9C-4D5F-4899-9F74-F0A318EC42D2}" type="pres">
      <dgm:prSet presAssocID="{51733CEF-7479-469B-8FDB-80E0C9EE6C23}" presName="composite" presStyleCnt="0"/>
      <dgm:spPr/>
    </dgm:pt>
    <dgm:pt modelId="{696BB70F-BC7D-4C93-A343-2981ACE6AA72}" type="pres">
      <dgm:prSet presAssocID="{51733CEF-7479-469B-8FDB-80E0C9EE6C23}" presName="imgShp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2BFBF0D9-2C33-4FDC-B44A-A9A6396B2D74}" type="pres">
      <dgm:prSet presAssocID="{51733CEF-7479-469B-8FDB-80E0C9EE6C23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1627DD7-066A-4D2F-8EE2-C3FEAF20F379}" type="pres">
      <dgm:prSet presAssocID="{85D19B4F-DBA1-4EF8-8A75-ABC4EEE6E1A9}" presName="spacing" presStyleCnt="0"/>
      <dgm:spPr/>
    </dgm:pt>
    <dgm:pt modelId="{583F5501-45D1-4690-9D0E-F440303AC0EA}" type="pres">
      <dgm:prSet presAssocID="{C4794B4D-023E-4504-AA7F-097317A34CE3}" presName="composite" presStyleCnt="0"/>
      <dgm:spPr/>
    </dgm:pt>
    <dgm:pt modelId="{42A82817-6923-4EB2-8702-594EDA5E95EC}" type="pres">
      <dgm:prSet presAssocID="{C4794B4D-023E-4504-AA7F-097317A34CE3}" presName="imgShp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0" r="-30000"/>
          </a:stretch>
        </a:blipFill>
      </dgm:spPr>
    </dgm:pt>
    <dgm:pt modelId="{ECAD9207-653D-4A99-ADF2-7A4D8C846D55}" type="pres">
      <dgm:prSet presAssocID="{C4794B4D-023E-4504-AA7F-097317A34CE3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6D2102F3-42DD-4D59-BEEE-752BAA995390}" type="presOf" srcId="{51733CEF-7479-469B-8FDB-80E0C9EE6C23}" destId="{2BFBF0D9-2C33-4FDC-B44A-A9A6396B2D74}" srcOrd="0" destOrd="0" presId="urn:microsoft.com/office/officeart/2005/8/layout/vList3"/>
    <dgm:cxn modelId="{048BBF02-035E-404B-9CF2-CED84745F982}" srcId="{2ABA43A3-B998-45F4-A93F-C937858541B7}" destId="{C4794B4D-023E-4504-AA7F-097317A34CE3}" srcOrd="2" destOrd="0" parTransId="{637747FF-366C-4EB8-82EE-F28D22F3F24F}" sibTransId="{9480E68A-D8A3-431C-A5F9-FAFE59CAA307}"/>
    <dgm:cxn modelId="{821FD3C2-5E99-4334-9FB5-D4C0D5A45807}" type="presOf" srcId="{C4794B4D-023E-4504-AA7F-097317A34CE3}" destId="{ECAD9207-653D-4A99-ADF2-7A4D8C846D55}" srcOrd="0" destOrd="0" presId="urn:microsoft.com/office/officeart/2005/8/layout/vList3"/>
    <dgm:cxn modelId="{45177D2A-578C-44E6-9A7F-17512612D3FD}" srcId="{2ABA43A3-B998-45F4-A93F-C937858541B7}" destId="{51733CEF-7479-469B-8FDB-80E0C9EE6C23}" srcOrd="1" destOrd="0" parTransId="{4B03AC75-9945-4EAE-9B9E-B92CDD15C88B}" sibTransId="{85D19B4F-DBA1-4EF8-8A75-ABC4EEE6E1A9}"/>
    <dgm:cxn modelId="{94C6CB0C-A392-4BA2-AA90-3558BD01B435}" srcId="{2ABA43A3-B998-45F4-A93F-C937858541B7}" destId="{1D4E7772-59AB-455E-851F-2315D05C2C32}" srcOrd="0" destOrd="0" parTransId="{9940163B-08F5-4E3A-AF0F-7944F084B6CD}" sibTransId="{4D7DF7CA-F388-4DAE-8D87-4D1607276B8B}"/>
    <dgm:cxn modelId="{4B6606C4-EC97-4485-BD10-6D3A6809A636}" type="presOf" srcId="{2ABA43A3-B998-45F4-A93F-C937858541B7}" destId="{62A08481-3FF1-4C13-982F-C6FDD9514D77}" srcOrd="0" destOrd="0" presId="urn:microsoft.com/office/officeart/2005/8/layout/vList3"/>
    <dgm:cxn modelId="{2BC71712-1633-4E15-AAC9-97AB232BA4D9}" type="presOf" srcId="{1D4E7772-59AB-455E-851F-2315D05C2C32}" destId="{1CBA0AFE-5D98-4A33-ACCD-A8C974783FBC}" srcOrd="0" destOrd="0" presId="urn:microsoft.com/office/officeart/2005/8/layout/vList3"/>
    <dgm:cxn modelId="{E6302947-B417-46FA-864F-065252842A62}" type="presParOf" srcId="{62A08481-3FF1-4C13-982F-C6FDD9514D77}" destId="{E5F18DDD-6212-46AE-A2A7-2CD814716799}" srcOrd="0" destOrd="0" presId="urn:microsoft.com/office/officeart/2005/8/layout/vList3"/>
    <dgm:cxn modelId="{7C0FF079-C685-4C77-93AD-D64F2014D6BC}" type="presParOf" srcId="{E5F18DDD-6212-46AE-A2A7-2CD814716799}" destId="{E2F44D99-B528-4847-ADE2-08F7C9B958D5}" srcOrd="0" destOrd="0" presId="urn:microsoft.com/office/officeart/2005/8/layout/vList3"/>
    <dgm:cxn modelId="{B9DC6A42-76B0-447B-82E0-59C8EA81A663}" type="presParOf" srcId="{E5F18DDD-6212-46AE-A2A7-2CD814716799}" destId="{1CBA0AFE-5D98-4A33-ACCD-A8C974783FBC}" srcOrd="1" destOrd="0" presId="urn:microsoft.com/office/officeart/2005/8/layout/vList3"/>
    <dgm:cxn modelId="{F93ABCB1-23DB-4010-BFAD-C480C1B4FEFF}" type="presParOf" srcId="{62A08481-3FF1-4C13-982F-C6FDD9514D77}" destId="{137D9B1D-ED8A-420B-92D9-DE46B6A8968F}" srcOrd="1" destOrd="0" presId="urn:microsoft.com/office/officeart/2005/8/layout/vList3"/>
    <dgm:cxn modelId="{AB72FF2A-6BF8-4504-8673-90E7A65F9534}" type="presParOf" srcId="{62A08481-3FF1-4C13-982F-C6FDD9514D77}" destId="{66AC1B9C-4D5F-4899-9F74-F0A318EC42D2}" srcOrd="2" destOrd="0" presId="urn:microsoft.com/office/officeart/2005/8/layout/vList3"/>
    <dgm:cxn modelId="{EE259F6B-10E9-4A16-ACAC-10CD66496DC2}" type="presParOf" srcId="{66AC1B9C-4D5F-4899-9F74-F0A318EC42D2}" destId="{696BB70F-BC7D-4C93-A343-2981ACE6AA72}" srcOrd="0" destOrd="0" presId="urn:microsoft.com/office/officeart/2005/8/layout/vList3"/>
    <dgm:cxn modelId="{720B48E0-E41D-4324-A3FD-589A37370F1B}" type="presParOf" srcId="{66AC1B9C-4D5F-4899-9F74-F0A318EC42D2}" destId="{2BFBF0D9-2C33-4FDC-B44A-A9A6396B2D74}" srcOrd="1" destOrd="0" presId="urn:microsoft.com/office/officeart/2005/8/layout/vList3"/>
    <dgm:cxn modelId="{ADA2FC01-29D2-4332-99AF-73DFACE4CB2A}" type="presParOf" srcId="{62A08481-3FF1-4C13-982F-C6FDD9514D77}" destId="{B1627DD7-066A-4D2F-8EE2-C3FEAF20F379}" srcOrd="3" destOrd="0" presId="urn:microsoft.com/office/officeart/2005/8/layout/vList3"/>
    <dgm:cxn modelId="{5F8E8C25-28C8-4752-AE70-8CD91A91ADAF}" type="presParOf" srcId="{62A08481-3FF1-4C13-982F-C6FDD9514D77}" destId="{583F5501-45D1-4690-9D0E-F440303AC0EA}" srcOrd="4" destOrd="0" presId="urn:microsoft.com/office/officeart/2005/8/layout/vList3"/>
    <dgm:cxn modelId="{4FFAD18F-5920-4918-9310-6E7E9C75D8FA}" type="presParOf" srcId="{583F5501-45D1-4690-9D0E-F440303AC0EA}" destId="{42A82817-6923-4EB2-8702-594EDA5E95EC}" srcOrd="0" destOrd="0" presId="urn:microsoft.com/office/officeart/2005/8/layout/vList3"/>
    <dgm:cxn modelId="{39F5BCA6-0429-4C4E-AEF9-A13F98995080}" type="presParOf" srcId="{583F5501-45D1-4690-9D0E-F440303AC0EA}" destId="{ECAD9207-653D-4A99-ADF2-7A4D8C846D5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17A0D3-7C8C-4790-AF36-EBD339C0CE8F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D1F1AB57-F48F-4DC5-AAE3-3D8351B1BE8B}">
      <dgm:prSet phldrT="[Texto]"/>
      <dgm:spPr/>
      <dgm:t>
        <a:bodyPr/>
        <a:lstStyle/>
        <a:p>
          <a:r>
            <a:rPr lang="es-ES" dirty="0" smtClean="0"/>
            <a:t>Despertarme</a:t>
          </a:r>
          <a:endParaRPr lang="es-ES" dirty="0"/>
        </a:p>
      </dgm:t>
    </dgm:pt>
    <dgm:pt modelId="{0BCE57DB-6AA2-4B0E-BC62-F88CCBDB94F7}" type="parTrans" cxnId="{DA9735B7-6420-4C5F-9D93-BC36928018F2}">
      <dgm:prSet/>
      <dgm:spPr/>
      <dgm:t>
        <a:bodyPr/>
        <a:lstStyle/>
        <a:p>
          <a:endParaRPr lang="es-ES"/>
        </a:p>
      </dgm:t>
    </dgm:pt>
    <dgm:pt modelId="{AABB6E08-4765-4FE2-80DD-5AA0023B92BF}" type="sibTrans" cxnId="{DA9735B7-6420-4C5F-9D93-BC36928018F2}">
      <dgm:prSet/>
      <dgm:spPr/>
      <dgm:t>
        <a:bodyPr/>
        <a:lstStyle/>
        <a:p>
          <a:endParaRPr lang="es-ES"/>
        </a:p>
      </dgm:t>
    </dgm:pt>
    <dgm:pt modelId="{F7FD3929-E02A-4887-BC54-D8F3D3CCF54D}">
      <dgm:prSet phldrT="[Texto]"/>
      <dgm:spPr/>
      <dgm:t>
        <a:bodyPr/>
        <a:lstStyle/>
        <a:p>
          <a:r>
            <a:rPr lang="es-ES" dirty="0" smtClean="0"/>
            <a:t>Ir al instituto</a:t>
          </a:r>
          <a:endParaRPr lang="es-ES" dirty="0"/>
        </a:p>
      </dgm:t>
    </dgm:pt>
    <dgm:pt modelId="{FA199AD7-6129-4FD7-A2B7-32880A663223}" type="parTrans" cxnId="{9F1BDE63-5A80-45B5-A7DD-98EDE3E4AA5D}">
      <dgm:prSet/>
      <dgm:spPr/>
      <dgm:t>
        <a:bodyPr/>
        <a:lstStyle/>
        <a:p>
          <a:endParaRPr lang="es-ES"/>
        </a:p>
      </dgm:t>
    </dgm:pt>
    <dgm:pt modelId="{87953141-6552-4859-8C93-61642C4DC84F}" type="sibTrans" cxnId="{9F1BDE63-5A80-45B5-A7DD-98EDE3E4AA5D}">
      <dgm:prSet/>
      <dgm:spPr/>
      <dgm:t>
        <a:bodyPr/>
        <a:lstStyle/>
        <a:p>
          <a:endParaRPr lang="es-ES"/>
        </a:p>
      </dgm:t>
    </dgm:pt>
    <dgm:pt modelId="{71ABA3AC-5BC9-459F-892F-EAE9CDAF24ED}">
      <dgm:prSet phldrT="[Texto]"/>
      <dgm:spPr/>
      <dgm:t>
        <a:bodyPr/>
        <a:lstStyle/>
        <a:p>
          <a:r>
            <a:rPr lang="es-ES" dirty="0" smtClean="0"/>
            <a:t>Ir a casa</a:t>
          </a:r>
          <a:endParaRPr lang="es-ES" dirty="0"/>
        </a:p>
      </dgm:t>
    </dgm:pt>
    <dgm:pt modelId="{84643430-028D-4903-8D11-EFED88A35203}" type="parTrans" cxnId="{8C2E04B0-FA1F-4BBB-AEFD-EA2468B0C461}">
      <dgm:prSet/>
      <dgm:spPr/>
      <dgm:t>
        <a:bodyPr/>
        <a:lstStyle/>
        <a:p>
          <a:endParaRPr lang="es-ES"/>
        </a:p>
      </dgm:t>
    </dgm:pt>
    <dgm:pt modelId="{05303D64-5F71-4BE2-8631-0D49D8A49AED}" type="sibTrans" cxnId="{8C2E04B0-FA1F-4BBB-AEFD-EA2468B0C461}">
      <dgm:prSet/>
      <dgm:spPr/>
      <dgm:t>
        <a:bodyPr/>
        <a:lstStyle/>
        <a:p>
          <a:endParaRPr lang="es-ES"/>
        </a:p>
      </dgm:t>
    </dgm:pt>
    <dgm:pt modelId="{5B8A6EE4-23C7-4505-9AD9-873086E3E2C6}">
      <dgm:prSet phldrT="[Texto]"/>
      <dgm:spPr/>
      <dgm:t>
        <a:bodyPr/>
        <a:lstStyle/>
        <a:p>
          <a:r>
            <a:rPr lang="es-ES" dirty="0" smtClean="0"/>
            <a:t>Comer</a:t>
          </a:r>
          <a:endParaRPr lang="es-ES" dirty="0"/>
        </a:p>
      </dgm:t>
    </dgm:pt>
    <dgm:pt modelId="{80D456DE-36E0-4CCA-A25E-14F43D15407A}" type="parTrans" cxnId="{BF2090C7-E11C-4F7B-8142-3CF16351D9E7}">
      <dgm:prSet/>
      <dgm:spPr/>
      <dgm:t>
        <a:bodyPr/>
        <a:lstStyle/>
        <a:p>
          <a:endParaRPr lang="es-ES"/>
        </a:p>
      </dgm:t>
    </dgm:pt>
    <dgm:pt modelId="{479EDC00-BA65-40FF-84CA-CEFDC155B66C}" type="sibTrans" cxnId="{BF2090C7-E11C-4F7B-8142-3CF16351D9E7}">
      <dgm:prSet/>
      <dgm:spPr/>
      <dgm:t>
        <a:bodyPr/>
        <a:lstStyle/>
        <a:p>
          <a:endParaRPr lang="es-ES"/>
        </a:p>
      </dgm:t>
    </dgm:pt>
    <dgm:pt modelId="{EC2180C2-21F9-4A35-AB3F-8709A5EF5F38}">
      <dgm:prSet phldrT="[Texto]"/>
      <dgm:spPr/>
      <dgm:t>
        <a:bodyPr/>
        <a:lstStyle/>
        <a:p>
          <a:r>
            <a:rPr lang="es-ES" dirty="0" smtClean="0"/>
            <a:t>Dormir</a:t>
          </a:r>
          <a:endParaRPr lang="es-ES" dirty="0"/>
        </a:p>
      </dgm:t>
    </dgm:pt>
    <dgm:pt modelId="{8810DAF6-C273-4640-BA38-0B89D3BE125C}" type="parTrans" cxnId="{F4DABED8-E162-4517-91E0-E8F75130039C}">
      <dgm:prSet/>
      <dgm:spPr/>
      <dgm:t>
        <a:bodyPr/>
        <a:lstStyle/>
        <a:p>
          <a:endParaRPr lang="es-ES"/>
        </a:p>
      </dgm:t>
    </dgm:pt>
    <dgm:pt modelId="{A6746E1A-2025-45E9-B19B-FD2FB3F1CEFF}" type="sibTrans" cxnId="{F4DABED8-E162-4517-91E0-E8F75130039C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endParaRPr lang="es-ES"/>
        </a:p>
      </dgm:t>
    </dgm:pt>
    <dgm:pt modelId="{E7BAAAE3-70B8-475F-99D6-018D6CD7B128}" type="pres">
      <dgm:prSet presAssocID="{2917A0D3-7C8C-4790-AF36-EBD339C0CE8F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F0430BF-CF86-4CEE-876E-EFF804E08276}" type="pres">
      <dgm:prSet presAssocID="{D1F1AB57-F48F-4DC5-AAE3-3D8351B1BE8B}" presName="dummy" presStyleCnt="0"/>
      <dgm:spPr/>
    </dgm:pt>
    <dgm:pt modelId="{24A25548-EFF2-4343-BFDD-C74BEE5A18E0}" type="pres">
      <dgm:prSet presAssocID="{D1F1AB57-F48F-4DC5-AAE3-3D8351B1BE8B}" presName="node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A186728-F11B-4013-BEA7-393E645EFE71}" type="pres">
      <dgm:prSet presAssocID="{AABB6E08-4765-4FE2-80DD-5AA0023B92BF}" presName="sibTrans" presStyleLbl="node1" presStyleIdx="0" presStyleCnt="5"/>
      <dgm:spPr/>
      <dgm:t>
        <a:bodyPr/>
        <a:lstStyle/>
        <a:p>
          <a:endParaRPr lang="es-ES"/>
        </a:p>
      </dgm:t>
    </dgm:pt>
    <dgm:pt modelId="{A33FB7DD-81F6-4B7D-9B1C-E04558F59F82}" type="pres">
      <dgm:prSet presAssocID="{F7FD3929-E02A-4887-BC54-D8F3D3CCF54D}" presName="dummy" presStyleCnt="0"/>
      <dgm:spPr/>
    </dgm:pt>
    <dgm:pt modelId="{A9FFB3D4-6316-4BB9-9A33-8B7DBEE851AA}" type="pres">
      <dgm:prSet presAssocID="{F7FD3929-E02A-4887-BC54-D8F3D3CCF54D}" presName="node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F395F85-CD2A-4A94-883E-BF3AEFC75F76}" type="pres">
      <dgm:prSet presAssocID="{87953141-6552-4859-8C93-61642C4DC84F}" presName="sibTrans" presStyleLbl="node1" presStyleIdx="1" presStyleCnt="5"/>
      <dgm:spPr/>
      <dgm:t>
        <a:bodyPr/>
        <a:lstStyle/>
        <a:p>
          <a:endParaRPr lang="es-ES"/>
        </a:p>
      </dgm:t>
    </dgm:pt>
    <dgm:pt modelId="{CE601570-B9F3-425E-9899-39B1E2E532F1}" type="pres">
      <dgm:prSet presAssocID="{71ABA3AC-5BC9-459F-892F-EAE9CDAF24ED}" presName="dummy" presStyleCnt="0"/>
      <dgm:spPr/>
    </dgm:pt>
    <dgm:pt modelId="{C359F70B-908E-42F2-9F7D-BB1542B58278}" type="pres">
      <dgm:prSet presAssocID="{71ABA3AC-5BC9-459F-892F-EAE9CDAF24ED}" presName="node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733C1D3-79A6-45ED-AC0A-1C98E62C2511}" type="pres">
      <dgm:prSet presAssocID="{05303D64-5F71-4BE2-8631-0D49D8A49AED}" presName="sibTrans" presStyleLbl="node1" presStyleIdx="2" presStyleCnt="5"/>
      <dgm:spPr/>
      <dgm:t>
        <a:bodyPr/>
        <a:lstStyle/>
        <a:p>
          <a:endParaRPr lang="es-ES"/>
        </a:p>
      </dgm:t>
    </dgm:pt>
    <dgm:pt modelId="{984BA3BA-AF7E-4506-AC5A-3D9969E4F891}" type="pres">
      <dgm:prSet presAssocID="{5B8A6EE4-23C7-4505-9AD9-873086E3E2C6}" presName="dummy" presStyleCnt="0"/>
      <dgm:spPr/>
    </dgm:pt>
    <dgm:pt modelId="{11CF0F8D-7A27-43A9-9D45-60D6BD831639}" type="pres">
      <dgm:prSet presAssocID="{5B8A6EE4-23C7-4505-9AD9-873086E3E2C6}" presName="node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A28E482-3789-46D4-85B6-B70213D1BF62}" type="pres">
      <dgm:prSet presAssocID="{479EDC00-BA65-40FF-84CA-CEFDC155B66C}" presName="sibTrans" presStyleLbl="node1" presStyleIdx="3" presStyleCnt="5"/>
      <dgm:spPr/>
      <dgm:t>
        <a:bodyPr/>
        <a:lstStyle/>
        <a:p>
          <a:endParaRPr lang="es-ES"/>
        </a:p>
      </dgm:t>
    </dgm:pt>
    <dgm:pt modelId="{AD4FA3CB-C9E8-49BF-96D4-3765F3553EB5}" type="pres">
      <dgm:prSet presAssocID="{EC2180C2-21F9-4A35-AB3F-8709A5EF5F38}" presName="dummy" presStyleCnt="0"/>
      <dgm:spPr/>
    </dgm:pt>
    <dgm:pt modelId="{5D1BDF37-22F8-4088-A1CA-855EE411FE14}" type="pres">
      <dgm:prSet presAssocID="{EC2180C2-21F9-4A35-AB3F-8709A5EF5F38}" presName="nod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F9BB77B-735C-48C0-9561-06CCDDC34328}" type="pres">
      <dgm:prSet presAssocID="{A6746E1A-2025-45E9-B19B-FD2FB3F1CEFF}" presName="sibTrans" presStyleLbl="node1" presStyleIdx="4" presStyleCnt="5"/>
      <dgm:spPr/>
      <dgm:t>
        <a:bodyPr/>
        <a:lstStyle/>
        <a:p>
          <a:endParaRPr lang="es-ES"/>
        </a:p>
      </dgm:t>
    </dgm:pt>
  </dgm:ptLst>
  <dgm:cxnLst>
    <dgm:cxn modelId="{EE85B107-9479-4EB7-8CA4-87C877B2E2A1}" type="presOf" srcId="{87953141-6552-4859-8C93-61642C4DC84F}" destId="{FF395F85-CD2A-4A94-883E-BF3AEFC75F76}" srcOrd="0" destOrd="0" presId="urn:microsoft.com/office/officeart/2005/8/layout/cycle1"/>
    <dgm:cxn modelId="{F4DABED8-E162-4517-91E0-E8F75130039C}" srcId="{2917A0D3-7C8C-4790-AF36-EBD339C0CE8F}" destId="{EC2180C2-21F9-4A35-AB3F-8709A5EF5F38}" srcOrd="4" destOrd="0" parTransId="{8810DAF6-C273-4640-BA38-0B89D3BE125C}" sibTransId="{A6746E1A-2025-45E9-B19B-FD2FB3F1CEFF}"/>
    <dgm:cxn modelId="{8C2E04B0-FA1F-4BBB-AEFD-EA2468B0C461}" srcId="{2917A0D3-7C8C-4790-AF36-EBD339C0CE8F}" destId="{71ABA3AC-5BC9-459F-892F-EAE9CDAF24ED}" srcOrd="2" destOrd="0" parTransId="{84643430-028D-4903-8D11-EFED88A35203}" sibTransId="{05303D64-5F71-4BE2-8631-0D49D8A49AED}"/>
    <dgm:cxn modelId="{ACF84793-1158-437A-86BC-5BCB27677594}" type="presOf" srcId="{F7FD3929-E02A-4887-BC54-D8F3D3CCF54D}" destId="{A9FFB3D4-6316-4BB9-9A33-8B7DBEE851AA}" srcOrd="0" destOrd="0" presId="urn:microsoft.com/office/officeart/2005/8/layout/cycle1"/>
    <dgm:cxn modelId="{DA9735B7-6420-4C5F-9D93-BC36928018F2}" srcId="{2917A0D3-7C8C-4790-AF36-EBD339C0CE8F}" destId="{D1F1AB57-F48F-4DC5-AAE3-3D8351B1BE8B}" srcOrd="0" destOrd="0" parTransId="{0BCE57DB-6AA2-4B0E-BC62-F88CCBDB94F7}" sibTransId="{AABB6E08-4765-4FE2-80DD-5AA0023B92BF}"/>
    <dgm:cxn modelId="{E72354D5-183E-4E17-A660-49CE9D048DEB}" type="presOf" srcId="{EC2180C2-21F9-4A35-AB3F-8709A5EF5F38}" destId="{5D1BDF37-22F8-4088-A1CA-855EE411FE14}" srcOrd="0" destOrd="0" presId="urn:microsoft.com/office/officeart/2005/8/layout/cycle1"/>
    <dgm:cxn modelId="{BF2090C7-E11C-4F7B-8142-3CF16351D9E7}" srcId="{2917A0D3-7C8C-4790-AF36-EBD339C0CE8F}" destId="{5B8A6EE4-23C7-4505-9AD9-873086E3E2C6}" srcOrd="3" destOrd="0" parTransId="{80D456DE-36E0-4CCA-A25E-14F43D15407A}" sibTransId="{479EDC00-BA65-40FF-84CA-CEFDC155B66C}"/>
    <dgm:cxn modelId="{A20B8CD9-99D0-4EC4-9F4F-7E4388B74127}" type="presOf" srcId="{AABB6E08-4765-4FE2-80DD-5AA0023B92BF}" destId="{5A186728-F11B-4013-BEA7-393E645EFE71}" srcOrd="0" destOrd="0" presId="urn:microsoft.com/office/officeart/2005/8/layout/cycle1"/>
    <dgm:cxn modelId="{5475FA4E-D8DE-4757-81D5-CAA4D5DA6C3E}" type="presOf" srcId="{71ABA3AC-5BC9-459F-892F-EAE9CDAF24ED}" destId="{C359F70B-908E-42F2-9F7D-BB1542B58278}" srcOrd="0" destOrd="0" presId="urn:microsoft.com/office/officeart/2005/8/layout/cycle1"/>
    <dgm:cxn modelId="{EB5DB557-3308-4629-A3EF-1E9EFB87F0C3}" type="presOf" srcId="{05303D64-5F71-4BE2-8631-0D49D8A49AED}" destId="{6733C1D3-79A6-45ED-AC0A-1C98E62C2511}" srcOrd="0" destOrd="0" presId="urn:microsoft.com/office/officeart/2005/8/layout/cycle1"/>
    <dgm:cxn modelId="{2153720F-724B-480E-A7B8-C9C55B57A971}" type="presOf" srcId="{2917A0D3-7C8C-4790-AF36-EBD339C0CE8F}" destId="{E7BAAAE3-70B8-475F-99D6-018D6CD7B128}" srcOrd="0" destOrd="0" presId="urn:microsoft.com/office/officeart/2005/8/layout/cycle1"/>
    <dgm:cxn modelId="{19653F7A-5D81-4826-A954-9B0E8782DE2D}" type="presOf" srcId="{D1F1AB57-F48F-4DC5-AAE3-3D8351B1BE8B}" destId="{24A25548-EFF2-4343-BFDD-C74BEE5A18E0}" srcOrd="0" destOrd="0" presId="urn:microsoft.com/office/officeart/2005/8/layout/cycle1"/>
    <dgm:cxn modelId="{AD445168-A800-4D7F-981F-96CCC14A3DD4}" type="presOf" srcId="{5B8A6EE4-23C7-4505-9AD9-873086E3E2C6}" destId="{11CF0F8D-7A27-43A9-9D45-60D6BD831639}" srcOrd="0" destOrd="0" presId="urn:microsoft.com/office/officeart/2005/8/layout/cycle1"/>
    <dgm:cxn modelId="{2B0B9CB0-D474-455D-962E-0A77F304016B}" type="presOf" srcId="{479EDC00-BA65-40FF-84CA-CEFDC155B66C}" destId="{3A28E482-3789-46D4-85B6-B70213D1BF62}" srcOrd="0" destOrd="0" presId="urn:microsoft.com/office/officeart/2005/8/layout/cycle1"/>
    <dgm:cxn modelId="{D463C710-2975-43D4-8305-1AFE222CB2D3}" type="presOf" srcId="{A6746E1A-2025-45E9-B19B-FD2FB3F1CEFF}" destId="{3F9BB77B-735C-48C0-9561-06CCDDC34328}" srcOrd="0" destOrd="0" presId="urn:microsoft.com/office/officeart/2005/8/layout/cycle1"/>
    <dgm:cxn modelId="{9F1BDE63-5A80-45B5-A7DD-98EDE3E4AA5D}" srcId="{2917A0D3-7C8C-4790-AF36-EBD339C0CE8F}" destId="{F7FD3929-E02A-4887-BC54-D8F3D3CCF54D}" srcOrd="1" destOrd="0" parTransId="{FA199AD7-6129-4FD7-A2B7-32880A663223}" sibTransId="{87953141-6552-4859-8C93-61642C4DC84F}"/>
    <dgm:cxn modelId="{231EAA76-5918-4C09-B564-25C25ABC3E8C}" type="presParOf" srcId="{E7BAAAE3-70B8-475F-99D6-018D6CD7B128}" destId="{3F0430BF-CF86-4CEE-876E-EFF804E08276}" srcOrd="0" destOrd="0" presId="urn:microsoft.com/office/officeart/2005/8/layout/cycle1"/>
    <dgm:cxn modelId="{4E62A53E-FB93-4E67-8636-667E112C2E98}" type="presParOf" srcId="{E7BAAAE3-70B8-475F-99D6-018D6CD7B128}" destId="{24A25548-EFF2-4343-BFDD-C74BEE5A18E0}" srcOrd="1" destOrd="0" presId="urn:microsoft.com/office/officeart/2005/8/layout/cycle1"/>
    <dgm:cxn modelId="{35DC3951-7668-4E63-97A2-0FD1D65F54A6}" type="presParOf" srcId="{E7BAAAE3-70B8-475F-99D6-018D6CD7B128}" destId="{5A186728-F11B-4013-BEA7-393E645EFE71}" srcOrd="2" destOrd="0" presId="urn:microsoft.com/office/officeart/2005/8/layout/cycle1"/>
    <dgm:cxn modelId="{C17EB3F4-391B-4DA6-B482-AB31AAA12F56}" type="presParOf" srcId="{E7BAAAE3-70B8-475F-99D6-018D6CD7B128}" destId="{A33FB7DD-81F6-4B7D-9B1C-E04558F59F82}" srcOrd="3" destOrd="0" presId="urn:microsoft.com/office/officeart/2005/8/layout/cycle1"/>
    <dgm:cxn modelId="{42762DAD-C576-4C33-9F7F-6AC29E5B0C4E}" type="presParOf" srcId="{E7BAAAE3-70B8-475F-99D6-018D6CD7B128}" destId="{A9FFB3D4-6316-4BB9-9A33-8B7DBEE851AA}" srcOrd="4" destOrd="0" presId="urn:microsoft.com/office/officeart/2005/8/layout/cycle1"/>
    <dgm:cxn modelId="{A9806DAB-DC6A-4AD8-9317-D134587A42C0}" type="presParOf" srcId="{E7BAAAE3-70B8-475F-99D6-018D6CD7B128}" destId="{FF395F85-CD2A-4A94-883E-BF3AEFC75F76}" srcOrd="5" destOrd="0" presId="urn:microsoft.com/office/officeart/2005/8/layout/cycle1"/>
    <dgm:cxn modelId="{9843F68E-C548-41E9-98F7-BE08A42BD8DD}" type="presParOf" srcId="{E7BAAAE3-70B8-475F-99D6-018D6CD7B128}" destId="{CE601570-B9F3-425E-9899-39B1E2E532F1}" srcOrd="6" destOrd="0" presId="urn:microsoft.com/office/officeart/2005/8/layout/cycle1"/>
    <dgm:cxn modelId="{B07277AA-8A26-47E7-9DBC-21ACB17FAF99}" type="presParOf" srcId="{E7BAAAE3-70B8-475F-99D6-018D6CD7B128}" destId="{C359F70B-908E-42F2-9F7D-BB1542B58278}" srcOrd="7" destOrd="0" presId="urn:microsoft.com/office/officeart/2005/8/layout/cycle1"/>
    <dgm:cxn modelId="{0F66BF53-987C-4BE6-813D-B8C04C9E4282}" type="presParOf" srcId="{E7BAAAE3-70B8-475F-99D6-018D6CD7B128}" destId="{6733C1D3-79A6-45ED-AC0A-1C98E62C2511}" srcOrd="8" destOrd="0" presId="urn:microsoft.com/office/officeart/2005/8/layout/cycle1"/>
    <dgm:cxn modelId="{D8EED942-F3AA-4943-A0E7-8B1CB104274E}" type="presParOf" srcId="{E7BAAAE3-70B8-475F-99D6-018D6CD7B128}" destId="{984BA3BA-AF7E-4506-AC5A-3D9969E4F891}" srcOrd="9" destOrd="0" presId="urn:microsoft.com/office/officeart/2005/8/layout/cycle1"/>
    <dgm:cxn modelId="{649E5E7A-82D6-4425-98A8-AC2798F80D90}" type="presParOf" srcId="{E7BAAAE3-70B8-475F-99D6-018D6CD7B128}" destId="{11CF0F8D-7A27-43A9-9D45-60D6BD831639}" srcOrd="10" destOrd="0" presId="urn:microsoft.com/office/officeart/2005/8/layout/cycle1"/>
    <dgm:cxn modelId="{86A4BA47-9223-4EAB-B59E-778090CB2299}" type="presParOf" srcId="{E7BAAAE3-70B8-475F-99D6-018D6CD7B128}" destId="{3A28E482-3789-46D4-85B6-B70213D1BF62}" srcOrd="11" destOrd="0" presId="urn:microsoft.com/office/officeart/2005/8/layout/cycle1"/>
    <dgm:cxn modelId="{25574EBA-856C-47DE-B354-6109E9D78346}" type="presParOf" srcId="{E7BAAAE3-70B8-475F-99D6-018D6CD7B128}" destId="{AD4FA3CB-C9E8-49BF-96D4-3765F3553EB5}" srcOrd="12" destOrd="0" presId="urn:microsoft.com/office/officeart/2005/8/layout/cycle1"/>
    <dgm:cxn modelId="{0DB46EE9-DEE0-403E-ACE4-6F32A48CC01F}" type="presParOf" srcId="{E7BAAAE3-70B8-475F-99D6-018D6CD7B128}" destId="{5D1BDF37-22F8-4088-A1CA-855EE411FE14}" srcOrd="13" destOrd="0" presId="urn:microsoft.com/office/officeart/2005/8/layout/cycle1"/>
    <dgm:cxn modelId="{73968BD9-868A-494D-B92A-1C48D8012F5D}" type="presParOf" srcId="{E7BAAAE3-70B8-475F-99D6-018D6CD7B128}" destId="{3F9BB77B-735C-48C0-9561-06CCDDC34328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BA0AFE-5D98-4A33-ACCD-A8C974783FBC}">
      <dsp:nvSpPr>
        <dsp:cNvPr id="0" name=""/>
        <dsp:cNvSpPr/>
      </dsp:nvSpPr>
      <dsp:spPr>
        <a:xfrm rot="10800000">
          <a:off x="1786889" y="3386"/>
          <a:ext cx="5405120" cy="1701800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0447" tIns="99060" rIns="184912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600" kern="1200" dirty="0"/>
            <a:t>1ª diapositiva: con SmartArt. Un ciclo: algo que se repite en tu vida</a:t>
          </a:r>
        </a:p>
      </dsp:txBody>
      <dsp:txXfrm rot="10800000">
        <a:off x="2212339" y="3386"/>
        <a:ext cx="4979670" cy="1701800"/>
      </dsp:txXfrm>
    </dsp:sp>
    <dsp:sp modelId="{E2F44D99-B528-4847-ADE2-08F7C9B958D5}">
      <dsp:nvSpPr>
        <dsp:cNvPr id="0" name=""/>
        <dsp:cNvSpPr/>
      </dsp:nvSpPr>
      <dsp:spPr>
        <a:xfrm>
          <a:off x="935989" y="3386"/>
          <a:ext cx="1701800" cy="170180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BF0D9-2C33-4FDC-B44A-A9A6396B2D74}">
      <dsp:nvSpPr>
        <dsp:cNvPr id="0" name=""/>
        <dsp:cNvSpPr/>
      </dsp:nvSpPr>
      <dsp:spPr>
        <a:xfrm rot="10800000">
          <a:off x="1786889" y="2213187"/>
          <a:ext cx="5405120" cy="1701800"/>
        </a:xfrm>
        <a:prstGeom prst="homePlat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0447" tIns="99060" rIns="184912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600" kern="1200" dirty="0"/>
            <a:t>2ª diapositiva: Una presentación de tus tres mejores amigos /series TV/asignaturas</a:t>
          </a:r>
        </a:p>
      </dsp:txBody>
      <dsp:txXfrm rot="10800000">
        <a:off x="2212339" y="2213187"/>
        <a:ext cx="4979670" cy="1701800"/>
      </dsp:txXfrm>
    </dsp:sp>
    <dsp:sp modelId="{696BB70F-BC7D-4C93-A343-2981ACE6AA72}">
      <dsp:nvSpPr>
        <dsp:cNvPr id="0" name=""/>
        <dsp:cNvSpPr/>
      </dsp:nvSpPr>
      <dsp:spPr>
        <a:xfrm>
          <a:off x="935989" y="2213187"/>
          <a:ext cx="1701800" cy="1701800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AD9207-653D-4A99-ADF2-7A4D8C846D55}">
      <dsp:nvSpPr>
        <dsp:cNvPr id="0" name=""/>
        <dsp:cNvSpPr/>
      </dsp:nvSpPr>
      <dsp:spPr>
        <a:xfrm rot="10800000">
          <a:off x="1786889" y="4422987"/>
          <a:ext cx="5405120" cy="1701800"/>
        </a:xfrm>
        <a:prstGeom prst="homePlate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0447" tIns="99060" rIns="184912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600" kern="1200" dirty="0"/>
            <a:t>3ª diapositiva: Infografía con estadísticas. Ver instrucciones en diapositivas </a:t>
          </a:r>
          <a:r>
            <a:rPr lang="es-ES" sz="2600" kern="1200" dirty="0" err="1"/>
            <a:t>sigueintes</a:t>
          </a:r>
          <a:endParaRPr lang="es-ES" sz="2600" kern="1200" dirty="0"/>
        </a:p>
      </dsp:txBody>
      <dsp:txXfrm rot="10800000">
        <a:off x="2212339" y="4422987"/>
        <a:ext cx="4979670" cy="1701800"/>
      </dsp:txXfrm>
    </dsp:sp>
    <dsp:sp modelId="{42A82817-6923-4EB2-8702-594EDA5E95EC}">
      <dsp:nvSpPr>
        <dsp:cNvPr id="0" name=""/>
        <dsp:cNvSpPr/>
      </dsp:nvSpPr>
      <dsp:spPr>
        <a:xfrm>
          <a:off x="935989" y="4422987"/>
          <a:ext cx="1701800" cy="1701800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0" r="-3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A25548-EFF2-4343-BFDD-C74BEE5A18E0}">
      <dsp:nvSpPr>
        <dsp:cNvPr id="0" name=""/>
        <dsp:cNvSpPr/>
      </dsp:nvSpPr>
      <dsp:spPr>
        <a:xfrm>
          <a:off x="4704665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Despertarme</a:t>
          </a:r>
          <a:endParaRPr lang="es-ES" sz="1900" kern="1200" dirty="0"/>
        </a:p>
      </dsp:txBody>
      <dsp:txXfrm>
        <a:off x="4704665" y="39140"/>
        <a:ext cx="1341437" cy="1341437"/>
      </dsp:txXfrm>
    </dsp:sp>
    <dsp:sp modelId="{5A186728-F11B-4013-BEA7-393E645EFE71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21292825"/>
            <a:gd name="adj4" fmla="val 19766604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FFB3D4-6316-4BB9-9A33-8B7DBEE851AA}">
      <dsp:nvSpPr>
        <dsp:cNvPr id="0" name=""/>
        <dsp:cNvSpPr/>
      </dsp:nvSpPr>
      <dsp:spPr>
        <a:xfrm>
          <a:off x="5515145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Ir al instituto</a:t>
          </a:r>
          <a:endParaRPr lang="es-ES" sz="1900" kern="1200" dirty="0"/>
        </a:p>
      </dsp:txBody>
      <dsp:txXfrm>
        <a:off x="5515145" y="2533541"/>
        <a:ext cx="1341437" cy="1341437"/>
      </dsp:txXfrm>
    </dsp:sp>
    <dsp:sp modelId="{FF395F85-CD2A-4A94-883E-BF3AEFC75F76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4014266"/>
            <a:gd name="adj4" fmla="val 2253829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59F70B-908E-42F2-9F7D-BB1542B58278}">
      <dsp:nvSpPr>
        <dsp:cNvPr id="0" name=""/>
        <dsp:cNvSpPr/>
      </dsp:nvSpPr>
      <dsp:spPr>
        <a:xfrm>
          <a:off x="3393281" y="4075166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Ir a casa</a:t>
          </a:r>
          <a:endParaRPr lang="es-ES" sz="1900" kern="1200" dirty="0"/>
        </a:p>
      </dsp:txBody>
      <dsp:txXfrm>
        <a:off x="3393281" y="4075166"/>
        <a:ext cx="1341437" cy="1341437"/>
      </dsp:txXfrm>
    </dsp:sp>
    <dsp:sp modelId="{6733C1D3-79A6-45ED-AC0A-1C98E62C2511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8210155"/>
            <a:gd name="adj4" fmla="val 6449719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CF0F8D-7A27-43A9-9D45-60D6BD831639}">
      <dsp:nvSpPr>
        <dsp:cNvPr id="0" name=""/>
        <dsp:cNvSpPr/>
      </dsp:nvSpPr>
      <dsp:spPr>
        <a:xfrm>
          <a:off x="1271416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Comer</a:t>
          </a:r>
          <a:endParaRPr lang="es-ES" sz="1900" kern="1200" dirty="0"/>
        </a:p>
      </dsp:txBody>
      <dsp:txXfrm>
        <a:off x="1271416" y="2533541"/>
        <a:ext cx="1341437" cy="1341437"/>
      </dsp:txXfrm>
    </dsp:sp>
    <dsp:sp modelId="{3A28E482-3789-46D4-85B6-B70213D1BF62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2297380"/>
            <a:gd name="adj4" fmla="val 10771160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BDF37-22F8-4088-A1CA-855EE411FE14}">
      <dsp:nvSpPr>
        <dsp:cNvPr id="0" name=""/>
        <dsp:cNvSpPr/>
      </dsp:nvSpPr>
      <dsp:spPr>
        <a:xfrm>
          <a:off x="2081896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Dormir</a:t>
          </a:r>
          <a:endParaRPr lang="es-ES" sz="1900" kern="1200" dirty="0"/>
        </a:p>
      </dsp:txBody>
      <dsp:txXfrm>
        <a:off x="2081896" y="39140"/>
        <a:ext cx="1341437" cy="1341437"/>
      </dsp:txXfrm>
    </dsp:sp>
    <dsp:sp modelId="{3F9BB77B-735C-48C0-9561-06CCDDC34328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6865256"/>
            <a:gd name="adj4" fmla="val 15198729"/>
            <a:gd name="adj5" fmla="val 6068"/>
          </a:avLst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8FEEB3-69DD-45BE-81C4-2CEB3D1FC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87E45A-CB7D-4058-805F-9EFB57C6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A1F978-1E10-4448-B6B6-9828B91FD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287A2-E34F-4B22-8AED-14DD8CB96201}" type="datetimeFigureOut">
              <a:rPr lang="es-ES" smtClean="0"/>
              <a:t>14/01/2024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4E25BE-FA60-43FC-909E-BC5B09095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C27A03-ADCA-47C8-96E2-6A93AF530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07CD-01CC-42E6-975E-A806C8FD6E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2238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33E30-65C8-48DB-A18C-5F4FF701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82A573-C7D3-423B-8F94-CC02C15CB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9E41D5-47C7-46EE-9D09-AFC98D19B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287A2-E34F-4B22-8AED-14DD8CB96201}" type="datetimeFigureOut">
              <a:rPr lang="es-ES" smtClean="0"/>
              <a:t>14/01/2024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585491-0E7E-4A62-B51A-50F44787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BC3751-B492-4A12-BF91-FAE467AD0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07CD-01CC-42E6-975E-A806C8FD6E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2645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238D7-CE63-45CE-AB1D-FD84E25CB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06D45C-3E7D-4D1A-91A9-9A3783A42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DC1065-DEC9-4800-B065-62DF97EA9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287A2-E34F-4B22-8AED-14DD8CB96201}" type="datetimeFigureOut">
              <a:rPr lang="es-ES" smtClean="0"/>
              <a:t>14/01/2024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509152-0FD7-412E-9A85-1A14F7DA7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31D54D-050B-4338-AAAA-46E631F8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07CD-01CC-42E6-975E-A806C8FD6E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10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A2991-3EF7-4C39-B718-482802D4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734EDD-DA17-479B-85BA-3783AC020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44324F-0FFB-47A3-BAFA-0FB66CF60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618204-E1DF-4289-9B81-8D14C417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287A2-E34F-4B22-8AED-14DD8CB96201}" type="datetimeFigureOut">
              <a:rPr lang="es-ES" smtClean="0"/>
              <a:t>14/01/2024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7B8EFB-2113-4133-9EE1-906A56554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B9676D-4F29-4E99-B6A9-59BB8924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07CD-01CC-42E6-975E-A806C8FD6E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395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55EA7-AD34-4101-B8E1-21F39C8D3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0C2F33-7DEE-4A32-8E2B-F054820B5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A7FD95-36BC-4A59-8474-F48829726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D97448-8AB8-402B-91A2-44520FD4C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69CFD22-43AA-47EF-ADB0-60A1D6405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F12F5F-E537-429B-864D-75C1F309C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287A2-E34F-4B22-8AED-14DD8CB96201}" type="datetimeFigureOut">
              <a:rPr lang="es-ES" smtClean="0"/>
              <a:t>14/01/2024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984F570-A2B7-418F-843C-CA7208350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CB020C1-C002-464F-BF10-CFFAE460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07CD-01CC-42E6-975E-A806C8FD6E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2239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83580-AC03-4792-9042-0D6F79DB6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152A9BC-604E-454E-AE5B-DCC5648DF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287A2-E34F-4B22-8AED-14DD8CB96201}" type="datetimeFigureOut">
              <a:rPr lang="es-ES" smtClean="0"/>
              <a:t>14/01/2024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1E0B1C9-27A5-4813-84FD-0111A1DAC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2380EE-79E6-4600-932F-BA45F664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07CD-01CC-42E6-975E-A806C8FD6E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91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8DB84BA-A510-4031-A72C-13EDEF9EC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287A2-E34F-4B22-8AED-14DD8CB96201}" type="datetimeFigureOut">
              <a:rPr lang="es-ES" smtClean="0"/>
              <a:t>14/01/2024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16BC5BD-80C7-46F0-9C53-AF77C5306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3F7D93-2A33-44AB-B37F-54285AC11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07CD-01CC-42E6-975E-A806C8FD6E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9189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6126E-66FD-41D3-A922-E3DF2D4BA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E09ED1-F0B7-4F5E-8476-F1081D85D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2B9C1C9-164F-46D1-AC87-5C564B673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C0D69E-C67E-43DF-8DE0-1126BCD86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287A2-E34F-4B22-8AED-14DD8CB96201}" type="datetimeFigureOut">
              <a:rPr lang="es-ES" smtClean="0"/>
              <a:t>14/01/2024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B2BEFB-606B-4E1E-B4E8-DAF79DC7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C11125-CCED-441B-9191-935A8E871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07CD-01CC-42E6-975E-A806C8FD6E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5841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7571F-E8D8-4870-9EC4-19274F2E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025CF85-2D57-41FD-B647-0156F3FDF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BBF4EA-F0CE-49C8-8ABB-A5CD4E79A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202024-03A2-46F3-A5EF-840146B6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287A2-E34F-4B22-8AED-14DD8CB96201}" type="datetimeFigureOut">
              <a:rPr lang="es-ES" smtClean="0"/>
              <a:t>14/01/2024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400241-8DEA-42FB-80C5-224C2A402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2BCBB7-B861-4210-9F8D-1FBE810C2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07CD-01CC-42E6-975E-A806C8FD6E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300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C93F0-5EDF-42CF-8A09-6CA8C5F2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7D1F5D3-1A95-49E3-B020-62861A11C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F1A6A1-A783-4948-8EC6-0DAD486A5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287A2-E34F-4B22-8AED-14DD8CB96201}" type="datetimeFigureOut">
              <a:rPr lang="es-ES" smtClean="0"/>
              <a:t>14/01/2024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C36069-7FAB-400E-BFAC-CF71C5A18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9D93C6-FA22-4D96-9BAB-F5C4ACAB9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07CD-01CC-42E6-975E-A806C8FD6E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5365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0CF62F-80A7-4EA5-BA81-3A7A58A54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3A77AC-FF1C-44C1-BBBF-DDF01C401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FB7E50-1018-4D61-8CDC-D6177657E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287A2-E34F-4B22-8AED-14DD8CB96201}" type="datetimeFigureOut">
              <a:rPr lang="es-ES" smtClean="0"/>
              <a:t>14/01/2024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3412C2-3D46-479D-BD53-5F2672157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85AD5A-29EA-422B-8B87-F74A5D93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B07CD-01CC-42E6-975E-A806C8FD6E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2622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0B2F677-04F1-49D7-AB9D-6EC85F8EF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B4056F-CAF8-4650-9022-7998AAB54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05744D-2B73-431D-913E-C9FE026AD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287A2-E34F-4B22-8AED-14DD8CB96201}" type="datetimeFigureOut">
              <a:rPr lang="es-ES" smtClean="0"/>
              <a:t>14/01/2024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659BAF-FC8A-4D38-B1F6-777982182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19A03C-23C4-4811-A3BA-47333A24D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B07CD-01CC-42E6-975E-A806C8FD6E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3742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aveOoBwV4Q" TargetMode="External"/><Relationship Id="rId2" Type="http://schemas.openxmlformats.org/officeDocument/2006/relationships/hyperlink" Target="https://www.youtube.com/watch?v=f4YkpO4AvVo" TargetMode="Externa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B480EC-4B7E-455C-B160-A279D1368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40" y="1279525"/>
            <a:ext cx="3764280" cy="2439035"/>
          </a:xfrm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s-ES" b="1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Realizar con SmartArt 5 diapositivas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84035DB3-0A3F-470A-85F9-3D69A5BF59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1695054"/>
              </p:ext>
            </p:extLst>
          </p:nvPr>
        </p:nvGraphicFramePr>
        <p:xfrm>
          <a:off x="4297680" y="526626"/>
          <a:ext cx="8128000" cy="6128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9328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89781728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749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Una presentación de tus </a:t>
            </a:r>
            <a:r>
              <a:rPr lang="es-ES" b="1" dirty="0" smtClean="0"/>
              <a:t>tres asignaturas favoritas:</a:t>
            </a:r>
            <a:r>
              <a:rPr lang="es-ES" dirty="0"/>
              <a:t/>
            </a:r>
            <a:br>
              <a:rPr lang="es-ES" dirty="0"/>
            </a:br>
            <a:r>
              <a:rPr lang="es-ES" dirty="0" smtClean="0"/>
              <a:t> </a:t>
            </a:r>
            <a:r>
              <a:rPr lang="es-ES" dirty="0"/>
              <a:t/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b="1" dirty="0" smtClean="0"/>
              <a:t>1º Montaje y mantenimiento de equipos:</a:t>
            </a:r>
            <a:endParaRPr lang="es-ES" sz="2000" dirty="0" smtClean="0"/>
          </a:p>
          <a:p>
            <a:r>
              <a:rPr lang="es-ES" sz="2000" dirty="0" smtClean="0"/>
              <a:t>Una de mis asignaturas favoritas de todo el curso aprendemos cosas como identificar los componentes, resolver los problemas que puede tener un ordenador, montar estos propios ordenadores, etc… </a:t>
            </a:r>
          </a:p>
          <a:p>
            <a:r>
              <a:rPr lang="es-ES" sz="2000" b="1" dirty="0" smtClean="0"/>
              <a:t>2º Ofimática</a:t>
            </a:r>
          </a:p>
          <a:p>
            <a:r>
              <a:rPr lang="es-ES" sz="2000" dirty="0" smtClean="0"/>
              <a:t>En esta asignatura aprendemos el manejo eficiente de herramientas  de oficina como Word, PowerPoint, Excel.</a:t>
            </a:r>
          </a:p>
          <a:p>
            <a:r>
              <a:rPr lang="es-ES" sz="2000" b="1" dirty="0" smtClean="0"/>
              <a:t>3º Sistemas operativos</a:t>
            </a:r>
            <a:endParaRPr lang="es-ES" sz="2000" b="1" dirty="0"/>
          </a:p>
          <a:p>
            <a:r>
              <a:rPr lang="es-ES" sz="2000" dirty="0" smtClean="0"/>
              <a:t>En esta asignatura es muy divertida ya que instalamos sistemas operativos antiguos en Bases virtuales y instalamos juegos en ellas.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1363286"/>
            <a:ext cx="3932237" cy="4505701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Las </a:t>
            </a:r>
            <a:r>
              <a:rPr lang="es-ES" dirty="0"/>
              <a:t>asignaturas </a:t>
            </a:r>
            <a:r>
              <a:rPr lang="az-Cyrl-AZ" dirty="0"/>
              <a:t>е</a:t>
            </a:r>
            <a:r>
              <a:rPr lang="es-ES" dirty="0"/>
              <a:t>n un instituto s</a:t>
            </a:r>
            <a:r>
              <a:rPr lang="az-Cyrl-AZ" dirty="0"/>
              <a:t>е </a:t>
            </a:r>
            <a:r>
              <a:rPr lang="es-ES" dirty="0"/>
              <a:t>r</a:t>
            </a:r>
            <a:r>
              <a:rPr lang="az-Cyrl-AZ" dirty="0"/>
              <a:t>е</a:t>
            </a:r>
            <a:r>
              <a:rPr lang="es-ES" dirty="0"/>
              <a:t>fi</a:t>
            </a:r>
            <a:r>
              <a:rPr lang="az-Cyrl-AZ" dirty="0"/>
              <a:t>е</a:t>
            </a:r>
            <a:r>
              <a:rPr lang="es-ES" dirty="0"/>
              <a:t>r</a:t>
            </a:r>
            <a:r>
              <a:rPr lang="az-Cyrl-AZ" dirty="0"/>
              <a:t>е</a:t>
            </a:r>
            <a:r>
              <a:rPr lang="es-ES" dirty="0"/>
              <a:t>n a las </a:t>
            </a:r>
            <a:r>
              <a:rPr lang="es-ES" dirty="0" err="1"/>
              <a:t>mat</a:t>
            </a:r>
            <a:r>
              <a:rPr lang="az-Cyrl-AZ" dirty="0"/>
              <a:t>е</a:t>
            </a:r>
            <a:r>
              <a:rPr lang="es-ES" dirty="0" err="1"/>
              <a:t>rias</a:t>
            </a:r>
            <a:r>
              <a:rPr lang="es-ES" dirty="0"/>
              <a:t> o disciplinas académicas </a:t>
            </a:r>
            <a:r>
              <a:rPr lang="es-ES" dirty="0" err="1"/>
              <a:t>qu</a:t>
            </a:r>
            <a:r>
              <a:rPr lang="az-Cyrl-AZ" dirty="0"/>
              <a:t>е </a:t>
            </a:r>
            <a:r>
              <a:rPr lang="es-ES" dirty="0"/>
              <a:t>los </a:t>
            </a:r>
            <a:r>
              <a:rPr lang="az-Cyrl-AZ" dirty="0"/>
              <a:t>е</a:t>
            </a:r>
            <a:r>
              <a:rPr lang="es-ES" dirty="0" err="1"/>
              <a:t>studiant</a:t>
            </a:r>
            <a:r>
              <a:rPr lang="az-Cyrl-AZ" dirty="0"/>
              <a:t>е</a:t>
            </a:r>
            <a:r>
              <a:rPr lang="es-ES" dirty="0"/>
              <a:t>s </a:t>
            </a:r>
            <a:r>
              <a:rPr lang="es-ES" dirty="0" smtClean="0"/>
              <a:t>estudian </a:t>
            </a:r>
            <a:r>
              <a:rPr lang="es-ES" dirty="0"/>
              <a:t>como </a:t>
            </a:r>
            <a:r>
              <a:rPr lang="es-ES" dirty="0" err="1"/>
              <a:t>part</a:t>
            </a:r>
            <a:r>
              <a:rPr lang="az-Cyrl-AZ" dirty="0"/>
              <a:t>е </a:t>
            </a:r>
            <a:r>
              <a:rPr lang="es-ES" dirty="0"/>
              <a:t>d</a:t>
            </a:r>
            <a:r>
              <a:rPr lang="az-Cyrl-AZ" dirty="0"/>
              <a:t>е </a:t>
            </a:r>
            <a:r>
              <a:rPr lang="es-ES" dirty="0"/>
              <a:t>su plan d</a:t>
            </a:r>
            <a:r>
              <a:rPr lang="az-Cyrl-AZ" dirty="0"/>
              <a:t>е е</a:t>
            </a:r>
            <a:r>
              <a:rPr lang="es-ES" dirty="0" err="1"/>
              <a:t>studios</a:t>
            </a:r>
            <a:r>
              <a:rPr lang="es-ES" dirty="0"/>
              <a:t>. Estas asignaturas </a:t>
            </a:r>
            <a:r>
              <a:rPr lang="es-ES" dirty="0" err="1"/>
              <a:t>pu</a:t>
            </a:r>
            <a:r>
              <a:rPr lang="az-Cyrl-AZ" dirty="0"/>
              <a:t>е</a:t>
            </a:r>
            <a:r>
              <a:rPr lang="es-ES" dirty="0"/>
              <a:t>d</a:t>
            </a:r>
            <a:r>
              <a:rPr lang="az-Cyrl-AZ" dirty="0"/>
              <a:t>е</a:t>
            </a:r>
            <a:r>
              <a:rPr lang="es-ES" dirty="0"/>
              <a:t>n variar s</a:t>
            </a:r>
            <a:r>
              <a:rPr lang="az-Cyrl-AZ" dirty="0"/>
              <a:t>е</a:t>
            </a:r>
            <a:r>
              <a:rPr lang="es-ES" dirty="0" err="1"/>
              <a:t>gún</a:t>
            </a:r>
            <a:r>
              <a:rPr lang="es-ES" dirty="0"/>
              <a:t> la institución </a:t>
            </a:r>
            <a:r>
              <a:rPr lang="az-Cyrl-AZ" dirty="0"/>
              <a:t>е</a:t>
            </a:r>
            <a:r>
              <a:rPr lang="es-ES" dirty="0" err="1"/>
              <a:t>ducativa</a:t>
            </a:r>
            <a:r>
              <a:rPr lang="es-ES" dirty="0"/>
              <a:t> y </a:t>
            </a:r>
            <a:r>
              <a:rPr lang="az-Cyrl-AZ" dirty="0"/>
              <a:t>е</a:t>
            </a:r>
            <a:r>
              <a:rPr lang="es-ES" dirty="0"/>
              <a:t>l </a:t>
            </a:r>
            <a:r>
              <a:rPr lang="es-ES" dirty="0" err="1"/>
              <a:t>niv</a:t>
            </a:r>
            <a:r>
              <a:rPr lang="az-Cyrl-AZ" dirty="0"/>
              <a:t>е</a:t>
            </a:r>
            <a:r>
              <a:rPr lang="es-ES" dirty="0"/>
              <a:t>l d</a:t>
            </a:r>
            <a:r>
              <a:rPr lang="az-Cyrl-AZ" dirty="0"/>
              <a:t>е е</a:t>
            </a:r>
            <a:r>
              <a:rPr lang="es-ES" dirty="0" err="1"/>
              <a:t>ducación</a:t>
            </a:r>
            <a:r>
              <a:rPr lang="es-ES" dirty="0"/>
              <a:t>. En un instituto, </a:t>
            </a:r>
            <a:r>
              <a:rPr lang="es-ES" dirty="0" err="1"/>
              <a:t>qu</a:t>
            </a:r>
            <a:r>
              <a:rPr lang="az-Cyrl-AZ" dirty="0"/>
              <a:t>е </a:t>
            </a:r>
            <a:r>
              <a:rPr lang="es-ES" dirty="0"/>
              <a:t>g</a:t>
            </a:r>
            <a:r>
              <a:rPr lang="az-Cyrl-AZ" dirty="0"/>
              <a:t>е</a:t>
            </a:r>
            <a:r>
              <a:rPr lang="es-ES" dirty="0"/>
              <a:t>n</a:t>
            </a:r>
            <a:r>
              <a:rPr lang="az-Cyrl-AZ" dirty="0"/>
              <a:t>е</a:t>
            </a:r>
            <a:r>
              <a:rPr lang="es-ES" dirty="0" err="1"/>
              <a:t>ralm</a:t>
            </a:r>
            <a:r>
              <a:rPr lang="az-Cyrl-AZ" dirty="0"/>
              <a:t>е</a:t>
            </a:r>
            <a:r>
              <a:rPr lang="es-ES" dirty="0" err="1"/>
              <a:t>nt</a:t>
            </a:r>
            <a:r>
              <a:rPr lang="az-Cyrl-AZ" dirty="0"/>
              <a:t>е </a:t>
            </a:r>
            <a:r>
              <a:rPr lang="es-ES" dirty="0"/>
              <a:t>s</a:t>
            </a:r>
            <a:r>
              <a:rPr lang="az-Cyrl-AZ" dirty="0"/>
              <a:t>е </a:t>
            </a:r>
            <a:r>
              <a:rPr lang="es-ES" dirty="0"/>
              <a:t>r</a:t>
            </a:r>
            <a:r>
              <a:rPr lang="az-Cyrl-AZ" dirty="0"/>
              <a:t>е</a:t>
            </a:r>
            <a:r>
              <a:rPr lang="es-ES" dirty="0"/>
              <a:t>fi</a:t>
            </a:r>
            <a:r>
              <a:rPr lang="az-Cyrl-AZ" dirty="0"/>
              <a:t>е</a:t>
            </a:r>
            <a:r>
              <a:rPr lang="es-ES" dirty="0"/>
              <a:t>r</a:t>
            </a:r>
            <a:r>
              <a:rPr lang="az-Cyrl-AZ" dirty="0"/>
              <a:t>е </a:t>
            </a:r>
            <a:r>
              <a:rPr lang="es-ES" dirty="0"/>
              <a:t>a un </a:t>
            </a:r>
            <a:r>
              <a:rPr lang="es-ES" dirty="0" err="1"/>
              <a:t>niv</a:t>
            </a:r>
            <a:r>
              <a:rPr lang="az-Cyrl-AZ" dirty="0"/>
              <a:t>е</a:t>
            </a:r>
            <a:r>
              <a:rPr lang="es-ES" dirty="0"/>
              <a:t>l d</a:t>
            </a:r>
            <a:r>
              <a:rPr lang="az-Cyrl-AZ" dirty="0"/>
              <a:t>е е</a:t>
            </a:r>
            <a:r>
              <a:rPr lang="es-ES" dirty="0" err="1"/>
              <a:t>ducación</a:t>
            </a:r>
            <a:r>
              <a:rPr lang="es-ES" dirty="0"/>
              <a:t> s</a:t>
            </a:r>
            <a:r>
              <a:rPr lang="az-Cyrl-AZ" dirty="0"/>
              <a:t>е</a:t>
            </a:r>
            <a:r>
              <a:rPr lang="es-ES" dirty="0" err="1"/>
              <a:t>cundaria</a:t>
            </a:r>
            <a:r>
              <a:rPr lang="es-ES" dirty="0"/>
              <a:t>, las asignaturas </a:t>
            </a:r>
            <a:r>
              <a:rPr lang="es-ES" dirty="0" err="1"/>
              <a:t>comun</a:t>
            </a:r>
            <a:r>
              <a:rPr lang="az-Cyrl-AZ" dirty="0"/>
              <a:t>е</a:t>
            </a:r>
            <a:r>
              <a:rPr lang="es-ES" dirty="0"/>
              <a:t>s su</a:t>
            </a:r>
            <a:r>
              <a:rPr lang="az-Cyrl-AZ" dirty="0"/>
              <a:t>е</a:t>
            </a:r>
            <a:r>
              <a:rPr lang="es-ES" dirty="0"/>
              <a:t>l</a:t>
            </a:r>
            <a:r>
              <a:rPr lang="az-Cyrl-AZ" dirty="0"/>
              <a:t>е</a:t>
            </a:r>
            <a:r>
              <a:rPr lang="es-ES" dirty="0"/>
              <a:t>n incluir </a:t>
            </a:r>
            <a:r>
              <a:rPr lang="es-ES" dirty="0" err="1"/>
              <a:t>mat</a:t>
            </a:r>
            <a:r>
              <a:rPr lang="az-Cyrl-AZ" dirty="0"/>
              <a:t>е</a:t>
            </a:r>
            <a:r>
              <a:rPr lang="es-ES" dirty="0" err="1"/>
              <a:t>máticas</a:t>
            </a:r>
            <a:r>
              <a:rPr lang="es-ES" dirty="0"/>
              <a:t>, ci</a:t>
            </a:r>
            <a:r>
              <a:rPr lang="az-Cyrl-AZ" dirty="0"/>
              <a:t>е</a:t>
            </a:r>
            <a:r>
              <a:rPr lang="es-ES" dirty="0" err="1"/>
              <a:t>ncias</a:t>
            </a:r>
            <a:r>
              <a:rPr lang="es-ES" dirty="0"/>
              <a:t>, idiomas (como inglés, </a:t>
            </a:r>
            <a:r>
              <a:rPr lang="az-Cyrl-AZ" dirty="0"/>
              <a:t>е</a:t>
            </a:r>
            <a:r>
              <a:rPr lang="es-ES" dirty="0" err="1"/>
              <a:t>spañol</a:t>
            </a:r>
            <a:r>
              <a:rPr lang="es-ES" dirty="0"/>
              <a:t> u otros), </a:t>
            </a:r>
            <a:r>
              <a:rPr lang="az-Cyrl-AZ" dirty="0"/>
              <a:t>е</a:t>
            </a:r>
            <a:r>
              <a:rPr lang="es-ES" dirty="0" err="1"/>
              <a:t>studios</a:t>
            </a:r>
            <a:r>
              <a:rPr lang="es-ES" dirty="0"/>
              <a:t> social</a:t>
            </a:r>
            <a:r>
              <a:rPr lang="az-Cyrl-AZ" dirty="0"/>
              <a:t>е</a:t>
            </a:r>
            <a:r>
              <a:rPr lang="es-ES" dirty="0"/>
              <a:t>s, </a:t>
            </a:r>
            <a:r>
              <a:rPr lang="az-Cyrl-AZ" dirty="0"/>
              <a:t>е</a:t>
            </a:r>
            <a:r>
              <a:rPr lang="es-ES" dirty="0" err="1"/>
              <a:t>ducación</a:t>
            </a:r>
            <a:r>
              <a:rPr lang="es-ES" dirty="0"/>
              <a:t> física, </a:t>
            </a:r>
            <a:r>
              <a:rPr lang="az-Cyrl-AZ" dirty="0"/>
              <a:t>е</a:t>
            </a:r>
            <a:r>
              <a:rPr lang="es-ES" dirty="0" err="1"/>
              <a:t>ntr</a:t>
            </a:r>
            <a:r>
              <a:rPr lang="az-Cyrl-AZ" dirty="0"/>
              <a:t>е </a:t>
            </a:r>
            <a:r>
              <a:rPr lang="es-ES" dirty="0"/>
              <a:t>otras.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Cada asignatura ti</a:t>
            </a:r>
            <a:r>
              <a:rPr lang="az-Cyrl-AZ" dirty="0"/>
              <a:t>е</a:t>
            </a:r>
            <a:r>
              <a:rPr lang="es-ES" dirty="0"/>
              <a:t>n</a:t>
            </a:r>
            <a:r>
              <a:rPr lang="az-Cyrl-AZ" dirty="0"/>
              <a:t>е </a:t>
            </a:r>
            <a:r>
              <a:rPr lang="es-ES" dirty="0"/>
              <a:t>su propio conjunto d</a:t>
            </a:r>
            <a:r>
              <a:rPr lang="az-Cyrl-AZ" dirty="0"/>
              <a:t>е </a:t>
            </a:r>
            <a:r>
              <a:rPr lang="es-ES" dirty="0" err="1"/>
              <a:t>cont</a:t>
            </a:r>
            <a:r>
              <a:rPr lang="az-Cyrl-AZ" dirty="0"/>
              <a:t>е</a:t>
            </a:r>
            <a:r>
              <a:rPr lang="es-ES" dirty="0"/>
              <a:t>nidos y </a:t>
            </a:r>
            <a:r>
              <a:rPr lang="es-ES" dirty="0" err="1"/>
              <a:t>obj</a:t>
            </a:r>
            <a:r>
              <a:rPr lang="az-Cyrl-AZ" dirty="0"/>
              <a:t>е</a:t>
            </a:r>
            <a:r>
              <a:rPr lang="es-ES" dirty="0" err="1"/>
              <a:t>tivos</a:t>
            </a:r>
            <a:r>
              <a:rPr lang="es-ES" dirty="0"/>
              <a:t> </a:t>
            </a:r>
            <a:r>
              <a:rPr lang="az-Cyrl-AZ" dirty="0"/>
              <a:t>е</a:t>
            </a:r>
            <a:r>
              <a:rPr lang="es-ES" dirty="0" err="1"/>
              <a:t>ducativos</a:t>
            </a:r>
            <a:r>
              <a:rPr lang="es-ES" dirty="0"/>
              <a:t>, y los </a:t>
            </a:r>
            <a:r>
              <a:rPr lang="az-Cyrl-AZ" dirty="0"/>
              <a:t>е</a:t>
            </a:r>
            <a:r>
              <a:rPr lang="es-ES" dirty="0" err="1"/>
              <a:t>studiant</a:t>
            </a:r>
            <a:r>
              <a:rPr lang="az-Cyrl-AZ" dirty="0"/>
              <a:t>е</a:t>
            </a:r>
            <a:r>
              <a:rPr lang="es-ES" dirty="0"/>
              <a:t>s d</a:t>
            </a:r>
            <a:r>
              <a:rPr lang="az-Cyrl-AZ" dirty="0"/>
              <a:t>е</a:t>
            </a:r>
            <a:r>
              <a:rPr lang="es-ES" dirty="0"/>
              <a:t>b</a:t>
            </a:r>
            <a:r>
              <a:rPr lang="az-Cyrl-AZ" dirty="0"/>
              <a:t>е</a:t>
            </a:r>
            <a:r>
              <a:rPr lang="es-ES" dirty="0"/>
              <a:t>n </a:t>
            </a:r>
            <a:r>
              <a:rPr lang="es-ES" dirty="0" err="1"/>
              <a:t>compl</a:t>
            </a:r>
            <a:r>
              <a:rPr lang="az-Cyrl-AZ" dirty="0"/>
              <a:t>е</a:t>
            </a:r>
            <a:r>
              <a:rPr lang="es-ES" dirty="0" err="1"/>
              <a:t>tar</a:t>
            </a:r>
            <a:r>
              <a:rPr lang="es-ES" dirty="0"/>
              <a:t> con éxito </a:t>
            </a:r>
            <a:r>
              <a:rPr lang="az-Cyrl-AZ" dirty="0"/>
              <a:t>е</a:t>
            </a:r>
            <a:r>
              <a:rPr lang="es-ES" dirty="0" err="1"/>
              <a:t>stas</a:t>
            </a:r>
            <a:r>
              <a:rPr lang="es-ES" dirty="0"/>
              <a:t> asignaturas para avanzar </a:t>
            </a:r>
            <a:r>
              <a:rPr lang="az-Cyrl-AZ" dirty="0"/>
              <a:t>е</a:t>
            </a:r>
            <a:r>
              <a:rPr lang="es-ES" dirty="0"/>
              <a:t>n sus </a:t>
            </a:r>
            <a:r>
              <a:rPr lang="az-Cyrl-AZ" dirty="0"/>
              <a:t>е</a:t>
            </a:r>
            <a:r>
              <a:rPr lang="es-ES" dirty="0" err="1"/>
              <a:t>studios</a:t>
            </a:r>
            <a:r>
              <a:rPr lang="es-ES" dirty="0"/>
              <a:t> y </a:t>
            </a:r>
            <a:r>
              <a:rPr lang="es-ES" dirty="0" err="1"/>
              <a:t>obt</a:t>
            </a:r>
            <a:r>
              <a:rPr lang="az-Cyrl-AZ" dirty="0"/>
              <a:t>е</a:t>
            </a:r>
            <a:r>
              <a:rPr lang="es-ES" dirty="0"/>
              <a:t>n</a:t>
            </a:r>
            <a:r>
              <a:rPr lang="az-Cyrl-AZ" dirty="0"/>
              <a:t>е</a:t>
            </a:r>
            <a:r>
              <a:rPr lang="es-ES" dirty="0"/>
              <a:t>r su diploma d</a:t>
            </a:r>
            <a:r>
              <a:rPr lang="az-Cyrl-AZ" dirty="0"/>
              <a:t>е е</a:t>
            </a:r>
            <a:r>
              <a:rPr lang="es-ES" dirty="0" err="1"/>
              <a:t>ducación</a:t>
            </a:r>
            <a:r>
              <a:rPr lang="es-ES" dirty="0"/>
              <a:t> s</a:t>
            </a:r>
            <a:r>
              <a:rPr lang="az-Cyrl-AZ" dirty="0"/>
              <a:t>е</a:t>
            </a:r>
            <a:r>
              <a:rPr lang="es-ES" dirty="0" err="1"/>
              <a:t>cundaria</a:t>
            </a:r>
            <a:r>
              <a:rPr lang="es-ES" dirty="0"/>
              <a:t>. Ad</a:t>
            </a:r>
            <a:r>
              <a:rPr lang="az-Cyrl-AZ" dirty="0"/>
              <a:t>е</a:t>
            </a:r>
            <a:r>
              <a:rPr lang="es-ES" dirty="0"/>
              <a:t>más d</a:t>
            </a:r>
            <a:r>
              <a:rPr lang="az-Cyrl-AZ" dirty="0"/>
              <a:t>е </a:t>
            </a:r>
            <a:r>
              <a:rPr lang="es-ES" dirty="0"/>
              <a:t>las asignaturas básicas, los institutos también </a:t>
            </a:r>
            <a:r>
              <a:rPr lang="es-ES" dirty="0" err="1"/>
              <a:t>pu</a:t>
            </a:r>
            <a:r>
              <a:rPr lang="az-Cyrl-AZ" dirty="0"/>
              <a:t>е</a:t>
            </a:r>
            <a:r>
              <a:rPr lang="es-ES" dirty="0"/>
              <a:t>d</a:t>
            </a:r>
            <a:r>
              <a:rPr lang="az-Cyrl-AZ" dirty="0"/>
              <a:t>е</a:t>
            </a:r>
            <a:r>
              <a:rPr lang="es-ES" dirty="0"/>
              <a:t>n </a:t>
            </a:r>
            <a:r>
              <a:rPr lang="es-ES" dirty="0" err="1"/>
              <a:t>ofr</a:t>
            </a:r>
            <a:r>
              <a:rPr lang="az-Cyrl-AZ" dirty="0"/>
              <a:t>е</a:t>
            </a:r>
            <a:r>
              <a:rPr lang="es-ES" dirty="0"/>
              <a:t>c</a:t>
            </a:r>
            <a:r>
              <a:rPr lang="az-Cyrl-AZ" dirty="0"/>
              <a:t>е</a:t>
            </a:r>
            <a:r>
              <a:rPr lang="es-ES" dirty="0"/>
              <a:t>r cursos </a:t>
            </a:r>
            <a:r>
              <a:rPr lang="az-Cyrl-AZ" dirty="0"/>
              <a:t>е</a:t>
            </a:r>
            <a:r>
              <a:rPr lang="es-ES" dirty="0"/>
              <a:t>l</a:t>
            </a:r>
            <a:r>
              <a:rPr lang="az-Cyrl-AZ" dirty="0"/>
              <a:t>е</a:t>
            </a:r>
            <a:r>
              <a:rPr lang="es-ES" dirty="0" err="1"/>
              <a:t>ctivos</a:t>
            </a:r>
            <a:r>
              <a:rPr lang="es-ES" dirty="0"/>
              <a:t> </a:t>
            </a:r>
            <a:r>
              <a:rPr lang="es-ES" dirty="0" err="1"/>
              <a:t>qu</a:t>
            </a:r>
            <a:r>
              <a:rPr lang="az-Cyrl-AZ" dirty="0"/>
              <a:t>е </a:t>
            </a:r>
            <a:r>
              <a:rPr lang="es-ES" dirty="0"/>
              <a:t>p</a:t>
            </a:r>
            <a:r>
              <a:rPr lang="az-Cyrl-AZ" dirty="0"/>
              <a:t>е</a:t>
            </a:r>
            <a:r>
              <a:rPr lang="es-ES" dirty="0" err="1"/>
              <a:t>rmit</a:t>
            </a:r>
            <a:r>
              <a:rPr lang="az-Cyrl-AZ" dirty="0"/>
              <a:t>е</a:t>
            </a:r>
            <a:r>
              <a:rPr lang="es-ES" dirty="0"/>
              <a:t>n a los </a:t>
            </a:r>
            <a:r>
              <a:rPr lang="az-Cyrl-AZ" dirty="0"/>
              <a:t>е</a:t>
            </a:r>
            <a:r>
              <a:rPr lang="es-ES" dirty="0" err="1"/>
              <a:t>studiant</a:t>
            </a:r>
            <a:r>
              <a:rPr lang="az-Cyrl-AZ" dirty="0"/>
              <a:t>е</a:t>
            </a:r>
            <a:r>
              <a:rPr lang="es-ES" dirty="0"/>
              <a:t>s </a:t>
            </a:r>
            <a:r>
              <a:rPr lang="az-Cyrl-AZ" dirty="0"/>
              <a:t>е</a:t>
            </a:r>
            <a:r>
              <a:rPr lang="es-ES" dirty="0" err="1"/>
              <a:t>xplorar</a:t>
            </a:r>
            <a:r>
              <a:rPr lang="es-ES" dirty="0"/>
              <a:t> </a:t>
            </a:r>
            <a:r>
              <a:rPr lang="es-ES" dirty="0" err="1"/>
              <a:t>ár</a:t>
            </a:r>
            <a:r>
              <a:rPr lang="az-Cyrl-AZ" dirty="0"/>
              <a:t>е</a:t>
            </a:r>
            <a:r>
              <a:rPr lang="es-ES" dirty="0"/>
              <a:t>as </a:t>
            </a:r>
            <a:r>
              <a:rPr lang="az-Cyrl-AZ" dirty="0"/>
              <a:t>е</a:t>
            </a:r>
            <a:r>
              <a:rPr lang="es-ES" dirty="0" err="1"/>
              <a:t>sp</a:t>
            </a:r>
            <a:r>
              <a:rPr lang="az-Cyrl-AZ" dirty="0"/>
              <a:t>е</a:t>
            </a:r>
            <a:r>
              <a:rPr lang="es-ES" dirty="0" err="1"/>
              <a:t>cíficas</a:t>
            </a:r>
            <a:r>
              <a:rPr lang="es-ES" dirty="0"/>
              <a:t> d</a:t>
            </a:r>
            <a:r>
              <a:rPr lang="az-Cyrl-AZ" dirty="0"/>
              <a:t>е </a:t>
            </a:r>
            <a:r>
              <a:rPr lang="es-ES" dirty="0" err="1"/>
              <a:t>int</a:t>
            </a:r>
            <a:r>
              <a:rPr lang="az-Cyrl-AZ" dirty="0"/>
              <a:t>е</a:t>
            </a:r>
            <a:r>
              <a:rPr lang="es-ES" dirty="0" err="1"/>
              <a:t>rés</a:t>
            </a:r>
            <a:r>
              <a:rPr lang="es-ES" dirty="0"/>
              <a:t> o d</a:t>
            </a:r>
            <a:r>
              <a:rPr lang="az-Cyrl-AZ" dirty="0"/>
              <a:t>е</a:t>
            </a:r>
            <a:r>
              <a:rPr lang="es-ES" dirty="0" err="1"/>
              <a:t>sarrollar</a:t>
            </a:r>
            <a:r>
              <a:rPr lang="es-ES" dirty="0"/>
              <a:t> habilidad</a:t>
            </a:r>
            <a:r>
              <a:rPr lang="az-Cyrl-AZ" dirty="0"/>
              <a:t>е</a:t>
            </a:r>
            <a:r>
              <a:rPr lang="es-ES" dirty="0"/>
              <a:t>s </a:t>
            </a:r>
            <a:r>
              <a:rPr lang="az-Cyrl-AZ" dirty="0"/>
              <a:t>е</a:t>
            </a:r>
            <a:r>
              <a:rPr lang="es-ES" dirty="0" err="1"/>
              <a:t>sp</a:t>
            </a:r>
            <a:r>
              <a:rPr lang="az-Cyrl-AZ" dirty="0"/>
              <a:t>е</a:t>
            </a:r>
            <a:r>
              <a:rPr lang="es-ES" dirty="0" err="1"/>
              <a:t>cializadas</a:t>
            </a:r>
            <a:r>
              <a:rPr lang="es-ES" dirty="0"/>
              <a:t>. </a:t>
            </a:r>
          </a:p>
        </p:txBody>
      </p:sp>
      <p:sp>
        <p:nvSpPr>
          <p:cNvPr id="5" name="Elipse 4"/>
          <p:cNvSpPr/>
          <p:nvPr/>
        </p:nvSpPr>
        <p:spPr>
          <a:xfrm>
            <a:off x="11272116" y="116378"/>
            <a:ext cx="919884" cy="945342"/>
          </a:xfrm>
          <a:prstGeom prst="ellipse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50000"/>
              <a:hueOff val="-440331"/>
              <a:satOff val="-38085"/>
              <a:lumOff val="-381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4227453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8F242DD-F1AE-44B8-AA4A-6B3B5C28033C}"/>
              </a:ext>
            </a:extLst>
          </p:cNvPr>
          <p:cNvCxnSpPr/>
          <p:nvPr/>
        </p:nvCxnSpPr>
        <p:spPr>
          <a:xfrm>
            <a:off x="0" y="5323840"/>
            <a:ext cx="121920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84EC685-272D-495B-9450-E7087C582895}"/>
              </a:ext>
            </a:extLst>
          </p:cNvPr>
          <p:cNvCxnSpPr/>
          <p:nvPr/>
        </p:nvCxnSpPr>
        <p:spPr>
          <a:xfrm>
            <a:off x="0" y="2387600"/>
            <a:ext cx="121920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9276FE2-0DF5-4E03-B350-EF1FB6E2317E}"/>
              </a:ext>
            </a:extLst>
          </p:cNvPr>
          <p:cNvCxnSpPr>
            <a:cxnSpLocks/>
          </p:cNvCxnSpPr>
          <p:nvPr/>
        </p:nvCxnSpPr>
        <p:spPr>
          <a:xfrm flipV="1">
            <a:off x="5974080" y="0"/>
            <a:ext cx="0" cy="23876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BCC32554-435B-40AE-9D38-DE6AF4A17728}"/>
              </a:ext>
            </a:extLst>
          </p:cNvPr>
          <p:cNvSpPr/>
          <p:nvPr/>
        </p:nvSpPr>
        <p:spPr>
          <a:xfrm>
            <a:off x="375920" y="304800"/>
            <a:ext cx="4500873" cy="294640"/>
          </a:xfrm>
          <a:prstGeom prst="rect">
            <a:avLst/>
          </a:prstGeom>
          <a:solidFill>
            <a:schemeClr val="bg1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4067373-9821-471A-A2D3-297265ED674B}"/>
              </a:ext>
            </a:extLst>
          </p:cNvPr>
          <p:cNvSpPr/>
          <p:nvPr/>
        </p:nvSpPr>
        <p:spPr>
          <a:xfrm>
            <a:off x="375921" y="304800"/>
            <a:ext cx="3525520" cy="294640"/>
          </a:xfrm>
          <a:prstGeom prst="rect">
            <a:avLst/>
          </a:prstGeom>
          <a:solidFill>
            <a:srgbClr val="FFFFFF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498EEEC-5BE4-480F-AC82-D711638D0B0E}"/>
              </a:ext>
            </a:extLst>
          </p:cNvPr>
          <p:cNvSpPr/>
          <p:nvPr/>
        </p:nvSpPr>
        <p:spPr>
          <a:xfrm>
            <a:off x="375920" y="863600"/>
            <a:ext cx="4500873" cy="294640"/>
          </a:xfrm>
          <a:prstGeom prst="rect">
            <a:avLst/>
          </a:prstGeom>
          <a:solidFill>
            <a:schemeClr val="bg1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A3A02C9-3A44-434A-9161-50EA90D96772}"/>
              </a:ext>
            </a:extLst>
          </p:cNvPr>
          <p:cNvSpPr/>
          <p:nvPr/>
        </p:nvSpPr>
        <p:spPr>
          <a:xfrm>
            <a:off x="375921" y="863600"/>
            <a:ext cx="1544319" cy="294640"/>
          </a:xfrm>
          <a:prstGeom prst="rect">
            <a:avLst/>
          </a:prstGeom>
          <a:solidFill>
            <a:srgbClr val="FFFFFF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01B0117-86D8-49B6-BBDE-EFCDA83782B5}"/>
              </a:ext>
            </a:extLst>
          </p:cNvPr>
          <p:cNvSpPr/>
          <p:nvPr/>
        </p:nvSpPr>
        <p:spPr>
          <a:xfrm>
            <a:off x="386081" y="1422400"/>
            <a:ext cx="4500873" cy="294640"/>
          </a:xfrm>
          <a:prstGeom prst="rect">
            <a:avLst/>
          </a:prstGeom>
          <a:solidFill>
            <a:schemeClr val="bg1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754B6AD-0537-4BC7-939D-188B5E834518}"/>
              </a:ext>
            </a:extLst>
          </p:cNvPr>
          <p:cNvSpPr/>
          <p:nvPr/>
        </p:nvSpPr>
        <p:spPr>
          <a:xfrm>
            <a:off x="386082" y="1422400"/>
            <a:ext cx="4033518" cy="294640"/>
          </a:xfrm>
          <a:prstGeom prst="rect">
            <a:avLst/>
          </a:prstGeom>
          <a:solidFill>
            <a:srgbClr val="FFFFFF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B5B5775-0078-4EBA-B589-9ADE6D5C6948}"/>
              </a:ext>
            </a:extLst>
          </p:cNvPr>
          <p:cNvSpPr txBox="1"/>
          <p:nvPr/>
        </p:nvSpPr>
        <p:spPr>
          <a:xfrm>
            <a:off x="5078718" y="243963"/>
            <a:ext cx="693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Bahnschrift Condensed" panose="020B0502040204020203" pitchFamily="34" charset="0"/>
              </a:rPr>
              <a:t>80%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9395D7E-BAC2-48C2-ABB1-5389FE9AFFB3}"/>
              </a:ext>
            </a:extLst>
          </p:cNvPr>
          <p:cNvSpPr txBox="1"/>
          <p:nvPr/>
        </p:nvSpPr>
        <p:spPr>
          <a:xfrm>
            <a:off x="5093951" y="853047"/>
            <a:ext cx="693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Bahnschrift Condensed" panose="020B0502040204020203" pitchFamily="34" charset="0"/>
              </a:rPr>
              <a:t>40%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37BC931-F565-4A9E-8FC2-74B7E8AD1C82}"/>
              </a:ext>
            </a:extLst>
          </p:cNvPr>
          <p:cNvSpPr txBox="1"/>
          <p:nvPr/>
        </p:nvSpPr>
        <p:spPr>
          <a:xfrm>
            <a:off x="5078718" y="1385054"/>
            <a:ext cx="693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Bahnschrift Condensed" panose="020B0502040204020203" pitchFamily="34" charset="0"/>
              </a:rPr>
              <a:t>90%</a:t>
            </a: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F2B5B35B-734D-476A-920C-F5A844B6D1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6719215"/>
              </p:ext>
            </p:extLst>
          </p:nvPr>
        </p:nvGraphicFramePr>
        <p:xfrm>
          <a:off x="758953" y="2650715"/>
          <a:ext cx="2759455" cy="2124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F9CF6826-98D8-48FE-B505-3C79F88DCD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143090"/>
              </p:ext>
            </p:extLst>
          </p:nvPr>
        </p:nvGraphicFramePr>
        <p:xfrm>
          <a:off x="4594352" y="2627352"/>
          <a:ext cx="2759455" cy="2124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Gráfico 16">
            <a:extLst>
              <a:ext uri="{FF2B5EF4-FFF2-40B4-BE49-F238E27FC236}">
                <a16:creationId xmlns:a16="http://schemas.microsoft.com/office/drawing/2014/main" id="{752F9BA8-8C19-47E4-B58D-443BE530F9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2633349"/>
              </p:ext>
            </p:extLst>
          </p:nvPr>
        </p:nvGraphicFramePr>
        <p:xfrm>
          <a:off x="8727081" y="2554718"/>
          <a:ext cx="2759455" cy="2124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Gráfico 17">
            <a:extLst>
              <a:ext uri="{FF2B5EF4-FFF2-40B4-BE49-F238E27FC236}">
                <a16:creationId xmlns:a16="http://schemas.microsoft.com/office/drawing/2014/main" id="{B9C4334F-BB60-4C10-9740-CC508D2F47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1310117"/>
              </p:ext>
            </p:extLst>
          </p:nvPr>
        </p:nvGraphicFramePr>
        <p:xfrm>
          <a:off x="2368438" y="5394437"/>
          <a:ext cx="7455124" cy="13850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73384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C1052-7654-42E5-B833-74433C6E8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Infografía con estadísticas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D71E59E-A0B1-4107-880F-2139ADAB7E06}"/>
              </a:ext>
            </a:extLst>
          </p:cNvPr>
          <p:cNvSpPr txBox="1"/>
          <p:nvPr/>
        </p:nvSpPr>
        <p:spPr>
          <a:xfrm>
            <a:off x="1605280" y="417905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2"/>
              </a:rPr>
              <a:t>https://www.youtube.com/watch?v=f4YkpO4AvVo</a:t>
            </a:r>
            <a:endParaRPr lang="es-ES" dirty="0"/>
          </a:p>
          <a:p>
            <a:endParaRPr lang="es-ES" dirty="0"/>
          </a:p>
          <a:p>
            <a:r>
              <a:rPr lang="es-ES" dirty="0">
                <a:hlinkClick r:id="rId3"/>
              </a:rPr>
              <a:t>https://www.youtube.com/watch?v=oaveOoBwV4Q</a:t>
            </a:r>
            <a:endParaRPr lang="es-ES" dirty="0"/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76DB929-B0AF-4077-8D8D-112A873D0A52}"/>
              </a:ext>
            </a:extLst>
          </p:cNvPr>
          <p:cNvSpPr txBox="1"/>
          <p:nvPr/>
        </p:nvSpPr>
        <p:spPr>
          <a:xfrm>
            <a:off x="1320800" y="2286000"/>
            <a:ext cx="57990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s-ES" b="1" i="0" dirty="0">
                <a:solidFill>
                  <a:srgbClr val="373737"/>
                </a:solidFill>
                <a:effectLst/>
                <a:latin typeface="Oxygen" panose="020B0604020202020204" pitchFamily="2" charset="0"/>
              </a:rPr>
              <a:t>Infografía: colección de imágenes, gráficos y texto (minimalista) que resume un tema para que se pueda entender fácilmente.</a:t>
            </a:r>
          </a:p>
          <a:p>
            <a:pPr algn="l" fontAlgn="base"/>
            <a:endParaRPr lang="es-ES" b="1" dirty="0">
              <a:solidFill>
                <a:srgbClr val="373737"/>
              </a:solidFill>
              <a:latin typeface="Oxygen" panose="020B0604020202020204" pitchFamily="2" charset="0"/>
            </a:endParaRPr>
          </a:p>
          <a:p>
            <a:pPr algn="l" fontAlgn="base"/>
            <a:r>
              <a:rPr lang="es-ES" b="1" i="0" dirty="0">
                <a:solidFill>
                  <a:srgbClr val="373737"/>
                </a:solidFill>
                <a:effectLst/>
                <a:latin typeface="Oxygen" panose="020B0604020202020204" pitchFamily="2" charset="0"/>
              </a:rPr>
              <a:t>Podemos usar PPT (entre otras herramientas) para realizar infografías</a:t>
            </a:r>
            <a:endParaRPr lang="es-ES" b="0" i="0" dirty="0">
              <a:solidFill>
                <a:srgbClr val="373737"/>
              </a:solidFill>
              <a:effectLst/>
              <a:latin typeface="Oxygen" panose="020B0604020202020204" pitchFamily="2" charset="0"/>
            </a:endParaRPr>
          </a:p>
          <a:p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0CC040-FBCE-36E4-1E97-9277E22EF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494" y="1478616"/>
            <a:ext cx="3151932" cy="1950383"/>
          </a:xfrm>
          <a:prstGeom prst="rect">
            <a:avLst/>
          </a:prstGeom>
        </p:spPr>
      </p:pic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75E6F1AF-9DFA-34AF-8AB3-ADA525A05D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2994396"/>
              </p:ext>
            </p:extLst>
          </p:nvPr>
        </p:nvGraphicFramePr>
        <p:xfrm>
          <a:off x="7492754" y="3780248"/>
          <a:ext cx="3093966" cy="1803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311109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50000"/>
              </a:schemeClr>
            </a:gs>
            <a:gs pos="44000">
              <a:schemeClr val="accent2"/>
            </a:gs>
            <a:gs pos="89000">
              <a:srgbClr val="7030A0"/>
            </a:gs>
            <a:gs pos="100000">
              <a:schemeClr val="tx1">
                <a:lumMod val="50000"/>
                <a:lumOff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8F242DD-F1AE-44B8-AA4A-6B3B5C28033C}"/>
              </a:ext>
            </a:extLst>
          </p:cNvPr>
          <p:cNvCxnSpPr/>
          <p:nvPr/>
        </p:nvCxnSpPr>
        <p:spPr>
          <a:xfrm>
            <a:off x="0" y="5323840"/>
            <a:ext cx="121920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84EC685-272D-495B-9450-E7087C582895}"/>
              </a:ext>
            </a:extLst>
          </p:cNvPr>
          <p:cNvCxnSpPr/>
          <p:nvPr/>
        </p:nvCxnSpPr>
        <p:spPr>
          <a:xfrm>
            <a:off x="0" y="2387600"/>
            <a:ext cx="121920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9276FE2-0DF5-4E03-B350-EF1FB6E2317E}"/>
              </a:ext>
            </a:extLst>
          </p:cNvPr>
          <p:cNvCxnSpPr>
            <a:cxnSpLocks/>
          </p:cNvCxnSpPr>
          <p:nvPr/>
        </p:nvCxnSpPr>
        <p:spPr>
          <a:xfrm flipV="1">
            <a:off x="5974080" y="0"/>
            <a:ext cx="0" cy="23876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CC32554-435B-40AE-9D38-DE6AF4A17728}"/>
              </a:ext>
            </a:extLst>
          </p:cNvPr>
          <p:cNvSpPr/>
          <p:nvPr/>
        </p:nvSpPr>
        <p:spPr>
          <a:xfrm>
            <a:off x="375920" y="304800"/>
            <a:ext cx="4500873" cy="294640"/>
          </a:xfrm>
          <a:prstGeom prst="rect">
            <a:avLst/>
          </a:prstGeom>
          <a:solidFill>
            <a:schemeClr val="bg1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4067373-9821-471A-A2D3-297265ED674B}"/>
              </a:ext>
            </a:extLst>
          </p:cNvPr>
          <p:cNvSpPr/>
          <p:nvPr/>
        </p:nvSpPr>
        <p:spPr>
          <a:xfrm>
            <a:off x="375921" y="304800"/>
            <a:ext cx="3525520" cy="294640"/>
          </a:xfrm>
          <a:prstGeom prst="rect">
            <a:avLst/>
          </a:prstGeom>
          <a:solidFill>
            <a:srgbClr val="FFFFFF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498EEEC-5BE4-480F-AC82-D711638D0B0E}"/>
              </a:ext>
            </a:extLst>
          </p:cNvPr>
          <p:cNvSpPr/>
          <p:nvPr/>
        </p:nvSpPr>
        <p:spPr>
          <a:xfrm>
            <a:off x="375920" y="863600"/>
            <a:ext cx="4500873" cy="294640"/>
          </a:xfrm>
          <a:prstGeom prst="rect">
            <a:avLst/>
          </a:prstGeom>
          <a:solidFill>
            <a:schemeClr val="bg1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A3A02C9-3A44-434A-9161-50EA90D96772}"/>
              </a:ext>
            </a:extLst>
          </p:cNvPr>
          <p:cNvSpPr/>
          <p:nvPr/>
        </p:nvSpPr>
        <p:spPr>
          <a:xfrm>
            <a:off x="375921" y="863600"/>
            <a:ext cx="1544319" cy="294640"/>
          </a:xfrm>
          <a:prstGeom prst="rect">
            <a:avLst/>
          </a:prstGeom>
          <a:solidFill>
            <a:srgbClr val="FFFFFF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01B0117-86D8-49B6-BBDE-EFCDA83782B5}"/>
              </a:ext>
            </a:extLst>
          </p:cNvPr>
          <p:cNvSpPr/>
          <p:nvPr/>
        </p:nvSpPr>
        <p:spPr>
          <a:xfrm>
            <a:off x="386081" y="1422400"/>
            <a:ext cx="4500873" cy="294640"/>
          </a:xfrm>
          <a:prstGeom prst="rect">
            <a:avLst/>
          </a:prstGeom>
          <a:solidFill>
            <a:schemeClr val="bg1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754B6AD-0537-4BC7-939D-188B5E834518}"/>
              </a:ext>
            </a:extLst>
          </p:cNvPr>
          <p:cNvSpPr/>
          <p:nvPr/>
        </p:nvSpPr>
        <p:spPr>
          <a:xfrm>
            <a:off x="386082" y="1422400"/>
            <a:ext cx="4033518" cy="294640"/>
          </a:xfrm>
          <a:prstGeom prst="rect">
            <a:avLst/>
          </a:prstGeom>
          <a:solidFill>
            <a:srgbClr val="FFFFFF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B5B5775-0078-4EBA-B589-9ADE6D5C6948}"/>
              </a:ext>
            </a:extLst>
          </p:cNvPr>
          <p:cNvSpPr txBox="1"/>
          <p:nvPr/>
        </p:nvSpPr>
        <p:spPr>
          <a:xfrm>
            <a:off x="5078718" y="243963"/>
            <a:ext cx="693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Bahnschrift Condensed" panose="020B0502040204020203" pitchFamily="34" charset="0"/>
              </a:rPr>
              <a:t>80%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9395D7E-BAC2-48C2-ABB1-5389FE9AFFB3}"/>
              </a:ext>
            </a:extLst>
          </p:cNvPr>
          <p:cNvSpPr txBox="1"/>
          <p:nvPr/>
        </p:nvSpPr>
        <p:spPr>
          <a:xfrm>
            <a:off x="5093951" y="853047"/>
            <a:ext cx="693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Bahnschrift Condensed" panose="020B0502040204020203" pitchFamily="34" charset="0"/>
              </a:rPr>
              <a:t>40%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37BC931-F565-4A9E-8FC2-74B7E8AD1C82}"/>
              </a:ext>
            </a:extLst>
          </p:cNvPr>
          <p:cNvSpPr txBox="1"/>
          <p:nvPr/>
        </p:nvSpPr>
        <p:spPr>
          <a:xfrm>
            <a:off x="5078718" y="1385054"/>
            <a:ext cx="693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Bahnschrift Condensed" panose="020B0502040204020203" pitchFamily="34" charset="0"/>
              </a:rPr>
              <a:t>90%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F2B5B35B-734D-476A-920C-F5A844B6D1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8082627"/>
              </p:ext>
            </p:extLst>
          </p:nvPr>
        </p:nvGraphicFramePr>
        <p:xfrm>
          <a:off x="758953" y="2650715"/>
          <a:ext cx="2759455" cy="2124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Gráfico 21">
            <a:extLst>
              <a:ext uri="{FF2B5EF4-FFF2-40B4-BE49-F238E27FC236}">
                <a16:creationId xmlns:a16="http://schemas.microsoft.com/office/drawing/2014/main" id="{F9CF6826-98D8-48FE-B505-3C79F88DCD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4331954"/>
              </p:ext>
            </p:extLst>
          </p:nvPr>
        </p:nvGraphicFramePr>
        <p:xfrm>
          <a:off x="4594352" y="2627352"/>
          <a:ext cx="2759455" cy="2124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Gráfico 22">
            <a:extLst>
              <a:ext uri="{FF2B5EF4-FFF2-40B4-BE49-F238E27FC236}">
                <a16:creationId xmlns:a16="http://schemas.microsoft.com/office/drawing/2014/main" id="{752F9BA8-8C19-47E4-B58D-443BE530F9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3500970"/>
              </p:ext>
            </p:extLst>
          </p:nvPr>
        </p:nvGraphicFramePr>
        <p:xfrm>
          <a:off x="8727081" y="2554718"/>
          <a:ext cx="2759455" cy="2124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B9C4334F-BB60-4C10-9740-CC508D2F47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5885650"/>
              </p:ext>
            </p:extLst>
          </p:nvPr>
        </p:nvGraphicFramePr>
        <p:xfrm>
          <a:off x="2368438" y="5394437"/>
          <a:ext cx="7455124" cy="13850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84132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504</Words>
  <Application>Microsoft Office PowerPoint</Application>
  <PresentationFormat>Panorámica</PresentationFormat>
  <Paragraphs>40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Bahnschrift Condensed</vt:lpstr>
      <vt:lpstr>Calibri</vt:lpstr>
      <vt:lpstr>Calibri Light</vt:lpstr>
      <vt:lpstr>Oxygen</vt:lpstr>
      <vt:lpstr>Tema de Office</vt:lpstr>
      <vt:lpstr>Realizar con SmartArt 5 diapositivas</vt:lpstr>
      <vt:lpstr>Presentación de PowerPoint</vt:lpstr>
      <vt:lpstr>Una presentación de tus tres asignaturas favoritas:   </vt:lpstr>
      <vt:lpstr>Presentación de PowerPoint</vt:lpstr>
      <vt:lpstr>Infografía con estadísticas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SMARTART</dc:title>
  <dc:creator>Ruth Calzado Galán</dc:creator>
  <cp:lastModifiedBy>Sergio Carrasco</cp:lastModifiedBy>
  <cp:revision>14</cp:revision>
  <dcterms:created xsi:type="dcterms:W3CDTF">2021-10-20T11:59:51Z</dcterms:created>
  <dcterms:modified xsi:type="dcterms:W3CDTF">2024-01-14T20:26:04Z</dcterms:modified>
</cp:coreProperties>
</file>