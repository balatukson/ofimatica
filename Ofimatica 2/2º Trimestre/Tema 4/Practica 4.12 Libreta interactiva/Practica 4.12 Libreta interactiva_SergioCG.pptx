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CCFFFF"/>
    <a:srgbClr val="FF99FF"/>
    <a:srgbClr val="FF66CC"/>
    <a:srgbClr val="D11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>
        <p:scale>
          <a:sx n="70" d="100"/>
          <a:sy n="70" d="100"/>
        </p:scale>
        <p:origin x="33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8C85E-4982-3FAD-8FD2-AAE48F434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4E3A85-E5BF-C6BD-7745-3F30A55B3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EBE6C8-F9FD-F0B1-1BC4-13F31D7AA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489D-789F-41F0-8F6D-B7D542D811C9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938ACE-5E22-5333-2ACA-8F3786E08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9C27AD-B0FA-2BBA-61D7-BEF0F79F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B14D-31F5-4E03-AC65-4E66698A2D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76150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53C05-AB81-EAE9-F44F-C90CA3172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CBC5BE-8356-F1B3-608D-0807D41B4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FC1B4B-948C-561E-EFE3-66982B6AC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489D-789F-41F0-8F6D-B7D542D811C9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3EDDC9-50E5-DCD0-7573-D6D3422E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EF7D56-4650-8119-7F73-A394D5C92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B14D-31F5-4E03-AC65-4E66698A2D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19249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D70DD-8138-552D-ACCC-21B40AC4D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CCDEE7-2CC3-3C4C-5699-F281D19C7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4D61E0-674B-9560-2F6F-74590FDFB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489D-789F-41F0-8F6D-B7D542D811C9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2E246-9375-6DC7-BE73-A40A56DDE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55238-EBF5-2F64-AC1E-3EADCEFE3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B14D-31F5-4E03-AC65-4E66698A2D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60237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02EDB-E2E6-1B74-ECF7-6A9A020A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4EE1B1-17CC-3CB6-9991-3DB8AF905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B405A5-3DDB-B8D2-84F9-6DE4DA01B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A539D5-4DCF-31A3-5469-81238EA95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489D-789F-41F0-8F6D-B7D542D811C9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45687B-CCAA-67EA-8014-B4106BFF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881B6-C473-A77A-98D9-52B29491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B14D-31F5-4E03-AC65-4E66698A2D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34619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E1BC9-B294-3168-05DC-F0EAB7B50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D142EC-116E-4162-8973-28D20D098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28EDBE-F693-BE5F-5081-DA101DA42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C3D47D-BA09-50D2-98E3-B21270BED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8E543E5-CAB4-3A9F-E063-AFAB39431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285EEA-AF4B-C841-F01E-EFA5FE56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489D-789F-41F0-8F6D-B7D542D811C9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67C633-D5E1-0494-ED6C-7486088CD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451DDA-7B5D-68C2-607E-E01F23AF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B14D-31F5-4E03-AC65-4E66698A2D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51773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CE087-3068-C82A-111C-4BCF7F0DA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2EB04E-4176-2F63-51D1-A96CAF4D7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489D-789F-41F0-8F6D-B7D542D811C9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ED0272-5780-F64F-B89E-ED7573F94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53C115-EA07-5D0D-4F8C-74787A7C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B14D-31F5-4E03-AC65-4E66698A2D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17895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25F771-DAF4-6A2E-8DF3-1084D01D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489D-789F-41F0-8F6D-B7D542D811C9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F3B4D27-3E25-2395-C748-DAE344B72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7C18E5-A650-B763-51F9-D07BAB393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B14D-31F5-4E03-AC65-4E66698A2D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46714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D4962-49C9-BF00-6381-3D59E8AFA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688856-B3FF-C3D1-4DA6-4BE0CAA71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F175B7-038E-9D92-4C8A-63CA7DEC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1774BF-A8A6-8212-7C4E-04B8D20FE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489D-789F-41F0-8F6D-B7D542D811C9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A266E0-F4F9-B723-7ADB-E876279C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CE48DA-E43D-DC17-995C-893E08FD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B14D-31F5-4E03-AC65-4E66698A2D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322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CF148-1AF6-06B7-EFDB-5032D28AD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F41BCE-94DB-0D8C-2E7F-1511A8DB84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360009-7D50-F1A6-A50F-AEBBB79F9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E0CA9B-CF9A-60DB-9FEF-3CA8EA466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489D-789F-41F0-8F6D-B7D542D811C9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BD7448-D33C-91A1-2A28-0C8DCE51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AE839B-F13A-1C44-52DB-AE740EB7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B14D-31F5-4E03-AC65-4E66698A2D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29365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89B0A-7366-95FE-0A44-B09984E51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0C8E8E-BB05-0130-564C-1152B9F6B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E6ABA7-FF38-5CEE-DC10-8AAC99F16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489D-789F-41F0-8F6D-B7D542D811C9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EFA1D6-EDC3-F38E-AFBD-090AAF784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84908E-EF67-38D5-0D85-6F45A572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B14D-31F5-4E03-AC65-4E66698A2D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73518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67BA75-A2A5-92B2-83A8-B8B5DEBDC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906167-9216-A1E3-51BB-D41FFFD5E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F6190C-0781-2BCE-5683-3B7CE245C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489D-789F-41F0-8F6D-B7D542D811C9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B68EF4-7A7F-1709-F582-FAB66C5E6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6EEF0A-66EE-CDD1-6C29-8F7B929A5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B14D-31F5-4E03-AC65-4E66698A2D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09823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2991DDC-E23F-9F76-3716-6694BDCC0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6CB3B6-3C45-0D74-CC8D-C9AAC41E8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E4597F-ABE8-9FC9-2FEE-F30E28179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4489D-789F-41F0-8F6D-B7D542D811C9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FBF7F4-115C-AB6C-02A8-A76209DA2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07099E-46DC-A907-FA07-973C64831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3B14D-31F5-4E03-AC65-4E66698A2D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411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06A9E76-45F8-CF60-883A-01C14400348F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1" name="Rectángulo 280">
            <a:extLst>
              <a:ext uri="{FF2B5EF4-FFF2-40B4-BE49-F238E27FC236}">
                <a16:creationId xmlns:a16="http://schemas.microsoft.com/office/drawing/2014/main" id="{5123E57A-F1EA-0E7E-DB83-084351B2F0C6}"/>
              </a:ext>
            </a:extLst>
          </p:cNvPr>
          <p:cNvSpPr/>
          <p:nvPr/>
        </p:nvSpPr>
        <p:spPr>
          <a:xfrm>
            <a:off x="5791200" y="24765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2" name="Arco de bloque 281">
            <a:extLst>
              <a:ext uri="{FF2B5EF4-FFF2-40B4-BE49-F238E27FC236}">
                <a16:creationId xmlns:a16="http://schemas.microsoft.com/office/drawing/2014/main" id="{B6330D76-D41D-AE67-10D3-DBA70BA86352}"/>
              </a:ext>
            </a:extLst>
          </p:cNvPr>
          <p:cNvSpPr/>
          <p:nvPr/>
        </p:nvSpPr>
        <p:spPr>
          <a:xfrm>
            <a:off x="5848339" y="10000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83" name="Rectángulo 282">
            <a:extLst>
              <a:ext uri="{FF2B5EF4-FFF2-40B4-BE49-F238E27FC236}">
                <a16:creationId xmlns:a16="http://schemas.microsoft.com/office/drawing/2014/main" id="{4B262A33-39CC-B1C0-1663-ECC77B809AD2}"/>
              </a:ext>
            </a:extLst>
          </p:cNvPr>
          <p:cNvSpPr/>
          <p:nvPr/>
        </p:nvSpPr>
        <p:spPr>
          <a:xfrm>
            <a:off x="5791200" y="49530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4" name="Arco de bloque 283">
            <a:extLst>
              <a:ext uri="{FF2B5EF4-FFF2-40B4-BE49-F238E27FC236}">
                <a16:creationId xmlns:a16="http://schemas.microsoft.com/office/drawing/2014/main" id="{4AB1F51D-6CF7-1832-889B-651BE62E3CBE}"/>
              </a:ext>
            </a:extLst>
          </p:cNvPr>
          <p:cNvSpPr/>
          <p:nvPr/>
        </p:nvSpPr>
        <p:spPr>
          <a:xfrm>
            <a:off x="5848339" y="34765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85" name="Rectángulo 284">
            <a:extLst>
              <a:ext uri="{FF2B5EF4-FFF2-40B4-BE49-F238E27FC236}">
                <a16:creationId xmlns:a16="http://schemas.microsoft.com/office/drawing/2014/main" id="{1EE7E272-8BF7-31AE-0215-BBE2A67005A5}"/>
              </a:ext>
            </a:extLst>
          </p:cNvPr>
          <p:cNvSpPr/>
          <p:nvPr/>
        </p:nvSpPr>
        <p:spPr>
          <a:xfrm>
            <a:off x="5791200" y="74295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6" name="Arco de bloque 285">
            <a:extLst>
              <a:ext uri="{FF2B5EF4-FFF2-40B4-BE49-F238E27FC236}">
                <a16:creationId xmlns:a16="http://schemas.microsoft.com/office/drawing/2014/main" id="{950B6E8B-9A7E-5CAA-7637-CFFFF2316BEB}"/>
              </a:ext>
            </a:extLst>
          </p:cNvPr>
          <p:cNvSpPr/>
          <p:nvPr/>
        </p:nvSpPr>
        <p:spPr>
          <a:xfrm>
            <a:off x="5848339" y="59530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87" name="Rectángulo 286">
            <a:extLst>
              <a:ext uri="{FF2B5EF4-FFF2-40B4-BE49-F238E27FC236}">
                <a16:creationId xmlns:a16="http://schemas.microsoft.com/office/drawing/2014/main" id="{0DE4A580-381B-FB9B-B73F-6D80504BD404}"/>
              </a:ext>
            </a:extLst>
          </p:cNvPr>
          <p:cNvSpPr/>
          <p:nvPr/>
        </p:nvSpPr>
        <p:spPr>
          <a:xfrm>
            <a:off x="5791200" y="99060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8" name="Arco de bloque 287">
            <a:extLst>
              <a:ext uri="{FF2B5EF4-FFF2-40B4-BE49-F238E27FC236}">
                <a16:creationId xmlns:a16="http://schemas.microsoft.com/office/drawing/2014/main" id="{B09F52D5-7D36-AC96-BBEA-727DB8F4CC9A}"/>
              </a:ext>
            </a:extLst>
          </p:cNvPr>
          <p:cNvSpPr/>
          <p:nvPr/>
        </p:nvSpPr>
        <p:spPr>
          <a:xfrm>
            <a:off x="5848339" y="84295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89" name="Rectángulo 288">
            <a:extLst>
              <a:ext uri="{FF2B5EF4-FFF2-40B4-BE49-F238E27FC236}">
                <a16:creationId xmlns:a16="http://schemas.microsoft.com/office/drawing/2014/main" id="{EB19C449-CBC4-89B9-0E2C-BDD60A8CE387}"/>
              </a:ext>
            </a:extLst>
          </p:cNvPr>
          <p:cNvSpPr/>
          <p:nvPr/>
        </p:nvSpPr>
        <p:spPr>
          <a:xfrm>
            <a:off x="5791200" y="123825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0" name="Arco de bloque 289">
            <a:extLst>
              <a:ext uri="{FF2B5EF4-FFF2-40B4-BE49-F238E27FC236}">
                <a16:creationId xmlns:a16="http://schemas.microsoft.com/office/drawing/2014/main" id="{59E1CB9A-88F5-FD91-3E86-CD549D39CE5D}"/>
              </a:ext>
            </a:extLst>
          </p:cNvPr>
          <p:cNvSpPr/>
          <p:nvPr/>
        </p:nvSpPr>
        <p:spPr>
          <a:xfrm>
            <a:off x="5848339" y="109060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91" name="Rectángulo 290">
            <a:extLst>
              <a:ext uri="{FF2B5EF4-FFF2-40B4-BE49-F238E27FC236}">
                <a16:creationId xmlns:a16="http://schemas.microsoft.com/office/drawing/2014/main" id="{F2EAB942-020B-97B2-4812-C33FEE4E84FA}"/>
              </a:ext>
            </a:extLst>
          </p:cNvPr>
          <p:cNvSpPr/>
          <p:nvPr/>
        </p:nvSpPr>
        <p:spPr>
          <a:xfrm>
            <a:off x="5791200" y="148590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2" name="Arco de bloque 291">
            <a:extLst>
              <a:ext uri="{FF2B5EF4-FFF2-40B4-BE49-F238E27FC236}">
                <a16:creationId xmlns:a16="http://schemas.microsoft.com/office/drawing/2014/main" id="{F03D6F1F-B89D-5CC4-53CA-15BAE292D059}"/>
              </a:ext>
            </a:extLst>
          </p:cNvPr>
          <p:cNvSpPr/>
          <p:nvPr/>
        </p:nvSpPr>
        <p:spPr>
          <a:xfrm>
            <a:off x="5848339" y="133825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93" name="Rectángulo 292">
            <a:extLst>
              <a:ext uri="{FF2B5EF4-FFF2-40B4-BE49-F238E27FC236}">
                <a16:creationId xmlns:a16="http://schemas.microsoft.com/office/drawing/2014/main" id="{D8E82564-12E8-7188-202A-EBC4BD1B2CCD}"/>
              </a:ext>
            </a:extLst>
          </p:cNvPr>
          <p:cNvSpPr/>
          <p:nvPr/>
        </p:nvSpPr>
        <p:spPr>
          <a:xfrm>
            <a:off x="5791200" y="173355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4" name="Arco de bloque 293">
            <a:extLst>
              <a:ext uri="{FF2B5EF4-FFF2-40B4-BE49-F238E27FC236}">
                <a16:creationId xmlns:a16="http://schemas.microsoft.com/office/drawing/2014/main" id="{097E9DF3-59E9-E318-93C6-64F7298E0FCA}"/>
              </a:ext>
            </a:extLst>
          </p:cNvPr>
          <p:cNvSpPr/>
          <p:nvPr/>
        </p:nvSpPr>
        <p:spPr>
          <a:xfrm>
            <a:off x="5848339" y="158590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95" name="Rectángulo 294">
            <a:extLst>
              <a:ext uri="{FF2B5EF4-FFF2-40B4-BE49-F238E27FC236}">
                <a16:creationId xmlns:a16="http://schemas.microsoft.com/office/drawing/2014/main" id="{223D6025-4982-62BE-CEBA-AB38965A75AF}"/>
              </a:ext>
            </a:extLst>
          </p:cNvPr>
          <p:cNvSpPr/>
          <p:nvPr/>
        </p:nvSpPr>
        <p:spPr>
          <a:xfrm>
            <a:off x="5791200" y="198120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6" name="Arco de bloque 295">
            <a:extLst>
              <a:ext uri="{FF2B5EF4-FFF2-40B4-BE49-F238E27FC236}">
                <a16:creationId xmlns:a16="http://schemas.microsoft.com/office/drawing/2014/main" id="{A24DE904-2F89-D3DD-B882-18E207CA62EF}"/>
              </a:ext>
            </a:extLst>
          </p:cNvPr>
          <p:cNvSpPr/>
          <p:nvPr/>
        </p:nvSpPr>
        <p:spPr>
          <a:xfrm>
            <a:off x="5848339" y="183355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97" name="Rectángulo 296">
            <a:extLst>
              <a:ext uri="{FF2B5EF4-FFF2-40B4-BE49-F238E27FC236}">
                <a16:creationId xmlns:a16="http://schemas.microsoft.com/office/drawing/2014/main" id="{1B3B3372-85D9-4FF5-3886-EEB99770250C}"/>
              </a:ext>
            </a:extLst>
          </p:cNvPr>
          <p:cNvSpPr/>
          <p:nvPr/>
        </p:nvSpPr>
        <p:spPr>
          <a:xfrm>
            <a:off x="5791200" y="222885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8" name="Arco de bloque 297">
            <a:extLst>
              <a:ext uri="{FF2B5EF4-FFF2-40B4-BE49-F238E27FC236}">
                <a16:creationId xmlns:a16="http://schemas.microsoft.com/office/drawing/2014/main" id="{7D666CCF-4A13-A6D6-203C-5836E40824EE}"/>
              </a:ext>
            </a:extLst>
          </p:cNvPr>
          <p:cNvSpPr/>
          <p:nvPr/>
        </p:nvSpPr>
        <p:spPr>
          <a:xfrm>
            <a:off x="5848339" y="208120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99" name="Rectángulo 298">
            <a:extLst>
              <a:ext uri="{FF2B5EF4-FFF2-40B4-BE49-F238E27FC236}">
                <a16:creationId xmlns:a16="http://schemas.microsoft.com/office/drawing/2014/main" id="{45A2EF41-7425-2BAE-12BD-C38389794CFF}"/>
              </a:ext>
            </a:extLst>
          </p:cNvPr>
          <p:cNvSpPr/>
          <p:nvPr/>
        </p:nvSpPr>
        <p:spPr>
          <a:xfrm>
            <a:off x="5791200" y="247650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0" name="Arco de bloque 299">
            <a:extLst>
              <a:ext uri="{FF2B5EF4-FFF2-40B4-BE49-F238E27FC236}">
                <a16:creationId xmlns:a16="http://schemas.microsoft.com/office/drawing/2014/main" id="{C45F8397-16D9-A154-31B0-C4BEC75DADEF}"/>
              </a:ext>
            </a:extLst>
          </p:cNvPr>
          <p:cNvSpPr/>
          <p:nvPr/>
        </p:nvSpPr>
        <p:spPr>
          <a:xfrm>
            <a:off x="5848339" y="232885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01" name="Rectángulo 300">
            <a:extLst>
              <a:ext uri="{FF2B5EF4-FFF2-40B4-BE49-F238E27FC236}">
                <a16:creationId xmlns:a16="http://schemas.microsoft.com/office/drawing/2014/main" id="{3E859E37-9F23-DE28-6A64-FA0EA20CE591}"/>
              </a:ext>
            </a:extLst>
          </p:cNvPr>
          <p:cNvSpPr/>
          <p:nvPr/>
        </p:nvSpPr>
        <p:spPr>
          <a:xfrm>
            <a:off x="5791200" y="272415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2" name="Arco de bloque 301">
            <a:extLst>
              <a:ext uri="{FF2B5EF4-FFF2-40B4-BE49-F238E27FC236}">
                <a16:creationId xmlns:a16="http://schemas.microsoft.com/office/drawing/2014/main" id="{4A73E18B-B3CD-9B50-B13F-29D9E7618DEA}"/>
              </a:ext>
            </a:extLst>
          </p:cNvPr>
          <p:cNvSpPr/>
          <p:nvPr/>
        </p:nvSpPr>
        <p:spPr>
          <a:xfrm>
            <a:off x="5848339" y="257650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03" name="Rectángulo 302">
            <a:extLst>
              <a:ext uri="{FF2B5EF4-FFF2-40B4-BE49-F238E27FC236}">
                <a16:creationId xmlns:a16="http://schemas.microsoft.com/office/drawing/2014/main" id="{40D7F315-B4B5-7B75-46BC-CD78C1588A1C}"/>
              </a:ext>
            </a:extLst>
          </p:cNvPr>
          <p:cNvSpPr/>
          <p:nvPr/>
        </p:nvSpPr>
        <p:spPr>
          <a:xfrm>
            <a:off x="5791200" y="297180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4" name="Arco de bloque 303">
            <a:extLst>
              <a:ext uri="{FF2B5EF4-FFF2-40B4-BE49-F238E27FC236}">
                <a16:creationId xmlns:a16="http://schemas.microsoft.com/office/drawing/2014/main" id="{46B58785-0755-C262-E81D-F59620FCDF9D}"/>
              </a:ext>
            </a:extLst>
          </p:cNvPr>
          <p:cNvSpPr/>
          <p:nvPr/>
        </p:nvSpPr>
        <p:spPr>
          <a:xfrm>
            <a:off x="5848339" y="282415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05" name="Rectángulo 304">
            <a:extLst>
              <a:ext uri="{FF2B5EF4-FFF2-40B4-BE49-F238E27FC236}">
                <a16:creationId xmlns:a16="http://schemas.microsoft.com/office/drawing/2014/main" id="{7B19C607-E62C-B51A-50A6-B24B8FC5F4F7}"/>
              </a:ext>
            </a:extLst>
          </p:cNvPr>
          <p:cNvSpPr/>
          <p:nvPr/>
        </p:nvSpPr>
        <p:spPr>
          <a:xfrm>
            <a:off x="5791200" y="321945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6" name="Arco de bloque 305">
            <a:extLst>
              <a:ext uri="{FF2B5EF4-FFF2-40B4-BE49-F238E27FC236}">
                <a16:creationId xmlns:a16="http://schemas.microsoft.com/office/drawing/2014/main" id="{31F7BB6D-5150-A671-9E99-CA829E2F9383}"/>
              </a:ext>
            </a:extLst>
          </p:cNvPr>
          <p:cNvSpPr/>
          <p:nvPr/>
        </p:nvSpPr>
        <p:spPr>
          <a:xfrm>
            <a:off x="5848339" y="307180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07" name="Rectángulo 306">
            <a:extLst>
              <a:ext uri="{FF2B5EF4-FFF2-40B4-BE49-F238E27FC236}">
                <a16:creationId xmlns:a16="http://schemas.microsoft.com/office/drawing/2014/main" id="{9C50F076-1B7C-3714-09BC-3FA071692BE6}"/>
              </a:ext>
            </a:extLst>
          </p:cNvPr>
          <p:cNvSpPr/>
          <p:nvPr/>
        </p:nvSpPr>
        <p:spPr>
          <a:xfrm>
            <a:off x="5791200" y="346710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8" name="Arco de bloque 307">
            <a:extLst>
              <a:ext uri="{FF2B5EF4-FFF2-40B4-BE49-F238E27FC236}">
                <a16:creationId xmlns:a16="http://schemas.microsoft.com/office/drawing/2014/main" id="{A41384A0-76F6-C509-6C23-493506A23879}"/>
              </a:ext>
            </a:extLst>
          </p:cNvPr>
          <p:cNvSpPr/>
          <p:nvPr/>
        </p:nvSpPr>
        <p:spPr>
          <a:xfrm>
            <a:off x="5848339" y="331945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09" name="Rectángulo 308">
            <a:extLst>
              <a:ext uri="{FF2B5EF4-FFF2-40B4-BE49-F238E27FC236}">
                <a16:creationId xmlns:a16="http://schemas.microsoft.com/office/drawing/2014/main" id="{4A2596A0-43F2-5CBF-831E-F6A429F559FC}"/>
              </a:ext>
            </a:extLst>
          </p:cNvPr>
          <p:cNvSpPr/>
          <p:nvPr/>
        </p:nvSpPr>
        <p:spPr>
          <a:xfrm>
            <a:off x="5791200" y="371475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0" name="Arco de bloque 309">
            <a:extLst>
              <a:ext uri="{FF2B5EF4-FFF2-40B4-BE49-F238E27FC236}">
                <a16:creationId xmlns:a16="http://schemas.microsoft.com/office/drawing/2014/main" id="{D70614B9-BBD4-D9CC-B016-509291421977}"/>
              </a:ext>
            </a:extLst>
          </p:cNvPr>
          <p:cNvSpPr/>
          <p:nvPr/>
        </p:nvSpPr>
        <p:spPr>
          <a:xfrm>
            <a:off x="5848339" y="356710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11" name="Rectángulo 310">
            <a:extLst>
              <a:ext uri="{FF2B5EF4-FFF2-40B4-BE49-F238E27FC236}">
                <a16:creationId xmlns:a16="http://schemas.microsoft.com/office/drawing/2014/main" id="{8BA9D78D-4071-DFF9-402D-CCB5EE80EE0D}"/>
              </a:ext>
            </a:extLst>
          </p:cNvPr>
          <p:cNvSpPr/>
          <p:nvPr/>
        </p:nvSpPr>
        <p:spPr>
          <a:xfrm>
            <a:off x="5791200" y="396240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2" name="Arco de bloque 311">
            <a:extLst>
              <a:ext uri="{FF2B5EF4-FFF2-40B4-BE49-F238E27FC236}">
                <a16:creationId xmlns:a16="http://schemas.microsoft.com/office/drawing/2014/main" id="{56167B79-B2FD-437B-9DBB-BA8FC5913626}"/>
              </a:ext>
            </a:extLst>
          </p:cNvPr>
          <p:cNvSpPr/>
          <p:nvPr/>
        </p:nvSpPr>
        <p:spPr>
          <a:xfrm>
            <a:off x="5848339" y="381475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13" name="Rectángulo 312">
            <a:extLst>
              <a:ext uri="{FF2B5EF4-FFF2-40B4-BE49-F238E27FC236}">
                <a16:creationId xmlns:a16="http://schemas.microsoft.com/office/drawing/2014/main" id="{75795EE3-0192-999F-FD58-23F598D35453}"/>
              </a:ext>
            </a:extLst>
          </p:cNvPr>
          <p:cNvSpPr/>
          <p:nvPr/>
        </p:nvSpPr>
        <p:spPr>
          <a:xfrm>
            <a:off x="5791200" y="421005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4" name="Arco de bloque 313">
            <a:extLst>
              <a:ext uri="{FF2B5EF4-FFF2-40B4-BE49-F238E27FC236}">
                <a16:creationId xmlns:a16="http://schemas.microsoft.com/office/drawing/2014/main" id="{7AA16E6F-1FE7-C16B-27F0-CD4A0C4E8599}"/>
              </a:ext>
            </a:extLst>
          </p:cNvPr>
          <p:cNvSpPr/>
          <p:nvPr/>
        </p:nvSpPr>
        <p:spPr>
          <a:xfrm>
            <a:off x="5848339" y="406240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15" name="Rectángulo 314">
            <a:extLst>
              <a:ext uri="{FF2B5EF4-FFF2-40B4-BE49-F238E27FC236}">
                <a16:creationId xmlns:a16="http://schemas.microsoft.com/office/drawing/2014/main" id="{12E3DE87-5FAC-BA54-BBB8-5735808D2DD9}"/>
              </a:ext>
            </a:extLst>
          </p:cNvPr>
          <p:cNvSpPr/>
          <p:nvPr/>
        </p:nvSpPr>
        <p:spPr>
          <a:xfrm>
            <a:off x="5791200" y="445770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6" name="Arco de bloque 315">
            <a:extLst>
              <a:ext uri="{FF2B5EF4-FFF2-40B4-BE49-F238E27FC236}">
                <a16:creationId xmlns:a16="http://schemas.microsoft.com/office/drawing/2014/main" id="{0D1CFA88-A183-D5D6-A48C-A82C19A45315}"/>
              </a:ext>
            </a:extLst>
          </p:cNvPr>
          <p:cNvSpPr/>
          <p:nvPr/>
        </p:nvSpPr>
        <p:spPr>
          <a:xfrm>
            <a:off x="5848339" y="431005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17" name="Rectángulo 316">
            <a:extLst>
              <a:ext uri="{FF2B5EF4-FFF2-40B4-BE49-F238E27FC236}">
                <a16:creationId xmlns:a16="http://schemas.microsoft.com/office/drawing/2014/main" id="{6D6CF831-AC24-AE2C-F754-C0B740B391E2}"/>
              </a:ext>
            </a:extLst>
          </p:cNvPr>
          <p:cNvSpPr/>
          <p:nvPr/>
        </p:nvSpPr>
        <p:spPr>
          <a:xfrm>
            <a:off x="5791200" y="470535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8" name="Arco de bloque 317">
            <a:extLst>
              <a:ext uri="{FF2B5EF4-FFF2-40B4-BE49-F238E27FC236}">
                <a16:creationId xmlns:a16="http://schemas.microsoft.com/office/drawing/2014/main" id="{89A6B224-31F6-09AF-ABE2-CE4206601A39}"/>
              </a:ext>
            </a:extLst>
          </p:cNvPr>
          <p:cNvSpPr/>
          <p:nvPr/>
        </p:nvSpPr>
        <p:spPr>
          <a:xfrm>
            <a:off x="5848339" y="455770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19" name="Rectángulo 318">
            <a:extLst>
              <a:ext uri="{FF2B5EF4-FFF2-40B4-BE49-F238E27FC236}">
                <a16:creationId xmlns:a16="http://schemas.microsoft.com/office/drawing/2014/main" id="{48E51F9A-2104-6C19-D10C-A87228E5256E}"/>
              </a:ext>
            </a:extLst>
          </p:cNvPr>
          <p:cNvSpPr/>
          <p:nvPr/>
        </p:nvSpPr>
        <p:spPr>
          <a:xfrm>
            <a:off x="5791200" y="495300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0" name="Arco de bloque 319">
            <a:extLst>
              <a:ext uri="{FF2B5EF4-FFF2-40B4-BE49-F238E27FC236}">
                <a16:creationId xmlns:a16="http://schemas.microsoft.com/office/drawing/2014/main" id="{AB0A76F3-96CC-6BDF-CA97-53EC968C6C4E}"/>
              </a:ext>
            </a:extLst>
          </p:cNvPr>
          <p:cNvSpPr/>
          <p:nvPr/>
        </p:nvSpPr>
        <p:spPr>
          <a:xfrm>
            <a:off x="5848339" y="480535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21" name="Rectángulo 320">
            <a:extLst>
              <a:ext uri="{FF2B5EF4-FFF2-40B4-BE49-F238E27FC236}">
                <a16:creationId xmlns:a16="http://schemas.microsoft.com/office/drawing/2014/main" id="{BA456C62-F5A5-88B8-4A66-674EA7EAE8B8}"/>
              </a:ext>
            </a:extLst>
          </p:cNvPr>
          <p:cNvSpPr/>
          <p:nvPr/>
        </p:nvSpPr>
        <p:spPr>
          <a:xfrm>
            <a:off x="5791200" y="520065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2" name="Arco de bloque 321">
            <a:extLst>
              <a:ext uri="{FF2B5EF4-FFF2-40B4-BE49-F238E27FC236}">
                <a16:creationId xmlns:a16="http://schemas.microsoft.com/office/drawing/2014/main" id="{36A62EB4-7F61-84CC-B574-FF11C2D51ACB}"/>
              </a:ext>
            </a:extLst>
          </p:cNvPr>
          <p:cNvSpPr/>
          <p:nvPr/>
        </p:nvSpPr>
        <p:spPr>
          <a:xfrm>
            <a:off x="5848339" y="505300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23" name="Rectángulo 322">
            <a:extLst>
              <a:ext uri="{FF2B5EF4-FFF2-40B4-BE49-F238E27FC236}">
                <a16:creationId xmlns:a16="http://schemas.microsoft.com/office/drawing/2014/main" id="{C8991605-5D04-5B52-13D3-51E6852CB6C4}"/>
              </a:ext>
            </a:extLst>
          </p:cNvPr>
          <p:cNvSpPr/>
          <p:nvPr/>
        </p:nvSpPr>
        <p:spPr>
          <a:xfrm>
            <a:off x="5791200" y="544830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4" name="Arco de bloque 323">
            <a:extLst>
              <a:ext uri="{FF2B5EF4-FFF2-40B4-BE49-F238E27FC236}">
                <a16:creationId xmlns:a16="http://schemas.microsoft.com/office/drawing/2014/main" id="{5C86947E-8A42-CEFD-FB32-F3303B25F68E}"/>
              </a:ext>
            </a:extLst>
          </p:cNvPr>
          <p:cNvSpPr/>
          <p:nvPr/>
        </p:nvSpPr>
        <p:spPr>
          <a:xfrm>
            <a:off x="5848339" y="530065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25" name="Rectángulo 324">
            <a:extLst>
              <a:ext uri="{FF2B5EF4-FFF2-40B4-BE49-F238E27FC236}">
                <a16:creationId xmlns:a16="http://schemas.microsoft.com/office/drawing/2014/main" id="{3C91C13A-72B4-1FFE-6229-3520446637F9}"/>
              </a:ext>
            </a:extLst>
          </p:cNvPr>
          <p:cNvSpPr/>
          <p:nvPr/>
        </p:nvSpPr>
        <p:spPr>
          <a:xfrm>
            <a:off x="5791200" y="569595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6" name="Arco de bloque 325">
            <a:extLst>
              <a:ext uri="{FF2B5EF4-FFF2-40B4-BE49-F238E27FC236}">
                <a16:creationId xmlns:a16="http://schemas.microsoft.com/office/drawing/2014/main" id="{33FD6B74-5BA9-4506-EC03-373AB10977FA}"/>
              </a:ext>
            </a:extLst>
          </p:cNvPr>
          <p:cNvSpPr/>
          <p:nvPr/>
        </p:nvSpPr>
        <p:spPr>
          <a:xfrm>
            <a:off x="5848339" y="554830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27" name="Rectángulo 326">
            <a:extLst>
              <a:ext uri="{FF2B5EF4-FFF2-40B4-BE49-F238E27FC236}">
                <a16:creationId xmlns:a16="http://schemas.microsoft.com/office/drawing/2014/main" id="{E339BD4E-87B9-FC72-6FB2-F96B6BC563C3}"/>
              </a:ext>
            </a:extLst>
          </p:cNvPr>
          <p:cNvSpPr/>
          <p:nvPr/>
        </p:nvSpPr>
        <p:spPr>
          <a:xfrm>
            <a:off x="5791200" y="594360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8" name="Arco de bloque 327">
            <a:extLst>
              <a:ext uri="{FF2B5EF4-FFF2-40B4-BE49-F238E27FC236}">
                <a16:creationId xmlns:a16="http://schemas.microsoft.com/office/drawing/2014/main" id="{A70B546C-CFAB-C077-A3C7-1AE632D9A41F}"/>
              </a:ext>
            </a:extLst>
          </p:cNvPr>
          <p:cNvSpPr/>
          <p:nvPr/>
        </p:nvSpPr>
        <p:spPr>
          <a:xfrm>
            <a:off x="5848339" y="579595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29" name="Rectángulo 328">
            <a:extLst>
              <a:ext uri="{FF2B5EF4-FFF2-40B4-BE49-F238E27FC236}">
                <a16:creationId xmlns:a16="http://schemas.microsoft.com/office/drawing/2014/main" id="{EA459E05-0BC7-298A-8703-AE555312E137}"/>
              </a:ext>
            </a:extLst>
          </p:cNvPr>
          <p:cNvSpPr/>
          <p:nvPr/>
        </p:nvSpPr>
        <p:spPr>
          <a:xfrm>
            <a:off x="5791200" y="6191250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0" name="Arco de bloque 329">
            <a:extLst>
              <a:ext uri="{FF2B5EF4-FFF2-40B4-BE49-F238E27FC236}">
                <a16:creationId xmlns:a16="http://schemas.microsoft.com/office/drawing/2014/main" id="{D7704270-0FAB-EDFB-A169-6FF363559787}"/>
              </a:ext>
            </a:extLst>
          </p:cNvPr>
          <p:cNvSpPr/>
          <p:nvPr/>
        </p:nvSpPr>
        <p:spPr>
          <a:xfrm>
            <a:off x="5848339" y="6043603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31" name="Rectángulo 330">
            <a:extLst>
              <a:ext uri="{FF2B5EF4-FFF2-40B4-BE49-F238E27FC236}">
                <a16:creationId xmlns:a16="http://schemas.microsoft.com/office/drawing/2014/main" id="{800EBB7A-1024-68F1-69BD-6656383A510D}"/>
              </a:ext>
            </a:extLst>
          </p:cNvPr>
          <p:cNvSpPr/>
          <p:nvPr/>
        </p:nvSpPr>
        <p:spPr>
          <a:xfrm>
            <a:off x="5791193" y="6460327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2" name="Arco de bloque 331">
            <a:extLst>
              <a:ext uri="{FF2B5EF4-FFF2-40B4-BE49-F238E27FC236}">
                <a16:creationId xmlns:a16="http://schemas.microsoft.com/office/drawing/2014/main" id="{5E142E6E-6AB0-A714-CBBB-0CD518DAB076}"/>
              </a:ext>
            </a:extLst>
          </p:cNvPr>
          <p:cNvSpPr/>
          <p:nvPr/>
        </p:nvSpPr>
        <p:spPr>
          <a:xfrm>
            <a:off x="5848332" y="6312680"/>
            <a:ext cx="447690" cy="528629"/>
          </a:xfrm>
          <a:prstGeom prst="blockArc">
            <a:avLst>
              <a:gd name="adj1" fmla="val 10800000"/>
              <a:gd name="adj2" fmla="val 4980526"/>
              <a:gd name="adj3" fmla="val 1741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4990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E6A7FD6-BEA9-95DF-DB9B-5D982F67E3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87B74D3B-07CB-1896-F816-D3AC6A52DB76}"/>
              </a:ext>
            </a:extLst>
          </p:cNvPr>
          <p:cNvSpPr/>
          <p:nvPr/>
        </p:nvSpPr>
        <p:spPr>
          <a:xfrm>
            <a:off x="5759556" y="2351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6EB3FD73-5DDB-420A-3452-615259F37D81}"/>
              </a:ext>
            </a:extLst>
          </p:cNvPr>
          <p:cNvSpPr/>
          <p:nvPr/>
        </p:nvSpPr>
        <p:spPr>
          <a:xfrm>
            <a:off x="5759556" y="4828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7E730485-137C-BD33-07CA-994ABA281A77}"/>
              </a:ext>
            </a:extLst>
          </p:cNvPr>
          <p:cNvSpPr/>
          <p:nvPr/>
        </p:nvSpPr>
        <p:spPr>
          <a:xfrm>
            <a:off x="5759556" y="7304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160ADEFE-2194-1CBD-4F94-09247EA8796A}"/>
              </a:ext>
            </a:extLst>
          </p:cNvPr>
          <p:cNvSpPr/>
          <p:nvPr/>
        </p:nvSpPr>
        <p:spPr>
          <a:xfrm>
            <a:off x="5759556" y="9781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A8DDAE07-79B1-7801-B550-2013B4B7A5E9}"/>
              </a:ext>
            </a:extLst>
          </p:cNvPr>
          <p:cNvSpPr/>
          <p:nvPr/>
        </p:nvSpPr>
        <p:spPr>
          <a:xfrm>
            <a:off x="5759556" y="12257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773110D0-0FA9-63C0-9EFB-EB313CDE9559}"/>
              </a:ext>
            </a:extLst>
          </p:cNvPr>
          <p:cNvSpPr/>
          <p:nvPr/>
        </p:nvSpPr>
        <p:spPr>
          <a:xfrm>
            <a:off x="5759556" y="14734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2" name="Rectángulo 111">
            <a:extLst>
              <a:ext uri="{FF2B5EF4-FFF2-40B4-BE49-F238E27FC236}">
                <a16:creationId xmlns:a16="http://schemas.microsoft.com/office/drawing/2014/main" id="{EE55835A-BB2C-F470-4963-D2224ED15B16}"/>
              </a:ext>
            </a:extLst>
          </p:cNvPr>
          <p:cNvSpPr/>
          <p:nvPr/>
        </p:nvSpPr>
        <p:spPr>
          <a:xfrm>
            <a:off x="5759556" y="17210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CF2B6C86-25F9-FAD1-8DCD-657431F939A4}"/>
              </a:ext>
            </a:extLst>
          </p:cNvPr>
          <p:cNvSpPr/>
          <p:nvPr/>
        </p:nvSpPr>
        <p:spPr>
          <a:xfrm>
            <a:off x="5759556" y="19687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4" name="Rectángulo 113">
            <a:extLst>
              <a:ext uri="{FF2B5EF4-FFF2-40B4-BE49-F238E27FC236}">
                <a16:creationId xmlns:a16="http://schemas.microsoft.com/office/drawing/2014/main" id="{86D90A22-8DE0-2F0D-A09C-668A7420464D}"/>
              </a:ext>
            </a:extLst>
          </p:cNvPr>
          <p:cNvSpPr/>
          <p:nvPr/>
        </p:nvSpPr>
        <p:spPr>
          <a:xfrm>
            <a:off x="5759556" y="22163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0403F501-98E3-4390-5B10-FECD7FB7D6BD}"/>
              </a:ext>
            </a:extLst>
          </p:cNvPr>
          <p:cNvSpPr/>
          <p:nvPr/>
        </p:nvSpPr>
        <p:spPr>
          <a:xfrm>
            <a:off x="5759556" y="24640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6" name="Rectángulo 115">
            <a:extLst>
              <a:ext uri="{FF2B5EF4-FFF2-40B4-BE49-F238E27FC236}">
                <a16:creationId xmlns:a16="http://schemas.microsoft.com/office/drawing/2014/main" id="{15C523A4-A628-7CE7-97D4-83A0DD09C31B}"/>
              </a:ext>
            </a:extLst>
          </p:cNvPr>
          <p:cNvSpPr/>
          <p:nvPr/>
        </p:nvSpPr>
        <p:spPr>
          <a:xfrm>
            <a:off x="5759556" y="27116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D0BBD79C-5D99-06FC-0652-40D74B9B2869}"/>
              </a:ext>
            </a:extLst>
          </p:cNvPr>
          <p:cNvSpPr/>
          <p:nvPr/>
        </p:nvSpPr>
        <p:spPr>
          <a:xfrm>
            <a:off x="5759556" y="29593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A215B946-E273-78D0-0C7F-2AEA600E54DA}"/>
              </a:ext>
            </a:extLst>
          </p:cNvPr>
          <p:cNvSpPr/>
          <p:nvPr/>
        </p:nvSpPr>
        <p:spPr>
          <a:xfrm>
            <a:off x="5759556" y="32069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94F3BE0F-5779-7B51-59C3-CC7353C8E1B1}"/>
              </a:ext>
            </a:extLst>
          </p:cNvPr>
          <p:cNvSpPr/>
          <p:nvPr/>
        </p:nvSpPr>
        <p:spPr>
          <a:xfrm>
            <a:off x="5759556" y="34546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9F28A270-24FF-5CCE-27A7-BD3F2F36D5A6}"/>
              </a:ext>
            </a:extLst>
          </p:cNvPr>
          <p:cNvSpPr/>
          <p:nvPr/>
        </p:nvSpPr>
        <p:spPr>
          <a:xfrm>
            <a:off x="5759556" y="37022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80A6C0C6-BFF2-27C3-D81F-040AC4238D95}"/>
              </a:ext>
            </a:extLst>
          </p:cNvPr>
          <p:cNvSpPr/>
          <p:nvPr/>
        </p:nvSpPr>
        <p:spPr>
          <a:xfrm>
            <a:off x="5759556" y="39499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C9221689-8CB2-456C-539E-87BCB6493F6C}"/>
              </a:ext>
            </a:extLst>
          </p:cNvPr>
          <p:cNvSpPr/>
          <p:nvPr/>
        </p:nvSpPr>
        <p:spPr>
          <a:xfrm>
            <a:off x="5759556" y="41975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0EA7967F-F835-606A-F024-CD0E191CB08F}"/>
              </a:ext>
            </a:extLst>
          </p:cNvPr>
          <p:cNvSpPr/>
          <p:nvPr/>
        </p:nvSpPr>
        <p:spPr>
          <a:xfrm>
            <a:off x="5759556" y="44452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85565BED-9EA5-9477-C8AA-89E3BF5EF8CF}"/>
              </a:ext>
            </a:extLst>
          </p:cNvPr>
          <p:cNvSpPr/>
          <p:nvPr/>
        </p:nvSpPr>
        <p:spPr>
          <a:xfrm>
            <a:off x="5759556" y="46928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DBAB95F0-E3D4-76CA-1EF5-FBC60F412433}"/>
              </a:ext>
            </a:extLst>
          </p:cNvPr>
          <p:cNvSpPr/>
          <p:nvPr/>
        </p:nvSpPr>
        <p:spPr>
          <a:xfrm>
            <a:off x="5759556" y="49405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6" name="Rectángulo 125">
            <a:extLst>
              <a:ext uri="{FF2B5EF4-FFF2-40B4-BE49-F238E27FC236}">
                <a16:creationId xmlns:a16="http://schemas.microsoft.com/office/drawing/2014/main" id="{209C808E-BD53-AC5E-0F3E-B1602FBB5B99}"/>
              </a:ext>
            </a:extLst>
          </p:cNvPr>
          <p:cNvSpPr/>
          <p:nvPr/>
        </p:nvSpPr>
        <p:spPr>
          <a:xfrm>
            <a:off x="5759556" y="51881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82E02E20-49CF-7A80-6AAC-66D4123A465D}"/>
              </a:ext>
            </a:extLst>
          </p:cNvPr>
          <p:cNvSpPr/>
          <p:nvPr/>
        </p:nvSpPr>
        <p:spPr>
          <a:xfrm>
            <a:off x="5759556" y="54358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B299E723-6982-9930-3C5E-DDEBDD02EB4C}"/>
              </a:ext>
            </a:extLst>
          </p:cNvPr>
          <p:cNvSpPr/>
          <p:nvPr/>
        </p:nvSpPr>
        <p:spPr>
          <a:xfrm>
            <a:off x="5759556" y="56834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F69DA26B-E9B4-CB4F-8B58-6BDEC8881578}"/>
              </a:ext>
            </a:extLst>
          </p:cNvPr>
          <p:cNvSpPr/>
          <p:nvPr/>
        </p:nvSpPr>
        <p:spPr>
          <a:xfrm>
            <a:off x="5759556" y="59311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0" name="Rectángulo 129">
            <a:extLst>
              <a:ext uri="{FF2B5EF4-FFF2-40B4-BE49-F238E27FC236}">
                <a16:creationId xmlns:a16="http://schemas.microsoft.com/office/drawing/2014/main" id="{C1C4249F-E864-3F40-2D5B-414232EF67AA}"/>
              </a:ext>
            </a:extLst>
          </p:cNvPr>
          <p:cNvSpPr/>
          <p:nvPr/>
        </p:nvSpPr>
        <p:spPr>
          <a:xfrm>
            <a:off x="5759556" y="61787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Rectángulo 130">
            <a:extLst>
              <a:ext uri="{FF2B5EF4-FFF2-40B4-BE49-F238E27FC236}">
                <a16:creationId xmlns:a16="http://schemas.microsoft.com/office/drawing/2014/main" id="{A660817B-DC9C-4686-4965-7CCF3FDBBDD5}"/>
              </a:ext>
            </a:extLst>
          </p:cNvPr>
          <p:cNvSpPr/>
          <p:nvPr/>
        </p:nvSpPr>
        <p:spPr>
          <a:xfrm>
            <a:off x="5759549" y="6447871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2" name="Rectángulo 131">
            <a:extLst>
              <a:ext uri="{FF2B5EF4-FFF2-40B4-BE49-F238E27FC236}">
                <a16:creationId xmlns:a16="http://schemas.microsoft.com/office/drawing/2014/main" id="{81BF19E8-C0AD-6BC0-83D4-745FD5F7EAAA}"/>
              </a:ext>
            </a:extLst>
          </p:cNvPr>
          <p:cNvSpPr/>
          <p:nvPr/>
        </p:nvSpPr>
        <p:spPr>
          <a:xfrm>
            <a:off x="6238875" y="2333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3" name="Rectángulo 132">
            <a:extLst>
              <a:ext uri="{FF2B5EF4-FFF2-40B4-BE49-F238E27FC236}">
                <a16:creationId xmlns:a16="http://schemas.microsoft.com/office/drawing/2014/main" id="{AC8F5E53-52B0-BF3C-BDD5-094E1BB57917}"/>
              </a:ext>
            </a:extLst>
          </p:cNvPr>
          <p:cNvSpPr/>
          <p:nvPr/>
        </p:nvSpPr>
        <p:spPr>
          <a:xfrm>
            <a:off x="6238875" y="4810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4" name="Rectángulo 133">
            <a:extLst>
              <a:ext uri="{FF2B5EF4-FFF2-40B4-BE49-F238E27FC236}">
                <a16:creationId xmlns:a16="http://schemas.microsoft.com/office/drawing/2014/main" id="{316D221A-433E-5191-8058-BD4C1B2C2138}"/>
              </a:ext>
            </a:extLst>
          </p:cNvPr>
          <p:cNvSpPr/>
          <p:nvPr/>
        </p:nvSpPr>
        <p:spPr>
          <a:xfrm>
            <a:off x="6238875" y="7286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5" name="Rectángulo 134">
            <a:extLst>
              <a:ext uri="{FF2B5EF4-FFF2-40B4-BE49-F238E27FC236}">
                <a16:creationId xmlns:a16="http://schemas.microsoft.com/office/drawing/2014/main" id="{0184D31F-F8AF-006A-7161-E1D713C56FF6}"/>
              </a:ext>
            </a:extLst>
          </p:cNvPr>
          <p:cNvSpPr/>
          <p:nvPr/>
        </p:nvSpPr>
        <p:spPr>
          <a:xfrm>
            <a:off x="6238875" y="9763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6" name="Rectángulo 135">
            <a:extLst>
              <a:ext uri="{FF2B5EF4-FFF2-40B4-BE49-F238E27FC236}">
                <a16:creationId xmlns:a16="http://schemas.microsoft.com/office/drawing/2014/main" id="{CEBFEAE8-FFAE-98EE-ACF9-7108FB8BB1B5}"/>
              </a:ext>
            </a:extLst>
          </p:cNvPr>
          <p:cNvSpPr/>
          <p:nvPr/>
        </p:nvSpPr>
        <p:spPr>
          <a:xfrm>
            <a:off x="6238875" y="12239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7" name="Rectángulo 136">
            <a:extLst>
              <a:ext uri="{FF2B5EF4-FFF2-40B4-BE49-F238E27FC236}">
                <a16:creationId xmlns:a16="http://schemas.microsoft.com/office/drawing/2014/main" id="{E130C798-6191-0387-FD6D-801268B1CBA7}"/>
              </a:ext>
            </a:extLst>
          </p:cNvPr>
          <p:cNvSpPr/>
          <p:nvPr/>
        </p:nvSpPr>
        <p:spPr>
          <a:xfrm>
            <a:off x="6238875" y="14716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8" name="Rectángulo 137">
            <a:extLst>
              <a:ext uri="{FF2B5EF4-FFF2-40B4-BE49-F238E27FC236}">
                <a16:creationId xmlns:a16="http://schemas.microsoft.com/office/drawing/2014/main" id="{843940F8-76EC-9F8A-6EBC-24D9BCEDDEA5}"/>
              </a:ext>
            </a:extLst>
          </p:cNvPr>
          <p:cNvSpPr/>
          <p:nvPr/>
        </p:nvSpPr>
        <p:spPr>
          <a:xfrm>
            <a:off x="6238875" y="17192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9" name="Rectángulo 138">
            <a:extLst>
              <a:ext uri="{FF2B5EF4-FFF2-40B4-BE49-F238E27FC236}">
                <a16:creationId xmlns:a16="http://schemas.microsoft.com/office/drawing/2014/main" id="{D684C6A5-5EC4-E315-05B7-03DB57E6383F}"/>
              </a:ext>
            </a:extLst>
          </p:cNvPr>
          <p:cNvSpPr/>
          <p:nvPr/>
        </p:nvSpPr>
        <p:spPr>
          <a:xfrm>
            <a:off x="6238875" y="19669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0" name="Rectángulo 139">
            <a:extLst>
              <a:ext uri="{FF2B5EF4-FFF2-40B4-BE49-F238E27FC236}">
                <a16:creationId xmlns:a16="http://schemas.microsoft.com/office/drawing/2014/main" id="{58253650-93BB-3014-8F1D-051B8B5CBB3B}"/>
              </a:ext>
            </a:extLst>
          </p:cNvPr>
          <p:cNvSpPr/>
          <p:nvPr/>
        </p:nvSpPr>
        <p:spPr>
          <a:xfrm>
            <a:off x="6238875" y="22145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1DB257A9-470C-2763-D077-4A75A11C8937}"/>
              </a:ext>
            </a:extLst>
          </p:cNvPr>
          <p:cNvSpPr/>
          <p:nvPr/>
        </p:nvSpPr>
        <p:spPr>
          <a:xfrm>
            <a:off x="6238875" y="24622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2" name="Rectángulo 141">
            <a:extLst>
              <a:ext uri="{FF2B5EF4-FFF2-40B4-BE49-F238E27FC236}">
                <a16:creationId xmlns:a16="http://schemas.microsoft.com/office/drawing/2014/main" id="{250B4AF7-DF53-6A08-9987-93FBCD71EC75}"/>
              </a:ext>
            </a:extLst>
          </p:cNvPr>
          <p:cNvSpPr/>
          <p:nvPr/>
        </p:nvSpPr>
        <p:spPr>
          <a:xfrm>
            <a:off x="6238875" y="27098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3" name="Rectángulo 142">
            <a:extLst>
              <a:ext uri="{FF2B5EF4-FFF2-40B4-BE49-F238E27FC236}">
                <a16:creationId xmlns:a16="http://schemas.microsoft.com/office/drawing/2014/main" id="{3A156264-B523-D4EF-AD6C-697ECCE19F6D}"/>
              </a:ext>
            </a:extLst>
          </p:cNvPr>
          <p:cNvSpPr/>
          <p:nvPr/>
        </p:nvSpPr>
        <p:spPr>
          <a:xfrm>
            <a:off x="6238875" y="29575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4" name="Rectángulo 143">
            <a:extLst>
              <a:ext uri="{FF2B5EF4-FFF2-40B4-BE49-F238E27FC236}">
                <a16:creationId xmlns:a16="http://schemas.microsoft.com/office/drawing/2014/main" id="{CD5EC4C4-5507-2234-672B-AE7CDC1ED0F0}"/>
              </a:ext>
            </a:extLst>
          </p:cNvPr>
          <p:cNvSpPr/>
          <p:nvPr/>
        </p:nvSpPr>
        <p:spPr>
          <a:xfrm>
            <a:off x="6238875" y="32051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5" name="Rectángulo 144">
            <a:extLst>
              <a:ext uri="{FF2B5EF4-FFF2-40B4-BE49-F238E27FC236}">
                <a16:creationId xmlns:a16="http://schemas.microsoft.com/office/drawing/2014/main" id="{91AE35EB-7241-49EA-8847-9D06E99554C1}"/>
              </a:ext>
            </a:extLst>
          </p:cNvPr>
          <p:cNvSpPr/>
          <p:nvPr/>
        </p:nvSpPr>
        <p:spPr>
          <a:xfrm>
            <a:off x="6238875" y="34528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6" name="Rectángulo 145">
            <a:extLst>
              <a:ext uri="{FF2B5EF4-FFF2-40B4-BE49-F238E27FC236}">
                <a16:creationId xmlns:a16="http://schemas.microsoft.com/office/drawing/2014/main" id="{FFDC167B-9DA1-7B01-8F65-CA9E91DE2E98}"/>
              </a:ext>
            </a:extLst>
          </p:cNvPr>
          <p:cNvSpPr/>
          <p:nvPr/>
        </p:nvSpPr>
        <p:spPr>
          <a:xfrm>
            <a:off x="6238875" y="37004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7DB509FB-3BC3-C1EE-8EBE-47A81A6938A1}"/>
              </a:ext>
            </a:extLst>
          </p:cNvPr>
          <p:cNvSpPr/>
          <p:nvPr/>
        </p:nvSpPr>
        <p:spPr>
          <a:xfrm>
            <a:off x="6238875" y="39481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34177B69-D811-E00A-162C-12621D441FE3}"/>
              </a:ext>
            </a:extLst>
          </p:cNvPr>
          <p:cNvSpPr/>
          <p:nvPr/>
        </p:nvSpPr>
        <p:spPr>
          <a:xfrm>
            <a:off x="6238875" y="41957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9" name="Rectángulo 148">
            <a:extLst>
              <a:ext uri="{FF2B5EF4-FFF2-40B4-BE49-F238E27FC236}">
                <a16:creationId xmlns:a16="http://schemas.microsoft.com/office/drawing/2014/main" id="{0FDCC52D-3502-0AF4-B730-42A05CB5B295}"/>
              </a:ext>
            </a:extLst>
          </p:cNvPr>
          <p:cNvSpPr/>
          <p:nvPr/>
        </p:nvSpPr>
        <p:spPr>
          <a:xfrm>
            <a:off x="6238875" y="44434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0" name="Rectángulo 149">
            <a:extLst>
              <a:ext uri="{FF2B5EF4-FFF2-40B4-BE49-F238E27FC236}">
                <a16:creationId xmlns:a16="http://schemas.microsoft.com/office/drawing/2014/main" id="{740C49D8-24D9-E1D4-2FCF-CB132A22B108}"/>
              </a:ext>
            </a:extLst>
          </p:cNvPr>
          <p:cNvSpPr/>
          <p:nvPr/>
        </p:nvSpPr>
        <p:spPr>
          <a:xfrm>
            <a:off x="6238875" y="46910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1" name="Rectángulo 150">
            <a:extLst>
              <a:ext uri="{FF2B5EF4-FFF2-40B4-BE49-F238E27FC236}">
                <a16:creationId xmlns:a16="http://schemas.microsoft.com/office/drawing/2014/main" id="{1ADE2588-EB52-946E-10CD-B62884CB4123}"/>
              </a:ext>
            </a:extLst>
          </p:cNvPr>
          <p:cNvSpPr/>
          <p:nvPr/>
        </p:nvSpPr>
        <p:spPr>
          <a:xfrm>
            <a:off x="6238875" y="49387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2" name="Rectángulo 151">
            <a:extLst>
              <a:ext uri="{FF2B5EF4-FFF2-40B4-BE49-F238E27FC236}">
                <a16:creationId xmlns:a16="http://schemas.microsoft.com/office/drawing/2014/main" id="{D8EB4DFB-2E8C-11E1-94E2-00F4648B131B}"/>
              </a:ext>
            </a:extLst>
          </p:cNvPr>
          <p:cNvSpPr/>
          <p:nvPr/>
        </p:nvSpPr>
        <p:spPr>
          <a:xfrm>
            <a:off x="6238875" y="51863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3" name="Rectángulo 152">
            <a:extLst>
              <a:ext uri="{FF2B5EF4-FFF2-40B4-BE49-F238E27FC236}">
                <a16:creationId xmlns:a16="http://schemas.microsoft.com/office/drawing/2014/main" id="{40CF87F1-261F-D197-8AA8-DAADD324308D}"/>
              </a:ext>
            </a:extLst>
          </p:cNvPr>
          <p:cNvSpPr/>
          <p:nvPr/>
        </p:nvSpPr>
        <p:spPr>
          <a:xfrm>
            <a:off x="6238875" y="54340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4" name="Rectángulo 153">
            <a:extLst>
              <a:ext uri="{FF2B5EF4-FFF2-40B4-BE49-F238E27FC236}">
                <a16:creationId xmlns:a16="http://schemas.microsoft.com/office/drawing/2014/main" id="{51CFE9CB-420D-D7A1-207B-DE63A68963A5}"/>
              </a:ext>
            </a:extLst>
          </p:cNvPr>
          <p:cNvSpPr/>
          <p:nvPr/>
        </p:nvSpPr>
        <p:spPr>
          <a:xfrm>
            <a:off x="6238875" y="56816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5" name="Rectángulo 154">
            <a:extLst>
              <a:ext uri="{FF2B5EF4-FFF2-40B4-BE49-F238E27FC236}">
                <a16:creationId xmlns:a16="http://schemas.microsoft.com/office/drawing/2014/main" id="{7813F86D-35F1-25C2-11D7-AC0FBAA40B47}"/>
              </a:ext>
            </a:extLst>
          </p:cNvPr>
          <p:cNvSpPr/>
          <p:nvPr/>
        </p:nvSpPr>
        <p:spPr>
          <a:xfrm>
            <a:off x="6238875" y="59293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2063F2D3-1A04-B82E-DA79-44E46B2F525C}"/>
              </a:ext>
            </a:extLst>
          </p:cNvPr>
          <p:cNvSpPr/>
          <p:nvPr/>
        </p:nvSpPr>
        <p:spPr>
          <a:xfrm>
            <a:off x="6238875" y="61769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7" name="Rectángulo 156">
            <a:extLst>
              <a:ext uri="{FF2B5EF4-FFF2-40B4-BE49-F238E27FC236}">
                <a16:creationId xmlns:a16="http://schemas.microsoft.com/office/drawing/2014/main" id="{862C39F3-D8C5-5320-2716-33EDBF62527E}"/>
              </a:ext>
            </a:extLst>
          </p:cNvPr>
          <p:cNvSpPr/>
          <p:nvPr/>
        </p:nvSpPr>
        <p:spPr>
          <a:xfrm>
            <a:off x="6238868" y="6446039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8" name="Arco de bloque 157">
            <a:extLst>
              <a:ext uri="{FF2B5EF4-FFF2-40B4-BE49-F238E27FC236}">
                <a16:creationId xmlns:a16="http://schemas.microsoft.com/office/drawing/2014/main" id="{480906FB-2BB0-A1E0-B30D-29E6E1788F62}"/>
              </a:ext>
            </a:extLst>
          </p:cNvPr>
          <p:cNvSpPr/>
          <p:nvPr/>
        </p:nvSpPr>
        <p:spPr>
          <a:xfrm>
            <a:off x="5815859" y="18573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59" name="Arco de bloque 158">
            <a:extLst>
              <a:ext uri="{FF2B5EF4-FFF2-40B4-BE49-F238E27FC236}">
                <a16:creationId xmlns:a16="http://schemas.microsoft.com/office/drawing/2014/main" id="{32CD42C5-08E1-E245-B570-A2102C6DF65B}"/>
              </a:ext>
            </a:extLst>
          </p:cNvPr>
          <p:cNvSpPr/>
          <p:nvPr/>
        </p:nvSpPr>
        <p:spPr>
          <a:xfrm>
            <a:off x="5815859" y="43337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0" name="Arco de bloque 159">
            <a:extLst>
              <a:ext uri="{FF2B5EF4-FFF2-40B4-BE49-F238E27FC236}">
                <a16:creationId xmlns:a16="http://schemas.microsoft.com/office/drawing/2014/main" id="{51339276-D8F7-C5CD-0E44-D4AC39282FEF}"/>
              </a:ext>
            </a:extLst>
          </p:cNvPr>
          <p:cNvSpPr/>
          <p:nvPr/>
        </p:nvSpPr>
        <p:spPr>
          <a:xfrm>
            <a:off x="5815859" y="68102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1" name="Arco de bloque 160">
            <a:extLst>
              <a:ext uri="{FF2B5EF4-FFF2-40B4-BE49-F238E27FC236}">
                <a16:creationId xmlns:a16="http://schemas.microsoft.com/office/drawing/2014/main" id="{D7FF18CA-B89D-AA73-3005-7E655904C1C1}"/>
              </a:ext>
            </a:extLst>
          </p:cNvPr>
          <p:cNvSpPr/>
          <p:nvPr/>
        </p:nvSpPr>
        <p:spPr>
          <a:xfrm>
            <a:off x="5815859" y="92866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2" name="Arco de bloque 161">
            <a:extLst>
              <a:ext uri="{FF2B5EF4-FFF2-40B4-BE49-F238E27FC236}">
                <a16:creationId xmlns:a16="http://schemas.microsoft.com/office/drawing/2014/main" id="{6108F737-36E2-D1FB-7CDF-57859E22B431}"/>
              </a:ext>
            </a:extLst>
          </p:cNvPr>
          <p:cNvSpPr/>
          <p:nvPr/>
        </p:nvSpPr>
        <p:spPr>
          <a:xfrm>
            <a:off x="5815859" y="117630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3" name="Arco de bloque 162">
            <a:extLst>
              <a:ext uri="{FF2B5EF4-FFF2-40B4-BE49-F238E27FC236}">
                <a16:creationId xmlns:a16="http://schemas.microsoft.com/office/drawing/2014/main" id="{59FD0F1A-55AF-E01D-4A46-7EE71336A25A}"/>
              </a:ext>
            </a:extLst>
          </p:cNvPr>
          <p:cNvSpPr/>
          <p:nvPr/>
        </p:nvSpPr>
        <p:spPr>
          <a:xfrm>
            <a:off x="5815859" y="142394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4" name="Arco de bloque 163">
            <a:extLst>
              <a:ext uri="{FF2B5EF4-FFF2-40B4-BE49-F238E27FC236}">
                <a16:creationId xmlns:a16="http://schemas.microsoft.com/office/drawing/2014/main" id="{F8B0C46A-E064-39DA-8C06-F9D1140223E1}"/>
              </a:ext>
            </a:extLst>
          </p:cNvPr>
          <p:cNvSpPr/>
          <p:nvPr/>
        </p:nvSpPr>
        <p:spPr>
          <a:xfrm>
            <a:off x="5815859" y="167158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5" name="Arco de bloque 164">
            <a:extLst>
              <a:ext uri="{FF2B5EF4-FFF2-40B4-BE49-F238E27FC236}">
                <a16:creationId xmlns:a16="http://schemas.microsoft.com/office/drawing/2014/main" id="{A151EF92-A258-F79A-5ADC-988F0B85693A}"/>
              </a:ext>
            </a:extLst>
          </p:cNvPr>
          <p:cNvSpPr/>
          <p:nvPr/>
        </p:nvSpPr>
        <p:spPr>
          <a:xfrm>
            <a:off x="5815859" y="191923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6" name="Arco de bloque 165">
            <a:extLst>
              <a:ext uri="{FF2B5EF4-FFF2-40B4-BE49-F238E27FC236}">
                <a16:creationId xmlns:a16="http://schemas.microsoft.com/office/drawing/2014/main" id="{259B5A39-804F-7182-7B96-3051B55FFDD0}"/>
              </a:ext>
            </a:extLst>
          </p:cNvPr>
          <p:cNvSpPr/>
          <p:nvPr/>
        </p:nvSpPr>
        <p:spPr>
          <a:xfrm>
            <a:off x="5815859" y="216687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7" name="Arco de bloque 166">
            <a:extLst>
              <a:ext uri="{FF2B5EF4-FFF2-40B4-BE49-F238E27FC236}">
                <a16:creationId xmlns:a16="http://schemas.microsoft.com/office/drawing/2014/main" id="{9E66150B-B743-0FE3-D801-9984E385C378}"/>
              </a:ext>
            </a:extLst>
          </p:cNvPr>
          <p:cNvSpPr/>
          <p:nvPr/>
        </p:nvSpPr>
        <p:spPr>
          <a:xfrm>
            <a:off x="5815859" y="241451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8" name="Arco de bloque 167">
            <a:extLst>
              <a:ext uri="{FF2B5EF4-FFF2-40B4-BE49-F238E27FC236}">
                <a16:creationId xmlns:a16="http://schemas.microsoft.com/office/drawing/2014/main" id="{0A3189F0-B223-68C3-819E-3A3B54CD8C23}"/>
              </a:ext>
            </a:extLst>
          </p:cNvPr>
          <p:cNvSpPr/>
          <p:nvPr/>
        </p:nvSpPr>
        <p:spPr>
          <a:xfrm>
            <a:off x="5815859" y="266215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9" name="Arco de bloque 168">
            <a:extLst>
              <a:ext uri="{FF2B5EF4-FFF2-40B4-BE49-F238E27FC236}">
                <a16:creationId xmlns:a16="http://schemas.microsoft.com/office/drawing/2014/main" id="{5B113E2C-6C74-08D7-7189-42E8424B0D94}"/>
              </a:ext>
            </a:extLst>
          </p:cNvPr>
          <p:cNvSpPr/>
          <p:nvPr/>
        </p:nvSpPr>
        <p:spPr>
          <a:xfrm>
            <a:off x="5815859" y="290979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0" name="Arco de bloque 169">
            <a:extLst>
              <a:ext uri="{FF2B5EF4-FFF2-40B4-BE49-F238E27FC236}">
                <a16:creationId xmlns:a16="http://schemas.microsoft.com/office/drawing/2014/main" id="{78611D1E-C7D9-1265-1EEE-2A76DEEB0F3A}"/>
              </a:ext>
            </a:extLst>
          </p:cNvPr>
          <p:cNvSpPr/>
          <p:nvPr/>
        </p:nvSpPr>
        <p:spPr>
          <a:xfrm>
            <a:off x="5815859" y="315744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1" name="Arco de bloque 170">
            <a:extLst>
              <a:ext uri="{FF2B5EF4-FFF2-40B4-BE49-F238E27FC236}">
                <a16:creationId xmlns:a16="http://schemas.microsoft.com/office/drawing/2014/main" id="{7311F4A3-3767-F4BF-9266-FA3F43B34711}"/>
              </a:ext>
            </a:extLst>
          </p:cNvPr>
          <p:cNvSpPr/>
          <p:nvPr/>
        </p:nvSpPr>
        <p:spPr>
          <a:xfrm>
            <a:off x="5815859" y="340508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2" name="Arco de bloque 171">
            <a:extLst>
              <a:ext uri="{FF2B5EF4-FFF2-40B4-BE49-F238E27FC236}">
                <a16:creationId xmlns:a16="http://schemas.microsoft.com/office/drawing/2014/main" id="{70A64804-6150-F9D2-6CEF-9CB313830512}"/>
              </a:ext>
            </a:extLst>
          </p:cNvPr>
          <p:cNvSpPr/>
          <p:nvPr/>
        </p:nvSpPr>
        <p:spPr>
          <a:xfrm>
            <a:off x="5815859" y="365272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3" name="Arco de bloque 172">
            <a:extLst>
              <a:ext uri="{FF2B5EF4-FFF2-40B4-BE49-F238E27FC236}">
                <a16:creationId xmlns:a16="http://schemas.microsoft.com/office/drawing/2014/main" id="{55A144D2-C774-5715-724A-750A90526B11}"/>
              </a:ext>
            </a:extLst>
          </p:cNvPr>
          <p:cNvSpPr/>
          <p:nvPr/>
        </p:nvSpPr>
        <p:spPr>
          <a:xfrm>
            <a:off x="5815859" y="390036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4" name="Arco de bloque 173">
            <a:extLst>
              <a:ext uri="{FF2B5EF4-FFF2-40B4-BE49-F238E27FC236}">
                <a16:creationId xmlns:a16="http://schemas.microsoft.com/office/drawing/2014/main" id="{271CE7FB-F287-F486-1616-193CBE66ED61}"/>
              </a:ext>
            </a:extLst>
          </p:cNvPr>
          <p:cNvSpPr/>
          <p:nvPr/>
        </p:nvSpPr>
        <p:spPr>
          <a:xfrm>
            <a:off x="5815859" y="414800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5" name="Arco de bloque 174">
            <a:extLst>
              <a:ext uri="{FF2B5EF4-FFF2-40B4-BE49-F238E27FC236}">
                <a16:creationId xmlns:a16="http://schemas.microsoft.com/office/drawing/2014/main" id="{30B839C1-F041-E70C-B697-290D11C4484C}"/>
              </a:ext>
            </a:extLst>
          </p:cNvPr>
          <p:cNvSpPr/>
          <p:nvPr/>
        </p:nvSpPr>
        <p:spPr>
          <a:xfrm>
            <a:off x="5815859" y="439565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6" name="Arco de bloque 175">
            <a:extLst>
              <a:ext uri="{FF2B5EF4-FFF2-40B4-BE49-F238E27FC236}">
                <a16:creationId xmlns:a16="http://schemas.microsoft.com/office/drawing/2014/main" id="{7A2594C3-78FB-6711-ADC5-33EFB89823EA}"/>
              </a:ext>
            </a:extLst>
          </p:cNvPr>
          <p:cNvSpPr/>
          <p:nvPr/>
        </p:nvSpPr>
        <p:spPr>
          <a:xfrm>
            <a:off x="5815859" y="464329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7" name="Arco de bloque 176">
            <a:extLst>
              <a:ext uri="{FF2B5EF4-FFF2-40B4-BE49-F238E27FC236}">
                <a16:creationId xmlns:a16="http://schemas.microsoft.com/office/drawing/2014/main" id="{DB060485-1B5B-2842-B86A-083836073D96}"/>
              </a:ext>
            </a:extLst>
          </p:cNvPr>
          <p:cNvSpPr/>
          <p:nvPr/>
        </p:nvSpPr>
        <p:spPr>
          <a:xfrm>
            <a:off x="5815859" y="489093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8" name="Arco de bloque 177">
            <a:extLst>
              <a:ext uri="{FF2B5EF4-FFF2-40B4-BE49-F238E27FC236}">
                <a16:creationId xmlns:a16="http://schemas.microsoft.com/office/drawing/2014/main" id="{95787DB7-D11E-E2FB-130E-21B65ADAFB44}"/>
              </a:ext>
            </a:extLst>
          </p:cNvPr>
          <p:cNvSpPr/>
          <p:nvPr/>
        </p:nvSpPr>
        <p:spPr>
          <a:xfrm>
            <a:off x="5815859" y="513857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9" name="Arco de bloque 178">
            <a:extLst>
              <a:ext uri="{FF2B5EF4-FFF2-40B4-BE49-F238E27FC236}">
                <a16:creationId xmlns:a16="http://schemas.microsoft.com/office/drawing/2014/main" id="{CDB86D7B-9431-40F2-5682-33B935DCF416}"/>
              </a:ext>
            </a:extLst>
          </p:cNvPr>
          <p:cNvSpPr/>
          <p:nvPr/>
        </p:nvSpPr>
        <p:spPr>
          <a:xfrm>
            <a:off x="5815859" y="538621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0" name="Arco de bloque 179">
            <a:extLst>
              <a:ext uri="{FF2B5EF4-FFF2-40B4-BE49-F238E27FC236}">
                <a16:creationId xmlns:a16="http://schemas.microsoft.com/office/drawing/2014/main" id="{86662BD0-2EA0-4D67-3D6D-16D6D86FA442}"/>
              </a:ext>
            </a:extLst>
          </p:cNvPr>
          <p:cNvSpPr/>
          <p:nvPr/>
        </p:nvSpPr>
        <p:spPr>
          <a:xfrm>
            <a:off x="5815859" y="563386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1" name="Arco de bloque 180">
            <a:extLst>
              <a:ext uri="{FF2B5EF4-FFF2-40B4-BE49-F238E27FC236}">
                <a16:creationId xmlns:a16="http://schemas.microsoft.com/office/drawing/2014/main" id="{B4419834-D3A8-CEDA-E0FA-C7C293D8FE00}"/>
              </a:ext>
            </a:extLst>
          </p:cNvPr>
          <p:cNvSpPr/>
          <p:nvPr/>
        </p:nvSpPr>
        <p:spPr>
          <a:xfrm>
            <a:off x="5815859" y="588150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2" name="Arco de bloque 181">
            <a:extLst>
              <a:ext uri="{FF2B5EF4-FFF2-40B4-BE49-F238E27FC236}">
                <a16:creationId xmlns:a16="http://schemas.microsoft.com/office/drawing/2014/main" id="{5E740B0D-E300-D9C5-7A79-1E993203FB1D}"/>
              </a:ext>
            </a:extLst>
          </p:cNvPr>
          <p:cNvSpPr/>
          <p:nvPr/>
        </p:nvSpPr>
        <p:spPr>
          <a:xfrm>
            <a:off x="5815859" y="612914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3" name="Arco de bloque 182">
            <a:extLst>
              <a:ext uri="{FF2B5EF4-FFF2-40B4-BE49-F238E27FC236}">
                <a16:creationId xmlns:a16="http://schemas.microsoft.com/office/drawing/2014/main" id="{3A8C4174-DBEC-41DC-A3B3-A01E5AE24DCE}"/>
              </a:ext>
            </a:extLst>
          </p:cNvPr>
          <p:cNvSpPr/>
          <p:nvPr/>
        </p:nvSpPr>
        <p:spPr>
          <a:xfrm>
            <a:off x="5815859" y="637678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4" name="Rectángulo 183">
            <a:extLst>
              <a:ext uri="{FF2B5EF4-FFF2-40B4-BE49-F238E27FC236}">
                <a16:creationId xmlns:a16="http://schemas.microsoft.com/office/drawing/2014/main" id="{F381252B-11D7-F79C-F3E8-87F0E9050706}"/>
              </a:ext>
            </a:extLst>
          </p:cNvPr>
          <p:cNvSpPr/>
          <p:nvPr/>
        </p:nvSpPr>
        <p:spPr>
          <a:xfrm>
            <a:off x="177421" y="185737"/>
            <a:ext cx="5461378" cy="6507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5" name="Rectángulo 184">
            <a:extLst>
              <a:ext uri="{FF2B5EF4-FFF2-40B4-BE49-F238E27FC236}">
                <a16:creationId xmlns:a16="http://schemas.microsoft.com/office/drawing/2014/main" id="{A68763A8-B6B7-4498-578A-C398AE4DCF91}"/>
              </a:ext>
            </a:extLst>
          </p:cNvPr>
          <p:cNvSpPr/>
          <p:nvPr/>
        </p:nvSpPr>
        <p:spPr>
          <a:xfrm>
            <a:off x="6565704" y="185737"/>
            <a:ext cx="5461378" cy="6507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72826184-CFEB-E02B-4BAF-B27C1B1487FA}"/>
              </a:ext>
            </a:extLst>
          </p:cNvPr>
          <p:cNvCxnSpPr/>
          <p:nvPr/>
        </p:nvCxnSpPr>
        <p:spPr>
          <a:xfrm>
            <a:off x="368490" y="50244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ector recto 187">
            <a:extLst>
              <a:ext uri="{FF2B5EF4-FFF2-40B4-BE49-F238E27FC236}">
                <a16:creationId xmlns:a16="http://schemas.microsoft.com/office/drawing/2014/main" id="{8407073E-0B1A-49B1-966B-301AC4ED7088}"/>
              </a:ext>
            </a:extLst>
          </p:cNvPr>
          <p:cNvCxnSpPr/>
          <p:nvPr/>
        </p:nvCxnSpPr>
        <p:spPr>
          <a:xfrm>
            <a:off x="368490" y="68102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ector recto 188">
            <a:extLst>
              <a:ext uri="{FF2B5EF4-FFF2-40B4-BE49-F238E27FC236}">
                <a16:creationId xmlns:a16="http://schemas.microsoft.com/office/drawing/2014/main" id="{7746D2C3-77B1-06E1-B2C5-C0749ED7ADFA}"/>
              </a:ext>
            </a:extLst>
          </p:cNvPr>
          <p:cNvCxnSpPr/>
          <p:nvPr/>
        </p:nvCxnSpPr>
        <p:spPr>
          <a:xfrm>
            <a:off x="368490" y="85959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recto 189">
            <a:extLst>
              <a:ext uri="{FF2B5EF4-FFF2-40B4-BE49-F238E27FC236}">
                <a16:creationId xmlns:a16="http://schemas.microsoft.com/office/drawing/2014/main" id="{44379374-3142-376A-733B-FBAC19E96ACC}"/>
              </a:ext>
            </a:extLst>
          </p:cNvPr>
          <p:cNvCxnSpPr/>
          <p:nvPr/>
        </p:nvCxnSpPr>
        <p:spPr>
          <a:xfrm>
            <a:off x="368490" y="103816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cto 190">
            <a:extLst>
              <a:ext uri="{FF2B5EF4-FFF2-40B4-BE49-F238E27FC236}">
                <a16:creationId xmlns:a16="http://schemas.microsoft.com/office/drawing/2014/main" id="{D086FEE8-D031-E5A6-23AE-A6FDF69A265C}"/>
              </a:ext>
            </a:extLst>
          </p:cNvPr>
          <p:cNvCxnSpPr/>
          <p:nvPr/>
        </p:nvCxnSpPr>
        <p:spPr>
          <a:xfrm>
            <a:off x="368490" y="121674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ector recto 191">
            <a:extLst>
              <a:ext uri="{FF2B5EF4-FFF2-40B4-BE49-F238E27FC236}">
                <a16:creationId xmlns:a16="http://schemas.microsoft.com/office/drawing/2014/main" id="{7D6A650E-BAB0-5F97-94C0-6400C2252A6B}"/>
              </a:ext>
            </a:extLst>
          </p:cNvPr>
          <p:cNvCxnSpPr/>
          <p:nvPr/>
        </p:nvCxnSpPr>
        <p:spPr>
          <a:xfrm>
            <a:off x="368490" y="139531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A066F42B-0F35-1E5A-8F97-5C738B2B288A}"/>
              </a:ext>
            </a:extLst>
          </p:cNvPr>
          <p:cNvCxnSpPr/>
          <p:nvPr/>
        </p:nvCxnSpPr>
        <p:spPr>
          <a:xfrm>
            <a:off x="368490" y="157389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027F9175-C66F-2F31-1A1A-AD9563E783AE}"/>
              </a:ext>
            </a:extLst>
          </p:cNvPr>
          <p:cNvCxnSpPr/>
          <p:nvPr/>
        </p:nvCxnSpPr>
        <p:spPr>
          <a:xfrm>
            <a:off x="368490" y="175246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857CB4A5-F0D9-8621-06B7-00850E1AEAB1}"/>
              </a:ext>
            </a:extLst>
          </p:cNvPr>
          <p:cNvCxnSpPr/>
          <p:nvPr/>
        </p:nvCxnSpPr>
        <p:spPr>
          <a:xfrm>
            <a:off x="368490" y="193103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ector recto 195">
            <a:extLst>
              <a:ext uri="{FF2B5EF4-FFF2-40B4-BE49-F238E27FC236}">
                <a16:creationId xmlns:a16="http://schemas.microsoft.com/office/drawing/2014/main" id="{F2C04B2C-900A-FF13-24E4-7E363ED2A46E}"/>
              </a:ext>
            </a:extLst>
          </p:cNvPr>
          <p:cNvCxnSpPr/>
          <p:nvPr/>
        </p:nvCxnSpPr>
        <p:spPr>
          <a:xfrm>
            <a:off x="368490" y="210961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ector recto 196">
            <a:extLst>
              <a:ext uri="{FF2B5EF4-FFF2-40B4-BE49-F238E27FC236}">
                <a16:creationId xmlns:a16="http://schemas.microsoft.com/office/drawing/2014/main" id="{EB7C16D4-97CA-5103-28BA-54454788E11D}"/>
              </a:ext>
            </a:extLst>
          </p:cNvPr>
          <p:cNvCxnSpPr/>
          <p:nvPr/>
        </p:nvCxnSpPr>
        <p:spPr>
          <a:xfrm>
            <a:off x="368490" y="228818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>
            <a:extLst>
              <a:ext uri="{FF2B5EF4-FFF2-40B4-BE49-F238E27FC236}">
                <a16:creationId xmlns:a16="http://schemas.microsoft.com/office/drawing/2014/main" id="{8A2F3EDA-A6E4-77B8-AE10-762ECAA1BE16}"/>
              </a:ext>
            </a:extLst>
          </p:cNvPr>
          <p:cNvCxnSpPr/>
          <p:nvPr/>
        </p:nvCxnSpPr>
        <p:spPr>
          <a:xfrm>
            <a:off x="368490" y="246676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ector recto 198">
            <a:extLst>
              <a:ext uri="{FF2B5EF4-FFF2-40B4-BE49-F238E27FC236}">
                <a16:creationId xmlns:a16="http://schemas.microsoft.com/office/drawing/2014/main" id="{5C045DBD-30C9-9DEE-2721-48FD915A8E04}"/>
              </a:ext>
            </a:extLst>
          </p:cNvPr>
          <p:cNvCxnSpPr/>
          <p:nvPr/>
        </p:nvCxnSpPr>
        <p:spPr>
          <a:xfrm>
            <a:off x="368490" y="264533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2099CCD1-4BFD-67D8-1534-54C5704DA1C9}"/>
              </a:ext>
            </a:extLst>
          </p:cNvPr>
          <p:cNvCxnSpPr/>
          <p:nvPr/>
        </p:nvCxnSpPr>
        <p:spPr>
          <a:xfrm>
            <a:off x="368490" y="282390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1A9456E4-22DF-7F8D-A2CB-4F79068D5650}"/>
              </a:ext>
            </a:extLst>
          </p:cNvPr>
          <p:cNvCxnSpPr/>
          <p:nvPr/>
        </p:nvCxnSpPr>
        <p:spPr>
          <a:xfrm>
            <a:off x="368490" y="300248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ector recto 201">
            <a:extLst>
              <a:ext uri="{FF2B5EF4-FFF2-40B4-BE49-F238E27FC236}">
                <a16:creationId xmlns:a16="http://schemas.microsoft.com/office/drawing/2014/main" id="{05C0E590-C9B8-1445-D120-A07354467B26}"/>
              </a:ext>
            </a:extLst>
          </p:cNvPr>
          <p:cNvCxnSpPr/>
          <p:nvPr/>
        </p:nvCxnSpPr>
        <p:spPr>
          <a:xfrm>
            <a:off x="368490" y="318105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ctor recto 202">
            <a:extLst>
              <a:ext uri="{FF2B5EF4-FFF2-40B4-BE49-F238E27FC236}">
                <a16:creationId xmlns:a16="http://schemas.microsoft.com/office/drawing/2014/main" id="{D779310B-B015-5E96-A0B2-2E598343056D}"/>
              </a:ext>
            </a:extLst>
          </p:cNvPr>
          <p:cNvCxnSpPr/>
          <p:nvPr/>
        </p:nvCxnSpPr>
        <p:spPr>
          <a:xfrm>
            <a:off x="368490" y="335963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DD306BE8-428C-A6D9-9D49-19C760F52286}"/>
              </a:ext>
            </a:extLst>
          </p:cNvPr>
          <p:cNvCxnSpPr/>
          <p:nvPr/>
        </p:nvCxnSpPr>
        <p:spPr>
          <a:xfrm>
            <a:off x="368490" y="353820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cto 204">
            <a:extLst>
              <a:ext uri="{FF2B5EF4-FFF2-40B4-BE49-F238E27FC236}">
                <a16:creationId xmlns:a16="http://schemas.microsoft.com/office/drawing/2014/main" id="{0EF4C2E8-6A53-0D33-950D-670CA0CB2EF4}"/>
              </a:ext>
            </a:extLst>
          </p:cNvPr>
          <p:cNvCxnSpPr/>
          <p:nvPr/>
        </p:nvCxnSpPr>
        <p:spPr>
          <a:xfrm>
            <a:off x="368490" y="371677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ector recto 205">
            <a:extLst>
              <a:ext uri="{FF2B5EF4-FFF2-40B4-BE49-F238E27FC236}">
                <a16:creationId xmlns:a16="http://schemas.microsoft.com/office/drawing/2014/main" id="{8321701A-30E7-098E-8192-2E3ECA722097}"/>
              </a:ext>
            </a:extLst>
          </p:cNvPr>
          <p:cNvCxnSpPr/>
          <p:nvPr/>
        </p:nvCxnSpPr>
        <p:spPr>
          <a:xfrm>
            <a:off x="368490" y="389535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ector recto 206">
            <a:extLst>
              <a:ext uri="{FF2B5EF4-FFF2-40B4-BE49-F238E27FC236}">
                <a16:creationId xmlns:a16="http://schemas.microsoft.com/office/drawing/2014/main" id="{29F5421F-21F2-59D8-CD6B-1A55C3FEDA9F}"/>
              </a:ext>
            </a:extLst>
          </p:cNvPr>
          <p:cNvCxnSpPr/>
          <p:nvPr/>
        </p:nvCxnSpPr>
        <p:spPr>
          <a:xfrm>
            <a:off x="368490" y="407392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>
            <a:extLst>
              <a:ext uri="{FF2B5EF4-FFF2-40B4-BE49-F238E27FC236}">
                <a16:creationId xmlns:a16="http://schemas.microsoft.com/office/drawing/2014/main" id="{B7D72362-A2AA-428A-206E-6FD07B83452C}"/>
              </a:ext>
            </a:extLst>
          </p:cNvPr>
          <p:cNvCxnSpPr/>
          <p:nvPr/>
        </p:nvCxnSpPr>
        <p:spPr>
          <a:xfrm>
            <a:off x="368490" y="425250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ector recto 208">
            <a:extLst>
              <a:ext uri="{FF2B5EF4-FFF2-40B4-BE49-F238E27FC236}">
                <a16:creationId xmlns:a16="http://schemas.microsoft.com/office/drawing/2014/main" id="{33D961D4-8B4A-1C61-BDFA-A07119C37C21}"/>
              </a:ext>
            </a:extLst>
          </p:cNvPr>
          <p:cNvCxnSpPr/>
          <p:nvPr/>
        </p:nvCxnSpPr>
        <p:spPr>
          <a:xfrm>
            <a:off x="368490" y="443107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ector recto 209">
            <a:extLst>
              <a:ext uri="{FF2B5EF4-FFF2-40B4-BE49-F238E27FC236}">
                <a16:creationId xmlns:a16="http://schemas.microsoft.com/office/drawing/2014/main" id="{A45D788A-5E7A-F6AF-BB31-6AA1EE9C02E0}"/>
              </a:ext>
            </a:extLst>
          </p:cNvPr>
          <p:cNvCxnSpPr/>
          <p:nvPr/>
        </p:nvCxnSpPr>
        <p:spPr>
          <a:xfrm>
            <a:off x="368490" y="460964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ector recto 210">
            <a:extLst>
              <a:ext uri="{FF2B5EF4-FFF2-40B4-BE49-F238E27FC236}">
                <a16:creationId xmlns:a16="http://schemas.microsoft.com/office/drawing/2014/main" id="{4A65F6A6-14F5-E288-4344-DCD43871D9AD}"/>
              </a:ext>
            </a:extLst>
          </p:cNvPr>
          <p:cNvCxnSpPr/>
          <p:nvPr/>
        </p:nvCxnSpPr>
        <p:spPr>
          <a:xfrm>
            <a:off x="368490" y="478822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ector recto 211">
            <a:extLst>
              <a:ext uri="{FF2B5EF4-FFF2-40B4-BE49-F238E27FC236}">
                <a16:creationId xmlns:a16="http://schemas.microsoft.com/office/drawing/2014/main" id="{52D469A5-A6F5-A3DC-B46E-35D42A9F2BBB}"/>
              </a:ext>
            </a:extLst>
          </p:cNvPr>
          <p:cNvCxnSpPr/>
          <p:nvPr/>
        </p:nvCxnSpPr>
        <p:spPr>
          <a:xfrm>
            <a:off x="368490" y="496679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ector recto 212">
            <a:extLst>
              <a:ext uri="{FF2B5EF4-FFF2-40B4-BE49-F238E27FC236}">
                <a16:creationId xmlns:a16="http://schemas.microsoft.com/office/drawing/2014/main" id="{0DF0B18B-B27D-0AEC-BD76-CA206332DD41}"/>
              </a:ext>
            </a:extLst>
          </p:cNvPr>
          <p:cNvCxnSpPr/>
          <p:nvPr/>
        </p:nvCxnSpPr>
        <p:spPr>
          <a:xfrm>
            <a:off x="368490" y="514537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ector recto 213">
            <a:extLst>
              <a:ext uri="{FF2B5EF4-FFF2-40B4-BE49-F238E27FC236}">
                <a16:creationId xmlns:a16="http://schemas.microsoft.com/office/drawing/2014/main" id="{12D910E5-BF60-BA4E-EA7A-384D475B9F35}"/>
              </a:ext>
            </a:extLst>
          </p:cNvPr>
          <p:cNvCxnSpPr/>
          <p:nvPr/>
        </p:nvCxnSpPr>
        <p:spPr>
          <a:xfrm>
            <a:off x="368490" y="532394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ector recto 214">
            <a:extLst>
              <a:ext uri="{FF2B5EF4-FFF2-40B4-BE49-F238E27FC236}">
                <a16:creationId xmlns:a16="http://schemas.microsoft.com/office/drawing/2014/main" id="{7A077FCA-DB7A-8358-E0E4-753A9EA8C832}"/>
              </a:ext>
            </a:extLst>
          </p:cNvPr>
          <p:cNvCxnSpPr/>
          <p:nvPr/>
        </p:nvCxnSpPr>
        <p:spPr>
          <a:xfrm>
            <a:off x="368490" y="550251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496F1A40-62F5-E932-D2CC-AC93D7789686}"/>
              </a:ext>
            </a:extLst>
          </p:cNvPr>
          <p:cNvCxnSpPr/>
          <p:nvPr/>
        </p:nvCxnSpPr>
        <p:spPr>
          <a:xfrm>
            <a:off x="368490" y="568109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ector recto 216">
            <a:extLst>
              <a:ext uri="{FF2B5EF4-FFF2-40B4-BE49-F238E27FC236}">
                <a16:creationId xmlns:a16="http://schemas.microsoft.com/office/drawing/2014/main" id="{F649561B-9FF4-87EF-D973-19A501B57CA4}"/>
              </a:ext>
            </a:extLst>
          </p:cNvPr>
          <p:cNvCxnSpPr/>
          <p:nvPr/>
        </p:nvCxnSpPr>
        <p:spPr>
          <a:xfrm>
            <a:off x="368490" y="585966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6F2D0255-F666-6251-AFF3-29E8357AF5CB}"/>
              </a:ext>
            </a:extLst>
          </p:cNvPr>
          <p:cNvCxnSpPr/>
          <p:nvPr/>
        </p:nvCxnSpPr>
        <p:spPr>
          <a:xfrm>
            <a:off x="368490" y="603824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ector recto 218">
            <a:extLst>
              <a:ext uri="{FF2B5EF4-FFF2-40B4-BE49-F238E27FC236}">
                <a16:creationId xmlns:a16="http://schemas.microsoft.com/office/drawing/2014/main" id="{19233D87-0E48-CC49-15E2-2A820AD43712}"/>
              </a:ext>
            </a:extLst>
          </p:cNvPr>
          <p:cNvCxnSpPr/>
          <p:nvPr/>
        </p:nvCxnSpPr>
        <p:spPr>
          <a:xfrm>
            <a:off x="368490" y="621681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ector recto 219">
            <a:extLst>
              <a:ext uri="{FF2B5EF4-FFF2-40B4-BE49-F238E27FC236}">
                <a16:creationId xmlns:a16="http://schemas.microsoft.com/office/drawing/2014/main" id="{A6EA27B4-2ABB-61AC-25C0-248CDEB76A34}"/>
              </a:ext>
            </a:extLst>
          </p:cNvPr>
          <p:cNvCxnSpPr/>
          <p:nvPr/>
        </p:nvCxnSpPr>
        <p:spPr>
          <a:xfrm>
            <a:off x="368490" y="639538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ector recto 220">
            <a:extLst>
              <a:ext uri="{FF2B5EF4-FFF2-40B4-BE49-F238E27FC236}">
                <a16:creationId xmlns:a16="http://schemas.microsoft.com/office/drawing/2014/main" id="{BCF24054-1927-81C2-5BA5-72684A75D62F}"/>
              </a:ext>
            </a:extLst>
          </p:cNvPr>
          <p:cNvCxnSpPr/>
          <p:nvPr/>
        </p:nvCxnSpPr>
        <p:spPr>
          <a:xfrm>
            <a:off x="368490" y="657396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ector recto 262">
            <a:extLst>
              <a:ext uri="{FF2B5EF4-FFF2-40B4-BE49-F238E27FC236}">
                <a16:creationId xmlns:a16="http://schemas.microsoft.com/office/drawing/2014/main" id="{D193001A-5D32-1CC3-4F14-5DC6166E1FF5}"/>
              </a:ext>
            </a:extLst>
          </p:cNvPr>
          <p:cNvCxnSpPr/>
          <p:nvPr/>
        </p:nvCxnSpPr>
        <p:spPr>
          <a:xfrm>
            <a:off x="6764733" y="50244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ector recto 263">
            <a:extLst>
              <a:ext uri="{FF2B5EF4-FFF2-40B4-BE49-F238E27FC236}">
                <a16:creationId xmlns:a16="http://schemas.microsoft.com/office/drawing/2014/main" id="{A66C47ED-9BB2-43A8-54C9-32EFDE8B8120}"/>
              </a:ext>
            </a:extLst>
          </p:cNvPr>
          <p:cNvCxnSpPr/>
          <p:nvPr/>
        </p:nvCxnSpPr>
        <p:spPr>
          <a:xfrm>
            <a:off x="6764733" y="68102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ector recto 264">
            <a:extLst>
              <a:ext uri="{FF2B5EF4-FFF2-40B4-BE49-F238E27FC236}">
                <a16:creationId xmlns:a16="http://schemas.microsoft.com/office/drawing/2014/main" id="{DC31EE94-EA11-FF44-11EC-D33E28877CCB}"/>
              </a:ext>
            </a:extLst>
          </p:cNvPr>
          <p:cNvCxnSpPr/>
          <p:nvPr/>
        </p:nvCxnSpPr>
        <p:spPr>
          <a:xfrm>
            <a:off x="6764733" y="85959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ector recto 265">
            <a:extLst>
              <a:ext uri="{FF2B5EF4-FFF2-40B4-BE49-F238E27FC236}">
                <a16:creationId xmlns:a16="http://schemas.microsoft.com/office/drawing/2014/main" id="{4025E19E-6FEC-A653-373D-894EE981487E}"/>
              </a:ext>
            </a:extLst>
          </p:cNvPr>
          <p:cNvCxnSpPr/>
          <p:nvPr/>
        </p:nvCxnSpPr>
        <p:spPr>
          <a:xfrm>
            <a:off x="6764733" y="103816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ector recto 266">
            <a:extLst>
              <a:ext uri="{FF2B5EF4-FFF2-40B4-BE49-F238E27FC236}">
                <a16:creationId xmlns:a16="http://schemas.microsoft.com/office/drawing/2014/main" id="{E9F3BC79-C4D2-279F-B7F5-083D9A165E73}"/>
              </a:ext>
            </a:extLst>
          </p:cNvPr>
          <p:cNvCxnSpPr/>
          <p:nvPr/>
        </p:nvCxnSpPr>
        <p:spPr>
          <a:xfrm>
            <a:off x="6764733" y="121674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ector recto 267">
            <a:extLst>
              <a:ext uri="{FF2B5EF4-FFF2-40B4-BE49-F238E27FC236}">
                <a16:creationId xmlns:a16="http://schemas.microsoft.com/office/drawing/2014/main" id="{FA6E1EF4-1E95-9935-B82C-BBBFE2E47B70}"/>
              </a:ext>
            </a:extLst>
          </p:cNvPr>
          <p:cNvCxnSpPr/>
          <p:nvPr/>
        </p:nvCxnSpPr>
        <p:spPr>
          <a:xfrm>
            <a:off x="6764733" y="139531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ector recto 268">
            <a:extLst>
              <a:ext uri="{FF2B5EF4-FFF2-40B4-BE49-F238E27FC236}">
                <a16:creationId xmlns:a16="http://schemas.microsoft.com/office/drawing/2014/main" id="{ED31705D-6BF4-E53F-D3BC-2E28CD6A6D9C}"/>
              </a:ext>
            </a:extLst>
          </p:cNvPr>
          <p:cNvCxnSpPr/>
          <p:nvPr/>
        </p:nvCxnSpPr>
        <p:spPr>
          <a:xfrm>
            <a:off x="6764733" y="157389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ector recto 269">
            <a:extLst>
              <a:ext uri="{FF2B5EF4-FFF2-40B4-BE49-F238E27FC236}">
                <a16:creationId xmlns:a16="http://schemas.microsoft.com/office/drawing/2014/main" id="{88162EE4-E29D-9940-5502-540524C5B9C6}"/>
              </a:ext>
            </a:extLst>
          </p:cNvPr>
          <p:cNvCxnSpPr/>
          <p:nvPr/>
        </p:nvCxnSpPr>
        <p:spPr>
          <a:xfrm>
            <a:off x="6764733" y="175246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ector recto 270">
            <a:extLst>
              <a:ext uri="{FF2B5EF4-FFF2-40B4-BE49-F238E27FC236}">
                <a16:creationId xmlns:a16="http://schemas.microsoft.com/office/drawing/2014/main" id="{D5AF38CC-FC9A-4DED-E47C-9A79ED4D5291}"/>
              </a:ext>
            </a:extLst>
          </p:cNvPr>
          <p:cNvCxnSpPr/>
          <p:nvPr/>
        </p:nvCxnSpPr>
        <p:spPr>
          <a:xfrm>
            <a:off x="6764733" y="193103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ector recto 271">
            <a:extLst>
              <a:ext uri="{FF2B5EF4-FFF2-40B4-BE49-F238E27FC236}">
                <a16:creationId xmlns:a16="http://schemas.microsoft.com/office/drawing/2014/main" id="{D0CA321D-29D9-7A4F-31D9-F8C8FE9E9CCB}"/>
              </a:ext>
            </a:extLst>
          </p:cNvPr>
          <p:cNvCxnSpPr/>
          <p:nvPr/>
        </p:nvCxnSpPr>
        <p:spPr>
          <a:xfrm>
            <a:off x="6764733" y="210961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ector recto 272">
            <a:extLst>
              <a:ext uri="{FF2B5EF4-FFF2-40B4-BE49-F238E27FC236}">
                <a16:creationId xmlns:a16="http://schemas.microsoft.com/office/drawing/2014/main" id="{E92773F8-DDB3-6F62-317F-832D1B6A99E7}"/>
              </a:ext>
            </a:extLst>
          </p:cNvPr>
          <p:cNvCxnSpPr/>
          <p:nvPr/>
        </p:nvCxnSpPr>
        <p:spPr>
          <a:xfrm>
            <a:off x="6764733" y="228818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ector recto 273">
            <a:extLst>
              <a:ext uri="{FF2B5EF4-FFF2-40B4-BE49-F238E27FC236}">
                <a16:creationId xmlns:a16="http://schemas.microsoft.com/office/drawing/2014/main" id="{D43178DE-DC32-1158-B439-9D3B015FAADD}"/>
              </a:ext>
            </a:extLst>
          </p:cNvPr>
          <p:cNvCxnSpPr/>
          <p:nvPr/>
        </p:nvCxnSpPr>
        <p:spPr>
          <a:xfrm>
            <a:off x="6764733" y="246676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ector recto 274">
            <a:extLst>
              <a:ext uri="{FF2B5EF4-FFF2-40B4-BE49-F238E27FC236}">
                <a16:creationId xmlns:a16="http://schemas.microsoft.com/office/drawing/2014/main" id="{79EA7A44-D8AA-B691-5827-027AADC24078}"/>
              </a:ext>
            </a:extLst>
          </p:cNvPr>
          <p:cNvCxnSpPr/>
          <p:nvPr/>
        </p:nvCxnSpPr>
        <p:spPr>
          <a:xfrm>
            <a:off x="6764733" y="264533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ector recto 275">
            <a:extLst>
              <a:ext uri="{FF2B5EF4-FFF2-40B4-BE49-F238E27FC236}">
                <a16:creationId xmlns:a16="http://schemas.microsoft.com/office/drawing/2014/main" id="{9D2D2AC6-99C6-06E5-9882-B5FB799CC6BC}"/>
              </a:ext>
            </a:extLst>
          </p:cNvPr>
          <p:cNvCxnSpPr/>
          <p:nvPr/>
        </p:nvCxnSpPr>
        <p:spPr>
          <a:xfrm>
            <a:off x="6764733" y="282390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ector recto 276">
            <a:extLst>
              <a:ext uri="{FF2B5EF4-FFF2-40B4-BE49-F238E27FC236}">
                <a16:creationId xmlns:a16="http://schemas.microsoft.com/office/drawing/2014/main" id="{E25FFCDD-BDF0-48DB-88F0-A1EE1818B69B}"/>
              </a:ext>
            </a:extLst>
          </p:cNvPr>
          <p:cNvCxnSpPr/>
          <p:nvPr/>
        </p:nvCxnSpPr>
        <p:spPr>
          <a:xfrm>
            <a:off x="6764733" y="300248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Conector recto 277">
            <a:extLst>
              <a:ext uri="{FF2B5EF4-FFF2-40B4-BE49-F238E27FC236}">
                <a16:creationId xmlns:a16="http://schemas.microsoft.com/office/drawing/2014/main" id="{161D2ECA-8BDB-D64E-1181-EB88A6B1A7A8}"/>
              </a:ext>
            </a:extLst>
          </p:cNvPr>
          <p:cNvCxnSpPr/>
          <p:nvPr/>
        </p:nvCxnSpPr>
        <p:spPr>
          <a:xfrm>
            <a:off x="6764733" y="318105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Conector recto 278">
            <a:extLst>
              <a:ext uri="{FF2B5EF4-FFF2-40B4-BE49-F238E27FC236}">
                <a16:creationId xmlns:a16="http://schemas.microsoft.com/office/drawing/2014/main" id="{B4CE32FB-73BC-BEED-B7E0-95313F31B510}"/>
              </a:ext>
            </a:extLst>
          </p:cNvPr>
          <p:cNvCxnSpPr/>
          <p:nvPr/>
        </p:nvCxnSpPr>
        <p:spPr>
          <a:xfrm>
            <a:off x="6764733" y="335963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ector recto 279">
            <a:extLst>
              <a:ext uri="{FF2B5EF4-FFF2-40B4-BE49-F238E27FC236}">
                <a16:creationId xmlns:a16="http://schemas.microsoft.com/office/drawing/2014/main" id="{7049FCF1-682B-3984-79C3-CA794F89896A}"/>
              </a:ext>
            </a:extLst>
          </p:cNvPr>
          <p:cNvCxnSpPr/>
          <p:nvPr/>
        </p:nvCxnSpPr>
        <p:spPr>
          <a:xfrm>
            <a:off x="6764733" y="353820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ector recto 280">
            <a:extLst>
              <a:ext uri="{FF2B5EF4-FFF2-40B4-BE49-F238E27FC236}">
                <a16:creationId xmlns:a16="http://schemas.microsoft.com/office/drawing/2014/main" id="{6BC4AF9A-3030-7990-8D8E-E34EA0870D8B}"/>
              </a:ext>
            </a:extLst>
          </p:cNvPr>
          <p:cNvCxnSpPr/>
          <p:nvPr/>
        </p:nvCxnSpPr>
        <p:spPr>
          <a:xfrm>
            <a:off x="6764733" y="371677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ector recto 281">
            <a:extLst>
              <a:ext uri="{FF2B5EF4-FFF2-40B4-BE49-F238E27FC236}">
                <a16:creationId xmlns:a16="http://schemas.microsoft.com/office/drawing/2014/main" id="{D60590E4-AC9F-C018-4B02-4DDEE28DF1D7}"/>
              </a:ext>
            </a:extLst>
          </p:cNvPr>
          <p:cNvCxnSpPr/>
          <p:nvPr/>
        </p:nvCxnSpPr>
        <p:spPr>
          <a:xfrm>
            <a:off x="6764733" y="389535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ector recto 282">
            <a:extLst>
              <a:ext uri="{FF2B5EF4-FFF2-40B4-BE49-F238E27FC236}">
                <a16:creationId xmlns:a16="http://schemas.microsoft.com/office/drawing/2014/main" id="{89462B32-122D-3DA9-4043-71A663ED52F4}"/>
              </a:ext>
            </a:extLst>
          </p:cNvPr>
          <p:cNvCxnSpPr/>
          <p:nvPr/>
        </p:nvCxnSpPr>
        <p:spPr>
          <a:xfrm>
            <a:off x="6764733" y="407392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onector recto 283">
            <a:extLst>
              <a:ext uri="{FF2B5EF4-FFF2-40B4-BE49-F238E27FC236}">
                <a16:creationId xmlns:a16="http://schemas.microsoft.com/office/drawing/2014/main" id="{FD90AF27-6E33-7FBB-639C-57EFCF82215B}"/>
              </a:ext>
            </a:extLst>
          </p:cNvPr>
          <p:cNvCxnSpPr/>
          <p:nvPr/>
        </p:nvCxnSpPr>
        <p:spPr>
          <a:xfrm>
            <a:off x="6764733" y="425250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Conector recto 284">
            <a:extLst>
              <a:ext uri="{FF2B5EF4-FFF2-40B4-BE49-F238E27FC236}">
                <a16:creationId xmlns:a16="http://schemas.microsoft.com/office/drawing/2014/main" id="{182D8C18-FDEA-69A4-1DC6-75598F54892D}"/>
              </a:ext>
            </a:extLst>
          </p:cNvPr>
          <p:cNvCxnSpPr/>
          <p:nvPr/>
        </p:nvCxnSpPr>
        <p:spPr>
          <a:xfrm>
            <a:off x="6764733" y="443107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6C6BA754-C59A-95B3-F997-B322A4A51A04}"/>
              </a:ext>
            </a:extLst>
          </p:cNvPr>
          <p:cNvCxnSpPr/>
          <p:nvPr/>
        </p:nvCxnSpPr>
        <p:spPr>
          <a:xfrm>
            <a:off x="6764733" y="460964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onector recto 286">
            <a:extLst>
              <a:ext uri="{FF2B5EF4-FFF2-40B4-BE49-F238E27FC236}">
                <a16:creationId xmlns:a16="http://schemas.microsoft.com/office/drawing/2014/main" id="{08DEEF26-8342-1247-7A8A-0EEB54EDE12C}"/>
              </a:ext>
            </a:extLst>
          </p:cNvPr>
          <p:cNvCxnSpPr/>
          <p:nvPr/>
        </p:nvCxnSpPr>
        <p:spPr>
          <a:xfrm>
            <a:off x="6764733" y="478822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Conector recto 287">
            <a:extLst>
              <a:ext uri="{FF2B5EF4-FFF2-40B4-BE49-F238E27FC236}">
                <a16:creationId xmlns:a16="http://schemas.microsoft.com/office/drawing/2014/main" id="{5E03AB84-BAEE-5980-CE1B-F396613B3684}"/>
              </a:ext>
            </a:extLst>
          </p:cNvPr>
          <p:cNvCxnSpPr/>
          <p:nvPr/>
        </p:nvCxnSpPr>
        <p:spPr>
          <a:xfrm>
            <a:off x="6764733" y="496679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onector recto 288">
            <a:extLst>
              <a:ext uri="{FF2B5EF4-FFF2-40B4-BE49-F238E27FC236}">
                <a16:creationId xmlns:a16="http://schemas.microsoft.com/office/drawing/2014/main" id="{C848B52E-0882-6F1A-BEFC-640C4A595964}"/>
              </a:ext>
            </a:extLst>
          </p:cNvPr>
          <p:cNvCxnSpPr/>
          <p:nvPr/>
        </p:nvCxnSpPr>
        <p:spPr>
          <a:xfrm>
            <a:off x="6764733" y="514537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ector recto 289">
            <a:extLst>
              <a:ext uri="{FF2B5EF4-FFF2-40B4-BE49-F238E27FC236}">
                <a16:creationId xmlns:a16="http://schemas.microsoft.com/office/drawing/2014/main" id="{6585C9D1-72F6-FF37-A8FE-372EF116EC5C}"/>
              </a:ext>
            </a:extLst>
          </p:cNvPr>
          <p:cNvCxnSpPr/>
          <p:nvPr/>
        </p:nvCxnSpPr>
        <p:spPr>
          <a:xfrm>
            <a:off x="6764733" y="532394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onector recto 290">
            <a:extLst>
              <a:ext uri="{FF2B5EF4-FFF2-40B4-BE49-F238E27FC236}">
                <a16:creationId xmlns:a16="http://schemas.microsoft.com/office/drawing/2014/main" id="{85593CB4-9E7D-DFF5-6E88-E51A2E7BA3A2}"/>
              </a:ext>
            </a:extLst>
          </p:cNvPr>
          <p:cNvCxnSpPr/>
          <p:nvPr/>
        </p:nvCxnSpPr>
        <p:spPr>
          <a:xfrm>
            <a:off x="6764733" y="550251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Conector recto 291">
            <a:extLst>
              <a:ext uri="{FF2B5EF4-FFF2-40B4-BE49-F238E27FC236}">
                <a16:creationId xmlns:a16="http://schemas.microsoft.com/office/drawing/2014/main" id="{28F5763D-14C1-1493-DFBC-AC54FF565348}"/>
              </a:ext>
            </a:extLst>
          </p:cNvPr>
          <p:cNvCxnSpPr/>
          <p:nvPr/>
        </p:nvCxnSpPr>
        <p:spPr>
          <a:xfrm>
            <a:off x="6764733" y="568109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ector recto 292">
            <a:extLst>
              <a:ext uri="{FF2B5EF4-FFF2-40B4-BE49-F238E27FC236}">
                <a16:creationId xmlns:a16="http://schemas.microsoft.com/office/drawing/2014/main" id="{51E57597-AAB4-1C30-1034-2D16B68201BA}"/>
              </a:ext>
            </a:extLst>
          </p:cNvPr>
          <p:cNvCxnSpPr/>
          <p:nvPr/>
        </p:nvCxnSpPr>
        <p:spPr>
          <a:xfrm>
            <a:off x="6764733" y="585966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recto 293">
            <a:extLst>
              <a:ext uri="{FF2B5EF4-FFF2-40B4-BE49-F238E27FC236}">
                <a16:creationId xmlns:a16="http://schemas.microsoft.com/office/drawing/2014/main" id="{CAF29F8A-D619-2192-C73C-7D3E27DDCC70}"/>
              </a:ext>
            </a:extLst>
          </p:cNvPr>
          <p:cNvCxnSpPr/>
          <p:nvPr/>
        </p:nvCxnSpPr>
        <p:spPr>
          <a:xfrm>
            <a:off x="6764733" y="603824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recto 294">
            <a:extLst>
              <a:ext uri="{FF2B5EF4-FFF2-40B4-BE49-F238E27FC236}">
                <a16:creationId xmlns:a16="http://schemas.microsoft.com/office/drawing/2014/main" id="{BEDC01B8-D657-21BB-67B3-CF3073D4BBF7}"/>
              </a:ext>
            </a:extLst>
          </p:cNvPr>
          <p:cNvCxnSpPr/>
          <p:nvPr/>
        </p:nvCxnSpPr>
        <p:spPr>
          <a:xfrm>
            <a:off x="6764733" y="621681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295">
            <a:extLst>
              <a:ext uri="{FF2B5EF4-FFF2-40B4-BE49-F238E27FC236}">
                <a16:creationId xmlns:a16="http://schemas.microsoft.com/office/drawing/2014/main" id="{6EBA11C1-AC3F-7A96-9E04-31ADBA87B586}"/>
              </a:ext>
            </a:extLst>
          </p:cNvPr>
          <p:cNvCxnSpPr/>
          <p:nvPr/>
        </p:nvCxnSpPr>
        <p:spPr>
          <a:xfrm>
            <a:off x="6764733" y="639538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Conector recto 296">
            <a:extLst>
              <a:ext uri="{FF2B5EF4-FFF2-40B4-BE49-F238E27FC236}">
                <a16:creationId xmlns:a16="http://schemas.microsoft.com/office/drawing/2014/main" id="{23363505-54E0-D783-2DD5-2E656EE1275A}"/>
              </a:ext>
            </a:extLst>
          </p:cNvPr>
          <p:cNvCxnSpPr/>
          <p:nvPr/>
        </p:nvCxnSpPr>
        <p:spPr>
          <a:xfrm>
            <a:off x="6764733" y="657396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Rectángulo: esquinas superiores redondeadas 300">
            <a:hlinkClick r:id="rId2" action="ppaction://hlinksldjump"/>
            <a:extLst>
              <a:ext uri="{FF2B5EF4-FFF2-40B4-BE49-F238E27FC236}">
                <a16:creationId xmlns:a16="http://schemas.microsoft.com/office/drawing/2014/main" id="{42A77443-6EB2-A60B-A182-5AE9B23F1D82}"/>
              </a:ext>
            </a:extLst>
          </p:cNvPr>
          <p:cNvSpPr/>
          <p:nvPr/>
        </p:nvSpPr>
        <p:spPr>
          <a:xfrm rot="5400000" flipH="1">
            <a:off x="11047186" y="641149"/>
            <a:ext cx="1535673" cy="649317"/>
          </a:xfrm>
          <a:prstGeom prst="round2SameRect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dirty="0"/>
              <a:t>Tema 1</a:t>
            </a:r>
          </a:p>
        </p:txBody>
      </p:sp>
      <p:sp>
        <p:nvSpPr>
          <p:cNvPr id="302" name="Rectángulo: esquinas superiores redondeadas 301">
            <a:hlinkClick r:id="rId3" action="ppaction://hlinksldjump"/>
            <a:extLst>
              <a:ext uri="{FF2B5EF4-FFF2-40B4-BE49-F238E27FC236}">
                <a16:creationId xmlns:a16="http://schemas.microsoft.com/office/drawing/2014/main" id="{A7B6DF2E-44BE-D784-6C3E-CF588F4ACA30}"/>
              </a:ext>
            </a:extLst>
          </p:cNvPr>
          <p:cNvSpPr/>
          <p:nvPr/>
        </p:nvSpPr>
        <p:spPr>
          <a:xfrm rot="5400000" flipH="1">
            <a:off x="11047187" y="2211343"/>
            <a:ext cx="1535673" cy="649317"/>
          </a:xfrm>
          <a:prstGeom prst="round2SameRect">
            <a:avLst/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dirty="0"/>
              <a:t>Tema 2</a:t>
            </a:r>
          </a:p>
        </p:txBody>
      </p:sp>
      <p:sp>
        <p:nvSpPr>
          <p:cNvPr id="303" name="Rectángulo: esquinas superiores redondeadas 302">
            <a:hlinkClick r:id="rId4" action="ppaction://hlinksldjump"/>
            <a:extLst>
              <a:ext uri="{FF2B5EF4-FFF2-40B4-BE49-F238E27FC236}">
                <a16:creationId xmlns:a16="http://schemas.microsoft.com/office/drawing/2014/main" id="{0E3CE0F3-E1BD-0394-4DA4-EEEA58573F86}"/>
              </a:ext>
            </a:extLst>
          </p:cNvPr>
          <p:cNvSpPr/>
          <p:nvPr/>
        </p:nvSpPr>
        <p:spPr>
          <a:xfrm rot="5400000" flipH="1">
            <a:off x="11047188" y="3781537"/>
            <a:ext cx="1535673" cy="649317"/>
          </a:xfrm>
          <a:prstGeom prst="round2SameRect">
            <a:avLst/>
          </a:prstGeom>
          <a:solidFill>
            <a:srgbClr val="99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dirty="0"/>
              <a:t>Tema 3</a:t>
            </a:r>
          </a:p>
        </p:txBody>
      </p:sp>
    </p:spTree>
    <p:extLst>
      <p:ext uri="{BB962C8B-B14F-4D97-AF65-F5344CB8AC3E}">
        <p14:creationId xmlns:p14="http://schemas.microsoft.com/office/powerpoint/2010/main" val="5764115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E6A7FD6-BEA9-95DF-DB9B-5D982F67E3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87B74D3B-07CB-1896-F816-D3AC6A52DB76}"/>
              </a:ext>
            </a:extLst>
          </p:cNvPr>
          <p:cNvSpPr/>
          <p:nvPr/>
        </p:nvSpPr>
        <p:spPr>
          <a:xfrm>
            <a:off x="5759556" y="2351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6EB3FD73-5DDB-420A-3452-615259F37D81}"/>
              </a:ext>
            </a:extLst>
          </p:cNvPr>
          <p:cNvSpPr/>
          <p:nvPr/>
        </p:nvSpPr>
        <p:spPr>
          <a:xfrm>
            <a:off x="5759556" y="4828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7E730485-137C-BD33-07CA-994ABA281A77}"/>
              </a:ext>
            </a:extLst>
          </p:cNvPr>
          <p:cNvSpPr/>
          <p:nvPr/>
        </p:nvSpPr>
        <p:spPr>
          <a:xfrm>
            <a:off x="5759556" y="7304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160ADEFE-2194-1CBD-4F94-09247EA8796A}"/>
              </a:ext>
            </a:extLst>
          </p:cNvPr>
          <p:cNvSpPr/>
          <p:nvPr/>
        </p:nvSpPr>
        <p:spPr>
          <a:xfrm>
            <a:off x="5759556" y="9781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A8DDAE07-79B1-7801-B550-2013B4B7A5E9}"/>
              </a:ext>
            </a:extLst>
          </p:cNvPr>
          <p:cNvSpPr/>
          <p:nvPr/>
        </p:nvSpPr>
        <p:spPr>
          <a:xfrm>
            <a:off x="5759556" y="12257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773110D0-0FA9-63C0-9EFB-EB313CDE9559}"/>
              </a:ext>
            </a:extLst>
          </p:cNvPr>
          <p:cNvSpPr/>
          <p:nvPr/>
        </p:nvSpPr>
        <p:spPr>
          <a:xfrm>
            <a:off x="5759556" y="14734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2" name="Rectángulo 111">
            <a:extLst>
              <a:ext uri="{FF2B5EF4-FFF2-40B4-BE49-F238E27FC236}">
                <a16:creationId xmlns:a16="http://schemas.microsoft.com/office/drawing/2014/main" id="{EE55835A-BB2C-F470-4963-D2224ED15B16}"/>
              </a:ext>
            </a:extLst>
          </p:cNvPr>
          <p:cNvSpPr/>
          <p:nvPr/>
        </p:nvSpPr>
        <p:spPr>
          <a:xfrm>
            <a:off x="5759556" y="17210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CF2B6C86-25F9-FAD1-8DCD-657431F939A4}"/>
              </a:ext>
            </a:extLst>
          </p:cNvPr>
          <p:cNvSpPr/>
          <p:nvPr/>
        </p:nvSpPr>
        <p:spPr>
          <a:xfrm>
            <a:off x="5759556" y="19687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4" name="Rectángulo 113">
            <a:extLst>
              <a:ext uri="{FF2B5EF4-FFF2-40B4-BE49-F238E27FC236}">
                <a16:creationId xmlns:a16="http://schemas.microsoft.com/office/drawing/2014/main" id="{86D90A22-8DE0-2F0D-A09C-668A7420464D}"/>
              </a:ext>
            </a:extLst>
          </p:cNvPr>
          <p:cNvSpPr/>
          <p:nvPr/>
        </p:nvSpPr>
        <p:spPr>
          <a:xfrm>
            <a:off x="5759556" y="22163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0403F501-98E3-4390-5B10-FECD7FB7D6BD}"/>
              </a:ext>
            </a:extLst>
          </p:cNvPr>
          <p:cNvSpPr/>
          <p:nvPr/>
        </p:nvSpPr>
        <p:spPr>
          <a:xfrm>
            <a:off x="5759556" y="24640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6" name="Rectángulo 115">
            <a:extLst>
              <a:ext uri="{FF2B5EF4-FFF2-40B4-BE49-F238E27FC236}">
                <a16:creationId xmlns:a16="http://schemas.microsoft.com/office/drawing/2014/main" id="{15C523A4-A628-7CE7-97D4-83A0DD09C31B}"/>
              </a:ext>
            </a:extLst>
          </p:cNvPr>
          <p:cNvSpPr/>
          <p:nvPr/>
        </p:nvSpPr>
        <p:spPr>
          <a:xfrm>
            <a:off x="5759556" y="27116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D0BBD79C-5D99-06FC-0652-40D74B9B2869}"/>
              </a:ext>
            </a:extLst>
          </p:cNvPr>
          <p:cNvSpPr/>
          <p:nvPr/>
        </p:nvSpPr>
        <p:spPr>
          <a:xfrm>
            <a:off x="5759556" y="29593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A215B946-E273-78D0-0C7F-2AEA600E54DA}"/>
              </a:ext>
            </a:extLst>
          </p:cNvPr>
          <p:cNvSpPr/>
          <p:nvPr/>
        </p:nvSpPr>
        <p:spPr>
          <a:xfrm>
            <a:off x="5759556" y="32069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94F3BE0F-5779-7B51-59C3-CC7353C8E1B1}"/>
              </a:ext>
            </a:extLst>
          </p:cNvPr>
          <p:cNvSpPr/>
          <p:nvPr/>
        </p:nvSpPr>
        <p:spPr>
          <a:xfrm>
            <a:off x="5759556" y="34546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9F28A270-24FF-5CCE-27A7-BD3F2F36D5A6}"/>
              </a:ext>
            </a:extLst>
          </p:cNvPr>
          <p:cNvSpPr/>
          <p:nvPr/>
        </p:nvSpPr>
        <p:spPr>
          <a:xfrm>
            <a:off x="5759556" y="37022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80A6C0C6-BFF2-27C3-D81F-040AC4238D95}"/>
              </a:ext>
            </a:extLst>
          </p:cNvPr>
          <p:cNvSpPr/>
          <p:nvPr/>
        </p:nvSpPr>
        <p:spPr>
          <a:xfrm>
            <a:off x="5759556" y="39499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C9221689-8CB2-456C-539E-87BCB6493F6C}"/>
              </a:ext>
            </a:extLst>
          </p:cNvPr>
          <p:cNvSpPr/>
          <p:nvPr/>
        </p:nvSpPr>
        <p:spPr>
          <a:xfrm>
            <a:off x="5759556" y="41975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0EA7967F-F835-606A-F024-CD0E191CB08F}"/>
              </a:ext>
            </a:extLst>
          </p:cNvPr>
          <p:cNvSpPr/>
          <p:nvPr/>
        </p:nvSpPr>
        <p:spPr>
          <a:xfrm>
            <a:off x="5759556" y="44452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85565BED-9EA5-9477-C8AA-89E3BF5EF8CF}"/>
              </a:ext>
            </a:extLst>
          </p:cNvPr>
          <p:cNvSpPr/>
          <p:nvPr/>
        </p:nvSpPr>
        <p:spPr>
          <a:xfrm>
            <a:off x="5759556" y="46928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DBAB95F0-E3D4-76CA-1EF5-FBC60F412433}"/>
              </a:ext>
            </a:extLst>
          </p:cNvPr>
          <p:cNvSpPr/>
          <p:nvPr/>
        </p:nvSpPr>
        <p:spPr>
          <a:xfrm>
            <a:off x="5759556" y="49405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6" name="Rectángulo 125">
            <a:extLst>
              <a:ext uri="{FF2B5EF4-FFF2-40B4-BE49-F238E27FC236}">
                <a16:creationId xmlns:a16="http://schemas.microsoft.com/office/drawing/2014/main" id="{209C808E-BD53-AC5E-0F3E-B1602FBB5B99}"/>
              </a:ext>
            </a:extLst>
          </p:cNvPr>
          <p:cNvSpPr/>
          <p:nvPr/>
        </p:nvSpPr>
        <p:spPr>
          <a:xfrm>
            <a:off x="5759556" y="51881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82E02E20-49CF-7A80-6AAC-66D4123A465D}"/>
              </a:ext>
            </a:extLst>
          </p:cNvPr>
          <p:cNvSpPr/>
          <p:nvPr/>
        </p:nvSpPr>
        <p:spPr>
          <a:xfrm>
            <a:off x="5759556" y="54358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B299E723-6982-9930-3C5E-DDEBDD02EB4C}"/>
              </a:ext>
            </a:extLst>
          </p:cNvPr>
          <p:cNvSpPr/>
          <p:nvPr/>
        </p:nvSpPr>
        <p:spPr>
          <a:xfrm>
            <a:off x="5759556" y="56834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F69DA26B-E9B4-CB4F-8B58-6BDEC8881578}"/>
              </a:ext>
            </a:extLst>
          </p:cNvPr>
          <p:cNvSpPr/>
          <p:nvPr/>
        </p:nvSpPr>
        <p:spPr>
          <a:xfrm>
            <a:off x="5759556" y="59311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0" name="Rectángulo 129">
            <a:extLst>
              <a:ext uri="{FF2B5EF4-FFF2-40B4-BE49-F238E27FC236}">
                <a16:creationId xmlns:a16="http://schemas.microsoft.com/office/drawing/2014/main" id="{C1C4249F-E864-3F40-2D5B-414232EF67AA}"/>
              </a:ext>
            </a:extLst>
          </p:cNvPr>
          <p:cNvSpPr/>
          <p:nvPr/>
        </p:nvSpPr>
        <p:spPr>
          <a:xfrm>
            <a:off x="5759556" y="61787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Rectángulo 130">
            <a:extLst>
              <a:ext uri="{FF2B5EF4-FFF2-40B4-BE49-F238E27FC236}">
                <a16:creationId xmlns:a16="http://schemas.microsoft.com/office/drawing/2014/main" id="{A660817B-DC9C-4686-4965-7CCF3FDBBDD5}"/>
              </a:ext>
            </a:extLst>
          </p:cNvPr>
          <p:cNvSpPr/>
          <p:nvPr/>
        </p:nvSpPr>
        <p:spPr>
          <a:xfrm>
            <a:off x="5759549" y="6447871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2" name="Rectángulo 131">
            <a:extLst>
              <a:ext uri="{FF2B5EF4-FFF2-40B4-BE49-F238E27FC236}">
                <a16:creationId xmlns:a16="http://schemas.microsoft.com/office/drawing/2014/main" id="{81BF19E8-C0AD-6BC0-83D4-745FD5F7EAAA}"/>
              </a:ext>
            </a:extLst>
          </p:cNvPr>
          <p:cNvSpPr/>
          <p:nvPr/>
        </p:nvSpPr>
        <p:spPr>
          <a:xfrm>
            <a:off x="6238875" y="2333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3" name="Rectángulo 132">
            <a:extLst>
              <a:ext uri="{FF2B5EF4-FFF2-40B4-BE49-F238E27FC236}">
                <a16:creationId xmlns:a16="http://schemas.microsoft.com/office/drawing/2014/main" id="{AC8F5E53-52B0-BF3C-BDD5-094E1BB57917}"/>
              </a:ext>
            </a:extLst>
          </p:cNvPr>
          <p:cNvSpPr/>
          <p:nvPr/>
        </p:nvSpPr>
        <p:spPr>
          <a:xfrm>
            <a:off x="6238875" y="4810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4" name="Rectángulo 133">
            <a:extLst>
              <a:ext uri="{FF2B5EF4-FFF2-40B4-BE49-F238E27FC236}">
                <a16:creationId xmlns:a16="http://schemas.microsoft.com/office/drawing/2014/main" id="{316D221A-433E-5191-8058-BD4C1B2C2138}"/>
              </a:ext>
            </a:extLst>
          </p:cNvPr>
          <p:cNvSpPr/>
          <p:nvPr/>
        </p:nvSpPr>
        <p:spPr>
          <a:xfrm>
            <a:off x="6238875" y="7286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5" name="Rectángulo 134">
            <a:extLst>
              <a:ext uri="{FF2B5EF4-FFF2-40B4-BE49-F238E27FC236}">
                <a16:creationId xmlns:a16="http://schemas.microsoft.com/office/drawing/2014/main" id="{0184D31F-F8AF-006A-7161-E1D713C56FF6}"/>
              </a:ext>
            </a:extLst>
          </p:cNvPr>
          <p:cNvSpPr/>
          <p:nvPr/>
        </p:nvSpPr>
        <p:spPr>
          <a:xfrm>
            <a:off x="6238875" y="9763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6" name="Rectángulo 135">
            <a:extLst>
              <a:ext uri="{FF2B5EF4-FFF2-40B4-BE49-F238E27FC236}">
                <a16:creationId xmlns:a16="http://schemas.microsoft.com/office/drawing/2014/main" id="{CEBFEAE8-FFAE-98EE-ACF9-7108FB8BB1B5}"/>
              </a:ext>
            </a:extLst>
          </p:cNvPr>
          <p:cNvSpPr/>
          <p:nvPr/>
        </p:nvSpPr>
        <p:spPr>
          <a:xfrm>
            <a:off x="6238875" y="12239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7" name="Rectángulo 136">
            <a:extLst>
              <a:ext uri="{FF2B5EF4-FFF2-40B4-BE49-F238E27FC236}">
                <a16:creationId xmlns:a16="http://schemas.microsoft.com/office/drawing/2014/main" id="{E130C798-6191-0387-FD6D-801268B1CBA7}"/>
              </a:ext>
            </a:extLst>
          </p:cNvPr>
          <p:cNvSpPr/>
          <p:nvPr/>
        </p:nvSpPr>
        <p:spPr>
          <a:xfrm>
            <a:off x="6238875" y="14716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8" name="Rectángulo 137">
            <a:extLst>
              <a:ext uri="{FF2B5EF4-FFF2-40B4-BE49-F238E27FC236}">
                <a16:creationId xmlns:a16="http://schemas.microsoft.com/office/drawing/2014/main" id="{843940F8-76EC-9F8A-6EBC-24D9BCEDDEA5}"/>
              </a:ext>
            </a:extLst>
          </p:cNvPr>
          <p:cNvSpPr/>
          <p:nvPr/>
        </p:nvSpPr>
        <p:spPr>
          <a:xfrm>
            <a:off x="6238875" y="17192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9" name="Rectángulo 138">
            <a:extLst>
              <a:ext uri="{FF2B5EF4-FFF2-40B4-BE49-F238E27FC236}">
                <a16:creationId xmlns:a16="http://schemas.microsoft.com/office/drawing/2014/main" id="{D684C6A5-5EC4-E315-05B7-03DB57E6383F}"/>
              </a:ext>
            </a:extLst>
          </p:cNvPr>
          <p:cNvSpPr/>
          <p:nvPr/>
        </p:nvSpPr>
        <p:spPr>
          <a:xfrm>
            <a:off x="6238875" y="19669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0" name="Rectángulo 139">
            <a:extLst>
              <a:ext uri="{FF2B5EF4-FFF2-40B4-BE49-F238E27FC236}">
                <a16:creationId xmlns:a16="http://schemas.microsoft.com/office/drawing/2014/main" id="{58253650-93BB-3014-8F1D-051B8B5CBB3B}"/>
              </a:ext>
            </a:extLst>
          </p:cNvPr>
          <p:cNvSpPr/>
          <p:nvPr/>
        </p:nvSpPr>
        <p:spPr>
          <a:xfrm>
            <a:off x="6238875" y="22145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1DB257A9-470C-2763-D077-4A75A11C8937}"/>
              </a:ext>
            </a:extLst>
          </p:cNvPr>
          <p:cNvSpPr/>
          <p:nvPr/>
        </p:nvSpPr>
        <p:spPr>
          <a:xfrm>
            <a:off x="6238875" y="24622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2" name="Rectángulo 141">
            <a:extLst>
              <a:ext uri="{FF2B5EF4-FFF2-40B4-BE49-F238E27FC236}">
                <a16:creationId xmlns:a16="http://schemas.microsoft.com/office/drawing/2014/main" id="{250B4AF7-DF53-6A08-9987-93FBCD71EC75}"/>
              </a:ext>
            </a:extLst>
          </p:cNvPr>
          <p:cNvSpPr/>
          <p:nvPr/>
        </p:nvSpPr>
        <p:spPr>
          <a:xfrm>
            <a:off x="6238875" y="27098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3" name="Rectángulo 142">
            <a:extLst>
              <a:ext uri="{FF2B5EF4-FFF2-40B4-BE49-F238E27FC236}">
                <a16:creationId xmlns:a16="http://schemas.microsoft.com/office/drawing/2014/main" id="{3A156264-B523-D4EF-AD6C-697ECCE19F6D}"/>
              </a:ext>
            </a:extLst>
          </p:cNvPr>
          <p:cNvSpPr/>
          <p:nvPr/>
        </p:nvSpPr>
        <p:spPr>
          <a:xfrm>
            <a:off x="6238875" y="29575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4" name="Rectángulo 143">
            <a:extLst>
              <a:ext uri="{FF2B5EF4-FFF2-40B4-BE49-F238E27FC236}">
                <a16:creationId xmlns:a16="http://schemas.microsoft.com/office/drawing/2014/main" id="{CD5EC4C4-5507-2234-672B-AE7CDC1ED0F0}"/>
              </a:ext>
            </a:extLst>
          </p:cNvPr>
          <p:cNvSpPr/>
          <p:nvPr/>
        </p:nvSpPr>
        <p:spPr>
          <a:xfrm>
            <a:off x="6238875" y="32051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5" name="Rectángulo 144">
            <a:extLst>
              <a:ext uri="{FF2B5EF4-FFF2-40B4-BE49-F238E27FC236}">
                <a16:creationId xmlns:a16="http://schemas.microsoft.com/office/drawing/2014/main" id="{91AE35EB-7241-49EA-8847-9D06E99554C1}"/>
              </a:ext>
            </a:extLst>
          </p:cNvPr>
          <p:cNvSpPr/>
          <p:nvPr/>
        </p:nvSpPr>
        <p:spPr>
          <a:xfrm>
            <a:off x="6238875" y="34528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6" name="Rectángulo 145">
            <a:extLst>
              <a:ext uri="{FF2B5EF4-FFF2-40B4-BE49-F238E27FC236}">
                <a16:creationId xmlns:a16="http://schemas.microsoft.com/office/drawing/2014/main" id="{FFDC167B-9DA1-7B01-8F65-CA9E91DE2E98}"/>
              </a:ext>
            </a:extLst>
          </p:cNvPr>
          <p:cNvSpPr/>
          <p:nvPr/>
        </p:nvSpPr>
        <p:spPr>
          <a:xfrm>
            <a:off x="6238875" y="37004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7DB509FB-3BC3-C1EE-8EBE-47A81A6938A1}"/>
              </a:ext>
            </a:extLst>
          </p:cNvPr>
          <p:cNvSpPr/>
          <p:nvPr/>
        </p:nvSpPr>
        <p:spPr>
          <a:xfrm>
            <a:off x="6238875" y="39481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34177B69-D811-E00A-162C-12621D441FE3}"/>
              </a:ext>
            </a:extLst>
          </p:cNvPr>
          <p:cNvSpPr/>
          <p:nvPr/>
        </p:nvSpPr>
        <p:spPr>
          <a:xfrm>
            <a:off x="6238875" y="41957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9" name="Rectángulo 148">
            <a:extLst>
              <a:ext uri="{FF2B5EF4-FFF2-40B4-BE49-F238E27FC236}">
                <a16:creationId xmlns:a16="http://schemas.microsoft.com/office/drawing/2014/main" id="{0FDCC52D-3502-0AF4-B730-42A05CB5B295}"/>
              </a:ext>
            </a:extLst>
          </p:cNvPr>
          <p:cNvSpPr/>
          <p:nvPr/>
        </p:nvSpPr>
        <p:spPr>
          <a:xfrm>
            <a:off x="6238875" y="44434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0" name="Rectángulo 149">
            <a:extLst>
              <a:ext uri="{FF2B5EF4-FFF2-40B4-BE49-F238E27FC236}">
                <a16:creationId xmlns:a16="http://schemas.microsoft.com/office/drawing/2014/main" id="{740C49D8-24D9-E1D4-2FCF-CB132A22B108}"/>
              </a:ext>
            </a:extLst>
          </p:cNvPr>
          <p:cNvSpPr/>
          <p:nvPr/>
        </p:nvSpPr>
        <p:spPr>
          <a:xfrm>
            <a:off x="6238875" y="46910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1" name="Rectángulo 150">
            <a:extLst>
              <a:ext uri="{FF2B5EF4-FFF2-40B4-BE49-F238E27FC236}">
                <a16:creationId xmlns:a16="http://schemas.microsoft.com/office/drawing/2014/main" id="{1ADE2588-EB52-946E-10CD-B62884CB4123}"/>
              </a:ext>
            </a:extLst>
          </p:cNvPr>
          <p:cNvSpPr/>
          <p:nvPr/>
        </p:nvSpPr>
        <p:spPr>
          <a:xfrm>
            <a:off x="6238875" y="49387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2" name="Rectángulo 151">
            <a:extLst>
              <a:ext uri="{FF2B5EF4-FFF2-40B4-BE49-F238E27FC236}">
                <a16:creationId xmlns:a16="http://schemas.microsoft.com/office/drawing/2014/main" id="{D8EB4DFB-2E8C-11E1-94E2-00F4648B131B}"/>
              </a:ext>
            </a:extLst>
          </p:cNvPr>
          <p:cNvSpPr/>
          <p:nvPr/>
        </p:nvSpPr>
        <p:spPr>
          <a:xfrm>
            <a:off x="6238875" y="51863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3" name="Rectángulo 152">
            <a:extLst>
              <a:ext uri="{FF2B5EF4-FFF2-40B4-BE49-F238E27FC236}">
                <a16:creationId xmlns:a16="http://schemas.microsoft.com/office/drawing/2014/main" id="{40CF87F1-261F-D197-8AA8-DAADD324308D}"/>
              </a:ext>
            </a:extLst>
          </p:cNvPr>
          <p:cNvSpPr/>
          <p:nvPr/>
        </p:nvSpPr>
        <p:spPr>
          <a:xfrm>
            <a:off x="6238875" y="54340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4" name="Rectángulo 153">
            <a:extLst>
              <a:ext uri="{FF2B5EF4-FFF2-40B4-BE49-F238E27FC236}">
                <a16:creationId xmlns:a16="http://schemas.microsoft.com/office/drawing/2014/main" id="{51CFE9CB-420D-D7A1-207B-DE63A68963A5}"/>
              </a:ext>
            </a:extLst>
          </p:cNvPr>
          <p:cNvSpPr/>
          <p:nvPr/>
        </p:nvSpPr>
        <p:spPr>
          <a:xfrm>
            <a:off x="6238875" y="56816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5" name="Rectángulo 154">
            <a:extLst>
              <a:ext uri="{FF2B5EF4-FFF2-40B4-BE49-F238E27FC236}">
                <a16:creationId xmlns:a16="http://schemas.microsoft.com/office/drawing/2014/main" id="{7813F86D-35F1-25C2-11D7-AC0FBAA40B47}"/>
              </a:ext>
            </a:extLst>
          </p:cNvPr>
          <p:cNvSpPr/>
          <p:nvPr/>
        </p:nvSpPr>
        <p:spPr>
          <a:xfrm>
            <a:off x="6238875" y="59293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2063F2D3-1A04-B82E-DA79-44E46B2F525C}"/>
              </a:ext>
            </a:extLst>
          </p:cNvPr>
          <p:cNvSpPr/>
          <p:nvPr/>
        </p:nvSpPr>
        <p:spPr>
          <a:xfrm>
            <a:off x="6238875" y="61769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7" name="Rectángulo 156">
            <a:extLst>
              <a:ext uri="{FF2B5EF4-FFF2-40B4-BE49-F238E27FC236}">
                <a16:creationId xmlns:a16="http://schemas.microsoft.com/office/drawing/2014/main" id="{862C39F3-D8C5-5320-2716-33EDBF62527E}"/>
              </a:ext>
            </a:extLst>
          </p:cNvPr>
          <p:cNvSpPr/>
          <p:nvPr/>
        </p:nvSpPr>
        <p:spPr>
          <a:xfrm>
            <a:off x="6238868" y="6446039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8" name="Arco de bloque 157">
            <a:extLst>
              <a:ext uri="{FF2B5EF4-FFF2-40B4-BE49-F238E27FC236}">
                <a16:creationId xmlns:a16="http://schemas.microsoft.com/office/drawing/2014/main" id="{480906FB-2BB0-A1E0-B30D-29E6E1788F62}"/>
              </a:ext>
            </a:extLst>
          </p:cNvPr>
          <p:cNvSpPr/>
          <p:nvPr/>
        </p:nvSpPr>
        <p:spPr>
          <a:xfrm>
            <a:off x="5815859" y="18573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59" name="Arco de bloque 158">
            <a:extLst>
              <a:ext uri="{FF2B5EF4-FFF2-40B4-BE49-F238E27FC236}">
                <a16:creationId xmlns:a16="http://schemas.microsoft.com/office/drawing/2014/main" id="{32CD42C5-08E1-E245-B570-A2102C6DF65B}"/>
              </a:ext>
            </a:extLst>
          </p:cNvPr>
          <p:cNvSpPr/>
          <p:nvPr/>
        </p:nvSpPr>
        <p:spPr>
          <a:xfrm>
            <a:off x="5815859" y="43337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0" name="Arco de bloque 159">
            <a:extLst>
              <a:ext uri="{FF2B5EF4-FFF2-40B4-BE49-F238E27FC236}">
                <a16:creationId xmlns:a16="http://schemas.microsoft.com/office/drawing/2014/main" id="{51339276-D8F7-C5CD-0E44-D4AC39282FEF}"/>
              </a:ext>
            </a:extLst>
          </p:cNvPr>
          <p:cNvSpPr/>
          <p:nvPr/>
        </p:nvSpPr>
        <p:spPr>
          <a:xfrm>
            <a:off x="5815859" y="68102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1" name="Arco de bloque 160">
            <a:extLst>
              <a:ext uri="{FF2B5EF4-FFF2-40B4-BE49-F238E27FC236}">
                <a16:creationId xmlns:a16="http://schemas.microsoft.com/office/drawing/2014/main" id="{D7FF18CA-B89D-AA73-3005-7E655904C1C1}"/>
              </a:ext>
            </a:extLst>
          </p:cNvPr>
          <p:cNvSpPr/>
          <p:nvPr/>
        </p:nvSpPr>
        <p:spPr>
          <a:xfrm>
            <a:off x="5815859" y="92866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2" name="Arco de bloque 161">
            <a:extLst>
              <a:ext uri="{FF2B5EF4-FFF2-40B4-BE49-F238E27FC236}">
                <a16:creationId xmlns:a16="http://schemas.microsoft.com/office/drawing/2014/main" id="{6108F737-36E2-D1FB-7CDF-57859E22B431}"/>
              </a:ext>
            </a:extLst>
          </p:cNvPr>
          <p:cNvSpPr/>
          <p:nvPr/>
        </p:nvSpPr>
        <p:spPr>
          <a:xfrm>
            <a:off x="5815859" y="117630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3" name="Arco de bloque 162">
            <a:extLst>
              <a:ext uri="{FF2B5EF4-FFF2-40B4-BE49-F238E27FC236}">
                <a16:creationId xmlns:a16="http://schemas.microsoft.com/office/drawing/2014/main" id="{59FD0F1A-55AF-E01D-4A46-7EE71336A25A}"/>
              </a:ext>
            </a:extLst>
          </p:cNvPr>
          <p:cNvSpPr/>
          <p:nvPr/>
        </p:nvSpPr>
        <p:spPr>
          <a:xfrm>
            <a:off x="5815859" y="142394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4" name="Arco de bloque 163">
            <a:extLst>
              <a:ext uri="{FF2B5EF4-FFF2-40B4-BE49-F238E27FC236}">
                <a16:creationId xmlns:a16="http://schemas.microsoft.com/office/drawing/2014/main" id="{F8B0C46A-E064-39DA-8C06-F9D1140223E1}"/>
              </a:ext>
            </a:extLst>
          </p:cNvPr>
          <p:cNvSpPr/>
          <p:nvPr/>
        </p:nvSpPr>
        <p:spPr>
          <a:xfrm>
            <a:off x="5815859" y="167158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5" name="Arco de bloque 164">
            <a:extLst>
              <a:ext uri="{FF2B5EF4-FFF2-40B4-BE49-F238E27FC236}">
                <a16:creationId xmlns:a16="http://schemas.microsoft.com/office/drawing/2014/main" id="{A151EF92-A258-F79A-5ADC-988F0B85693A}"/>
              </a:ext>
            </a:extLst>
          </p:cNvPr>
          <p:cNvSpPr/>
          <p:nvPr/>
        </p:nvSpPr>
        <p:spPr>
          <a:xfrm>
            <a:off x="5815859" y="191923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6" name="Arco de bloque 165">
            <a:extLst>
              <a:ext uri="{FF2B5EF4-FFF2-40B4-BE49-F238E27FC236}">
                <a16:creationId xmlns:a16="http://schemas.microsoft.com/office/drawing/2014/main" id="{259B5A39-804F-7182-7B96-3051B55FFDD0}"/>
              </a:ext>
            </a:extLst>
          </p:cNvPr>
          <p:cNvSpPr/>
          <p:nvPr/>
        </p:nvSpPr>
        <p:spPr>
          <a:xfrm>
            <a:off x="5815859" y="216687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7" name="Arco de bloque 166">
            <a:extLst>
              <a:ext uri="{FF2B5EF4-FFF2-40B4-BE49-F238E27FC236}">
                <a16:creationId xmlns:a16="http://schemas.microsoft.com/office/drawing/2014/main" id="{9E66150B-B743-0FE3-D801-9984E385C378}"/>
              </a:ext>
            </a:extLst>
          </p:cNvPr>
          <p:cNvSpPr/>
          <p:nvPr/>
        </p:nvSpPr>
        <p:spPr>
          <a:xfrm>
            <a:off x="5815859" y="241451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8" name="Arco de bloque 167">
            <a:extLst>
              <a:ext uri="{FF2B5EF4-FFF2-40B4-BE49-F238E27FC236}">
                <a16:creationId xmlns:a16="http://schemas.microsoft.com/office/drawing/2014/main" id="{0A3189F0-B223-68C3-819E-3A3B54CD8C23}"/>
              </a:ext>
            </a:extLst>
          </p:cNvPr>
          <p:cNvSpPr/>
          <p:nvPr/>
        </p:nvSpPr>
        <p:spPr>
          <a:xfrm>
            <a:off x="5815859" y="266215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9" name="Arco de bloque 168">
            <a:extLst>
              <a:ext uri="{FF2B5EF4-FFF2-40B4-BE49-F238E27FC236}">
                <a16:creationId xmlns:a16="http://schemas.microsoft.com/office/drawing/2014/main" id="{5B113E2C-6C74-08D7-7189-42E8424B0D94}"/>
              </a:ext>
            </a:extLst>
          </p:cNvPr>
          <p:cNvSpPr/>
          <p:nvPr/>
        </p:nvSpPr>
        <p:spPr>
          <a:xfrm>
            <a:off x="5815859" y="290979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0" name="Arco de bloque 169">
            <a:extLst>
              <a:ext uri="{FF2B5EF4-FFF2-40B4-BE49-F238E27FC236}">
                <a16:creationId xmlns:a16="http://schemas.microsoft.com/office/drawing/2014/main" id="{78611D1E-C7D9-1265-1EEE-2A76DEEB0F3A}"/>
              </a:ext>
            </a:extLst>
          </p:cNvPr>
          <p:cNvSpPr/>
          <p:nvPr/>
        </p:nvSpPr>
        <p:spPr>
          <a:xfrm>
            <a:off x="5815859" y="315744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1" name="Arco de bloque 170">
            <a:extLst>
              <a:ext uri="{FF2B5EF4-FFF2-40B4-BE49-F238E27FC236}">
                <a16:creationId xmlns:a16="http://schemas.microsoft.com/office/drawing/2014/main" id="{7311F4A3-3767-F4BF-9266-FA3F43B34711}"/>
              </a:ext>
            </a:extLst>
          </p:cNvPr>
          <p:cNvSpPr/>
          <p:nvPr/>
        </p:nvSpPr>
        <p:spPr>
          <a:xfrm>
            <a:off x="5815859" y="340508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2" name="Arco de bloque 171">
            <a:extLst>
              <a:ext uri="{FF2B5EF4-FFF2-40B4-BE49-F238E27FC236}">
                <a16:creationId xmlns:a16="http://schemas.microsoft.com/office/drawing/2014/main" id="{70A64804-6150-F9D2-6CEF-9CB313830512}"/>
              </a:ext>
            </a:extLst>
          </p:cNvPr>
          <p:cNvSpPr/>
          <p:nvPr/>
        </p:nvSpPr>
        <p:spPr>
          <a:xfrm>
            <a:off x="5815859" y="365272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3" name="Arco de bloque 172">
            <a:extLst>
              <a:ext uri="{FF2B5EF4-FFF2-40B4-BE49-F238E27FC236}">
                <a16:creationId xmlns:a16="http://schemas.microsoft.com/office/drawing/2014/main" id="{55A144D2-C774-5715-724A-750A90526B11}"/>
              </a:ext>
            </a:extLst>
          </p:cNvPr>
          <p:cNvSpPr/>
          <p:nvPr/>
        </p:nvSpPr>
        <p:spPr>
          <a:xfrm>
            <a:off x="5815859" y="390036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4" name="Arco de bloque 173">
            <a:extLst>
              <a:ext uri="{FF2B5EF4-FFF2-40B4-BE49-F238E27FC236}">
                <a16:creationId xmlns:a16="http://schemas.microsoft.com/office/drawing/2014/main" id="{271CE7FB-F287-F486-1616-193CBE66ED61}"/>
              </a:ext>
            </a:extLst>
          </p:cNvPr>
          <p:cNvSpPr/>
          <p:nvPr/>
        </p:nvSpPr>
        <p:spPr>
          <a:xfrm>
            <a:off x="5815859" y="414800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5" name="Arco de bloque 174">
            <a:extLst>
              <a:ext uri="{FF2B5EF4-FFF2-40B4-BE49-F238E27FC236}">
                <a16:creationId xmlns:a16="http://schemas.microsoft.com/office/drawing/2014/main" id="{30B839C1-F041-E70C-B697-290D11C4484C}"/>
              </a:ext>
            </a:extLst>
          </p:cNvPr>
          <p:cNvSpPr/>
          <p:nvPr/>
        </p:nvSpPr>
        <p:spPr>
          <a:xfrm>
            <a:off x="5815859" y="439565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6" name="Arco de bloque 175">
            <a:extLst>
              <a:ext uri="{FF2B5EF4-FFF2-40B4-BE49-F238E27FC236}">
                <a16:creationId xmlns:a16="http://schemas.microsoft.com/office/drawing/2014/main" id="{7A2594C3-78FB-6711-ADC5-33EFB89823EA}"/>
              </a:ext>
            </a:extLst>
          </p:cNvPr>
          <p:cNvSpPr/>
          <p:nvPr/>
        </p:nvSpPr>
        <p:spPr>
          <a:xfrm>
            <a:off x="5815859" y="464329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7" name="Arco de bloque 176">
            <a:extLst>
              <a:ext uri="{FF2B5EF4-FFF2-40B4-BE49-F238E27FC236}">
                <a16:creationId xmlns:a16="http://schemas.microsoft.com/office/drawing/2014/main" id="{DB060485-1B5B-2842-B86A-083836073D96}"/>
              </a:ext>
            </a:extLst>
          </p:cNvPr>
          <p:cNvSpPr/>
          <p:nvPr/>
        </p:nvSpPr>
        <p:spPr>
          <a:xfrm>
            <a:off x="5815859" y="489093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8" name="Arco de bloque 177">
            <a:extLst>
              <a:ext uri="{FF2B5EF4-FFF2-40B4-BE49-F238E27FC236}">
                <a16:creationId xmlns:a16="http://schemas.microsoft.com/office/drawing/2014/main" id="{95787DB7-D11E-E2FB-130E-21B65ADAFB44}"/>
              </a:ext>
            </a:extLst>
          </p:cNvPr>
          <p:cNvSpPr/>
          <p:nvPr/>
        </p:nvSpPr>
        <p:spPr>
          <a:xfrm>
            <a:off x="5815859" y="513857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9" name="Arco de bloque 178">
            <a:extLst>
              <a:ext uri="{FF2B5EF4-FFF2-40B4-BE49-F238E27FC236}">
                <a16:creationId xmlns:a16="http://schemas.microsoft.com/office/drawing/2014/main" id="{CDB86D7B-9431-40F2-5682-33B935DCF416}"/>
              </a:ext>
            </a:extLst>
          </p:cNvPr>
          <p:cNvSpPr/>
          <p:nvPr/>
        </p:nvSpPr>
        <p:spPr>
          <a:xfrm>
            <a:off x="5815859" y="538621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0" name="Arco de bloque 179">
            <a:extLst>
              <a:ext uri="{FF2B5EF4-FFF2-40B4-BE49-F238E27FC236}">
                <a16:creationId xmlns:a16="http://schemas.microsoft.com/office/drawing/2014/main" id="{86662BD0-2EA0-4D67-3D6D-16D6D86FA442}"/>
              </a:ext>
            </a:extLst>
          </p:cNvPr>
          <p:cNvSpPr/>
          <p:nvPr/>
        </p:nvSpPr>
        <p:spPr>
          <a:xfrm>
            <a:off x="5815859" y="563386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1" name="Arco de bloque 180">
            <a:extLst>
              <a:ext uri="{FF2B5EF4-FFF2-40B4-BE49-F238E27FC236}">
                <a16:creationId xmlns:a16="http://schemas.microsoft.com/office/drawing/2014/main" id="{B4419834-D3A8-CEDA-E0FA-C7C293D8FE00}"/>
              </a:ext>
            </a:extLst>
          </p:cNvPr>
          <p:cNvSpPr/>
          <p:nvPr/>
        </p:nvSpPr>
        <p:spPr>
          <a:xfrm>
            <a:off x="5815859" y="588150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2" name="Arco de bloque 181">
            <a:extLst>
              <a:ext uri="{FF2B5EF4-FFF2-40B4-BE49-F238E27FC236}">
                <a16:creationId xmlns:a16="http://schemas.microsoft.com/office/drawing/2014/main" id="{5E740B0D-E300-D9C5-7A79-1E993203FB1D}"/>
              </a:ext>
            </a:extLst>
          </p:cNvPr>
          <p:cNvSpPr/>
          <p:nvPr/>
        </p:nvSpPr>
        <p:spPr>
          <a:xfrm>
            <a:off x="5815859" y="612914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3" name="Arco de bloque 182">
            <a:extLst>
              <a:ext uri="{FF2B5EF4-FFF2-40B4-BE49-F238E27FC236}">
                <a16:creationId xmlns:a16="http://schemas.microsoft.com/office/drawing/2014/main" id="{3A8C4174-DBEC-41DC-A3B3-A01E5AE24DCE}"/>
              </a:ext>
            </a:extLst>
          </p:cNvPr>
          <p:cNvSpPr/>
          <p:nvPr/>
        </p:nvSpPr>
        <p:spPr>
          <a:xfrm>
            <a:off x="5815859" y="637678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4" name="Rectángulo 183">
            <a:extLst>
              <a:ext uri="{FF2B5EF4-FFF2-40B4-BE49-F238E27FC236}">
                <a16:creationId xmlns:a16="http://schemas.microsoft.com/office/drawing/2014/main" id="{F381252B-11D7-F79C-F3E8-87F0E9050706}"/>
              </a:ext>
            </a:extLst>
          </p:cNvPr>
          <p:cNvSpPr/>
          <p:nvPr/>
        </p:nvSpPr>
        <p:spPr>
          <a:xfrm>
            <a:off x="177421" y="185737"/>
            <a:ext cx="5461378" cy="6507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5" name="Rectángulo 184">
            <a:extLst>
              <a:ext uri="{FF2B5EF4-FFF2-40B4-BE49-F238E27FC236}">
                <a16:creationId xmlns:a16="http://schemas.microsoft.com/office/drawing/2014/main" id="{A68763A8-B6B7-4498-578A-C398AE4DCF91}"/>
              </a:ext>
            </a:extLst>
          </p:cNvPr>
          <p:cNvSpPr/>
          <p:nvPr/>
        </p:nvSpPr>
        <p:spPr>
          <a:xfrm>
            <a:off x="6565704" y="185737"/>
            <a:ext cx="5461378" cy="6507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72826184-CFEB-E02B-4BAF-B27C1B1487FA}"/>
              </a:ext>
            </a:extLst>
          </p:cNvPr>
          <p:cNvCxnSpPr/>
          <p:nvPr/>
        </p:nvCxnSpPr>
        <p:spPr>
          <a:xfrm>
            <a:off x="368490" y="50244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ector recto 187">
            <a:extLst>
              <a:ext uri="{FF2B5EF4-FFF2-40B4-BE49-F238E27FC236}">
                <a16:creationId xmlns:a16="http://schemas.microsoft.com/office/drawing/2014/main" id="{8407073E-0B1A-49B1-966B-301AC4ED7088}"/>
              </a:ext>
            </a:extLst>
          </p:cNvPr>
          <p:cNvCxnSpPr/>
          <p:nvPr/>
        </p:nvCxnSpPr>
        <p:spPr>
          <a:xfrm>
            <a:off x="368490" y="68102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ector recto 188">
            <a:extLst>
              <a:ext uri="{FF2B5EF4-FFF2-40B4-BE49-F238E27FC236}">
                <a16:creationId xmlns:a16="http://schemas.microsoft.com/office/drawing/2014/main" id="{7746D2C3-77B1-06E1-B2C5-C0749ED7ADFA}"/>
              </a:ext>
            </a:extLst>
          </p:cNvPr>
          <p:cNvCxnSpPr/>
          <p:nvPr/>
        </p:nvCxnSpPr>
        <p:spPr>
          <a:xfrm>
            <a:off x="368490" y="85959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recto 189">
            <a:extLst>
              <a:ext uri="{FF2B5EF4-FFF2-40B4-BE49-F238E27FC236}">
                <a16:creationId xmlns:a16="http://schemas.microsoft.com/office/drawing/2014/main" id="{44379374-3142-376A-733B-FBAC19E96ACC}"/>
              </a:ext>
            </a:extLst>
          </p:cNvPr>
          <p:cNvCxnSpPr/>
          <p:nvPr/>
        </p:nvCxnSpPr>
        <p:spPr>
          <a:xfrm>
            <a:off x="368490" y="103816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cto 190">
            <a:extLst>
              <a:ext uri="{FF2B5EF4-FFF2-40B4-BE49-F238E27FC236}">
                <a16:creationId xmlns:a16="http://schemas.microsoft.com/office/drawing/2014/main" id="{D086FEE8-D031-E5A6-23AE-A6FDF69A265C}"/>
              </a:ext>
            </a:extLst>
          </p:cNvPr>
          <p:cNvCxnSpPr/>
          <p:nvPr/>
        </p:nvCxnSpPr>
        <p:spPr>
          <a:xfrm>
            <a:off x="368490" y="121674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ector recto 191">
            <a:extLst>
              <a:ext uri="{FF2B5EF4-FFF2-40B4-BE49-F238E27FC236}">
                <a16:creationId xmlns:a16="http://schemas.microsoft.com/office/drawing/2014/main" id="{7D6A650E-BAB0-5F97-94C0-6400C2252A6B}"/>
              </a:ext>
            </a:extLst>
          </p:cNvPr>
          <p:cNvCxnSpPr/>
          <p:nvPr/>
        </p:nvCxnSpPr>
        <p:spPr>
          <a:xfrm>
            <a:off x="368490" y="139531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A066F42B-0F35-1E5A-8F97-5C738B2B288A}"/>
              </a:ext>
            </a:extLst>
          </p:cNvPr>
          <p:cNvCxnSpPr/>
          <p:nvPr/>
        </p:nvCxnSpPr>
        <p:spPr>
          <a:xfrm>
            <a:off x="368490" y="157389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027F9175-C66F-2F31-1A1A-AD9563E783AE}"/>
              </a:ext>
            </a:extLst>
          </p:cNvPr>
          <p:cNvCxnSpPr/>
          <p:nvPr/>
        </p:nvCxnSpPr>
        <p:spPr>
          <a:xfrm>
            <a:off x="368490" y="175246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857CB4A5-F0D9-8621-06B7-00850E1AEAB1}"/>
              </a:ext>
            </a:extLst>
          </p:cNvPr>
          <p:cNvCxnSpPr/>
          <p:nvPr/>
        </p:nvCxnSpPr>
        <p:spPr>
          <a:xfrm>
            <a:off x="368490" y="193103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ector recto 195">
            <a:extLst>
              <a:ext uri="{FF2B5EF4-FFF2-40B4-BE49-F238E27FC236}">
                <a16:creationId xmlns:a16="http://schemas.microsoft.com/office/drawing/2014/main" id="{F2C04B2C-900A-FF13-24E4-7E363ED2A46E}"/>
              </a:ext>
            </a:extLst>
          </p:cNvPr>
          <p:cNvCxnSpPr/>
          <p:nvPr/>
        </p:nvCxnSpPr>
        <p:spPr>
          <a:xfrm>
            <a:off x="368490" y="210961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ector recto 196">
            <a:extLst>
              <a:ext uri="{FF2B5EF4-FFF2-40B4-BE49-F238E27FC236}">
                <a16:creationId xmlns:a16="http://schemas.microsoft.com/office/drawing/2014/main" id="{EB7C16D4-97CA-5103-28BA-54454788E11D}"/>
              </a:ext>
            </a:extLst>
          </p:cNvPr>
          <p:cNvCxnSpPr/>
          <p:nvPr/>
        </p:nvCxnSpPr>
        <p:spPr>
          <a:xfrm>
            <a:off x="368490" y="228818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>
            <a:extLst>
              <a:ext uri="{FF2B5EF4-FFF2-40B4-BE49-F238E27FC236}">
                <a16:creationId xmlns:a16="http://schemas.microsoft.com/office/drawing/2014/main" id="{8A2F3EDA-A6E4-77B8-AE10-762ECAA1BE16}"/>
              </a:ext>
            </a:extLst>
          </p:cNvPr>
          <p:cNvCxnSpPr/>
          <p:nvPr/>
        </p:nvCxnSpPr>
        <p:spPr>
          <a:xfrm>
            <a:off x="368490" y="246676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ector recto 198">
            <a:extLst>
              <a:ext uri="{FF2B5EF4-FFF2-40B4-BE49-F238E27FC236}">
                <a16:creationId xmlns:a16="http://schemas.microsoft.com/office/drawing/2014/main" id="{5C045DBD-30C9-9DEE-2721-48FD915A8E04}"/>
              </a:ext>
            </a:extLst>
          </p:cNvPr>
          <p:cNvCxnSpPr/>
          <p:nvPr/>
        </p:nvCxnSpPr>
        <p:spPr>
          <a:xfrm>
            <a:off x="368490" y="264533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2099CCD1-4BFD-67D8-1534-54C5704DA1C9}"/>
              </a:ext>
            </a:extLst>
          </p:cNvPr>
          <p:cNvCxnSpPr/>
          <p:nvPr/>
        </p:nvCxnSpPr>
        <p:spPr>
          <a:xfrm>
            <a:off x="368490" y="282390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1A9456E4-22DF-7F8D-A2CB-4F79068D5650}"/>
              </a:ext>
            </a:extLst>
          </p:cNvPr>
          <p:cNvCxnSpPr/>
          <p:nvPr/>
        </p:nvCxnSpPr>
        <p:spPr>
          <a:xfrm>
            <a:off x="368490" y="300248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ector recto 201">
            <a:extLst>
              <a:ext uri="{FF2B5EF4-FFF2-40B4-BE49-F238E27FC236}">
                <a16:creationId xmlns:a16="http://schemas.microsoft.com/office/drawing/2014/main" id="{05C0E590-C9B8-1445-D120-A07354467B26}"/>
              </a:ext>
            </a:extLst>
          </p:cNvPr>
          <p:cNvCxnSpPr/>
          <p:nvPr/>
        </p:nvCxnSpPr>
        <p:spPr>
          <a:xfrm>
            <a:off x="368490" y="318105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ctor recto 202">
            <a:extLst>
              <a:ext uri="{FF2B5EF4-FFF2-40B4-BE49-F238E27FC236}">
                <a16:creationId xmlns:a16="http://schemas.microsoft.com/office/drawing/2014/main" id="{D779310B-B015-5E96-A0B2-2E598343056D}"/>
              </a:ext>
            </a:extLst>
          </p:cNvPr>
          <p:cNvCxnSpPr/>
          <p:nvPr/>
        </p:nvCxnSpPr>
        <p:spPr>
          <a:xfrm>
            <a:off x="368490" y="335963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DD306BE8-428C-A6D9-9D49-19C760F52286}"/>
              </a:ext>
            </a:extLst>
          </p:cNvPr>
          <p:cNvCxnSpPr/>
          <p:nvPr/>
        </p:nvCxnSpPr>
        <p:spPr>
          <a:xfrm>
            <a:off x="368490" y="353820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cto 204">
            <a:extLst>
              <a:ext uri="{FF2B5EF4-FFF2-40B4-BE49-F238E27FC236}">
                <a16:creationId xmlns:a16="http://schemas.microsoft.com/office/drawing/2014/main" id="{0EF4C2E8-6A53-0D33-950D-670CA0CB2EF4}"/>
              </a:ext>
            </a:extLst>
          </p:cNvPr>
          <p:cNvCxnSpPr/>
          <p:nvPr/>
        </p:nvCxnSpPr>
        <p:spPr>
          <a:xfrm>
            <a:off x="368490" y="371677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ector recto 205">
            <a:extLst>
              <a:ext uri="{FF2B5EF4-FFF2-40B4-BE49-F238E27FC236}">
                <a16:creationId xmlns:a16="http://schemas.microsoft.com/office/drawing/2014/main" id="{8321701A-30E7-098E-8192-2E3ECA722097}"/>
              </a:ext>
            </a:extLst>
          </p:cNvPr>
          <p:cNvCxnSpPr/>
          <p:nvPr/>
        </p:nvCxnSpPr>
        <p:spPr>
          <a:xfrm>
            <a:off x="368490" y="389535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ector recto 206">
            <a:extLst>
              <a:ext uri="{FF2B5EF4-FFF2-40B4-BE49-F238E27FC236}">
                <a16:creationId xmlns:a16="http://schemas.microsoft.com/office/drawing/2014/main" id="{29F5421F-21F2-59D8-CD6B-1A55C3FEDA9F}"/>
              </a:ext>
            </a:extLst>
          </p:cNvPr>
          <p:cNvCxnSpPr/>
          <p:nvPr/>
        </p:nvCxnSpPr>
        <p:spPr>
          <a:xfrm>
            <a:off x="368490" y="407392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>
            <a:extLst>
              <a:ext uri="{FF2B5EF4-FFF2-40B4-BE49-F238E27FC236}">
                <a16:creationId xmlns:a16="http://schemas.microsoft.com/office/drawing/2014/main" id="{B7D72362-A2AA-428A-206E-6FD07B83452C}"/>
              </a:ext>
            </a:extLst>
          </p:cNvPr>
          <p:cNvCxnSpPr/>
          <p:nvPr/>
        </p:nvCxnSpPr>
        <p:spPr>
          <a:xfrm>
            <a:off x="368490" y="425250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ector recto 208">
            <a:extLst>
              <a:ext uri="{FF2B5EF4-FFF2-40B4-BE49-F238E27FC236}">
                <a16:creationId xmlns:a16="http://schemas.microsoft.com/office/drawing/2014/main" id="{33D961D4-8B4A-1C61-BDFA-A07119C37C21}"/>
              </a:ext>
            </a:extLst>
          </p:cNvPr>
          <p:cNvCxnSpPr/>
          <p:nvPr/>
        </p:nvCxnSpPr>
        <p:spPr>
          <a:xfrm>
            <a:off x="368490" y="443107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ector recto 209">
            <a:extLst>
              <a:ext uri="{FF2B5EF4-FFF2-40B4-BE49-F238E27FC236}">
                <a16:creationId xmlns:a16="http://schemas.microsoft.com/office/drawing/2014/main" id="{A45D788A-5E7A-F6AF-BB31-6AA1EE9C02E0}"/>
              </a:ext>
            </a:extLst>
          </p:cNvPr>
          <p:cNvCxnSpPr/>
          <p:nvPr/>
        </p:nvCxnSpPr>
        <p:spPr>
          <a:xfrm>
            <a:off x="368490" y="460964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ector recto 210">
            <a:extLst>
              <a:ext uri="{FF2B5EF4-FFF2-40B4-BE49-F238E27FC236}">
                <a16:creationId xmlns:a16="http://schemas.microsoft.com/office/drawing/2014/main" id="{4A65F6A6-14F5-E288-4344-DCD43871D9AD}"/>
              </a:ext>
            </a:extLst>
          </p:cNvPr>
          <p:cNvCxnSpPr/>
          <p:nvPr/>
        </p:nvCxnSpPr>
        <p:spPr>
          <a:xfrm>
            <a:off x="368490" y="478822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ector recto 211">
            <a:extLst>
              <a:ext uri="{FF2B5EF4-FFF2-40B4-BE49-F238E27FC236}">
                <a16:creationId xmlns:a16="http://schemas.microsoft.com/office/drawing/2014/main" id="{52D469A5-A6F5-A3DC-B46E-35D42A9F2BBB}"/>
              </a:ext>
            </a:extLst>
          </p:cNvPr>
          <p:cNvCxnSpPr/>
          <p:nvPr/>
        </p:nvCxnSpPr>
        <p:spPr>
          <a:xfrm>
            <a:off x="368490" y="496679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ector recto 212">
            <a:extLst>
              <a:ext uri="{FF2B5EF4-FFF2-40B4-BE49-F238E27FC236}">
                <a16:creationId xmlns:a16="http://schemas.microsoft.com/office/drawing/2014/main" id="{0DF0B18B-B27D-0AEC-BD76-CA206332DD41}"/>
              </a:ext>
            </a:extLst>
          </p:cNvPr>
          <p:cNvCxnSpPr/>
          <p:nvPr/>
        </p:nvCxnSpPr>
        <p:spPr>
          <a:xfrm>
            <a:off x="368490" y="514537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ector recto 213">
            <a:extLst>
              <a:ext uri="{FF2B5EF4-FFF2-40B4-BE49-F238E27FC236}">
                <a16:creationId xmlns:a16="http://schemas.microsoft.com/office/drawing/2014/main" id="{12D910E5-BF60-BA4E-EA7A-384D475B9F35}"/>
              </a:ext>
            </a:extLst>
          </p:cNvPr>
          <p:cNvCxnSpPr/>
          <p:nvPr/>
        </p:nvCxnSpPr>
        <p:spPr>
          <a:xfrm>
            <a:off x="368490" y="532394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ector recto 214">
            <a:extLst>
              <a:ext uri="{FF2B5EF4-FFF2-40B4-BE49-F238E27FC236}">
                <a16:creationId xmlns:a16="http://schemas.microsoft.com/office/drawing/2014/main" id="{7A077FCA-DB7A-8358-E0E4-753A9EA8C832}"/>
              </a:ext>
            </a:extLst>
          </p:cNvPr>
          <p:cNvCxnSpPr/>
          <p:nvPr/>
        </p:nvCxnSpPr>
        <p:spPr>
          <a:xfrm>
            <a:off x="368490" y="550251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496F1A40-62F5-E932-D2CC-AC93D7789686}"/>
              </a:ext>
            </a:extLst>
          </p:cNvPr>
          <p:cNvCxnSpPr/>
          <p:nvPr/>
        </p:nvCxnSpPr>
        <p:spPr>
          <a:xfrm>
            <a:off x="368490" y="568109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ector recto 216">
            <a:extLst>
              <a:ext uri="{FF2B5EF4-FFF2-40B4-BE49-F238E27FC236}">
                <a16:creationId xmlns:a16="http://schemas.microsoft.com/office/drawing/2014/main" id="{F649561B-9FF4-87EF-D973-19A501B57CA4}"/>
              </a:ext>
            </a:extLst>
          </p:cNvPr>
          <p:cNvCxnSpPr/>
          <p:nvPr/>
        </p:nvCxnSpPr>
        <p:spPr>
          <a:xfrm>
            <a:off x="368490" y="585966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6F2D0255-F666-6251-AFF3-29E8357AF5CB}"/>
              </a:ext>
            </a:extLst>
          </p:cNvPr>
          <p:cNvCxnSpPr/>
          <p:nvPr/>
        </p:nvCxnSpPr>
        <p:spPr>
          <a:xfrm>
            <a:off x="368490" y="603824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ector recto 218">
            <a:extLst>
              <a:ext uri="{FF2B5EF4-FFF2-40B4-BE49-F238E27FC236}">
                <a16:creationId xmlns:a16="http://schemas.microsoft.com/office/drawing/2014/main" id="{19233D87-0E48-CC49-15E2-2A820AD43712}"/>
              </a:ext>
            </a:extLst>
          </p:cNvPr>
          <p:cNvCxnSpPr/>
          <p:nvPr/>
        </p:nvCxnSpPr>
        <p:spPr>
          <a:xfrm>
            <a:off x="368490" y="621681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ector recto 219">
            <a:extLst>
              <a:ext uri="{FF2B5EF4-FFF2-40B4-BE49-F238E27FC236}">
                <a16:creationId xmlns:a16="http://schemas.microsoft.com/office/drawing/2014/main" id="{A6EA27B4-2ABB-61AC-25C0-248CDEB76A34}"/>
              </a:ext>
            </a:extLst>
          </p:cNvPr>
          <p:cNvCxnSpPr/>
          <p:nvPr/>
        </p:nvCxnSpPr>
        <p:spPr>
          <a:xfrm>
            <a:off x="368490" y="639538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ector recto 220">
            <a:extLst>
              <a:ext uri="{FF2B5EF4-FFF2-40B4-BE49-F238E27FC236}">
                <a16:creationId xmlns:a16="http://schemas.microsoft.com/office/drawing/2014/main" id="{BCF24054-1927-81C2-5BA5-72684A75D62F}"/>
              </a:ext>
            </a:extLst>
          </p:cNvPr>
          <p:cNvCxnSpPr/>
          <p:nvPr/>
        </p:nvCxnSpPr>
        <p:spPr>
          <a:xfrm>
            <a:off x="368490" y="657396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ector recto 262">
            <a:extLst>
              <a:ext uri="{FF2B5EF4-FFF2-40B4-BE49-F238E27FC236}">
                <a16:creationId xmlns:a16="http://schemas.microsoft.com/office/drawing/2014/main" id="{D193001A-5D32-1CC3-4F14-5DC6166E1FF5}"/>
              </a:ext>
            </a:extLst>
          </p:cNvPr>
          <p:cNvCxnSpPr/>
          <p:nvPr/>
        </p:nvCxnSpPr>
        <p:spPr>
          <a:xfrm>
            <a:off x="6764733" y="50244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ector recto 263">
            <a:extLst>
              <a:ext uri="{FF2B5EF4-FFF2-40B4-BE49-F238E27FC236}">
                <a16:creationId xmlns:a16="http://schemas.microsoft.com/office/drawing/2014/main" id="{A66C47ED-9BB2-43A8-54C9-32EFDE8B8120}"/>
              </a:ext>
            </a:extLst>
          </p:cNvPr>
          <p:cNvCxnSpPr/>
          <p:nvPr/>
        </p:nvCxnSpPr>
        <p:spPr>
          <a:xfrm>
            <a:off x="6764733" y="68102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ector recto 264">
            <a:extLst>
              <a:ext uri="{FF2B5EF4-FFF2-40B4-BE49-F238E27FC236}">
                <a16:creationId xmlns:a16="http://schemas.microsoft.com/office/drawing/2014/main" id="{DC31EE94-EA11-FF44-11EC-D33E28877CCB}"/>
              </a:ext>
            </a:extLst>
          </p:cNvPr>
          <p:cNvCxnSpPr/>
          <p:nvPr/>
        </p:nvCxnSpPr>
        <p:spPr>
          <a:xfrm>
            <a:off x="6764733" y="85959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ector recto 265">
            <a:extLst>
              <a:ext uri="{FF2B5EF4-FFF2-40B4-BE49-F238E27FC236}">
                <a16:creationId xmlns:a16="http://schemas.microsoft.com/office/drawing/2014/main" id="{4025E19E-6FEC-A653-373D-894EE981487E}"/>
              </a:ext>
            </a:extLst>
          </p:cNvPr>
          <p:cNvCxnSpPr/>
          <p:nvPr/>
        </p:nvCxnSpPr>
        <p:spPr>
          <a:xfrm>
            <a:off x="6764733" y="103816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ector recto 266">
            <a:extLst>
              <a:ext uri="{FF2B5EF4-FFF2-40B4-BE49-F238E27FC236}">
                <a16:creationId xmlns:a16="http://schemas.microsoft.com/office/drawing/2014/main" id="{E9F3BC79-C4D2-279F-B7F5-083D9A165E73}"/>
              </a:ext>
            </a:extLst>
          </p:cNvPr>
          <p:cNvCxnSpPr/>
          <p:nvPr/>
        </p:nvCxnSpPr>
        <p:spPr>
          <a:xfrm>
            <a:off x="6764733" y="121674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ector recto 267">
            <a:extLst>
              <a:ext uri="{FF2B5EF4-FFF2-40B4-BE49-F238E27FC236}">
                <a16:creationId xmlns:a16="http://schemas.microsoft.com/office/drawing/2014/main" id="{FA6E1EF4-1E95-9935-B82C-BBBFE2E47B70}"/>
              </a:ext>
            </a:extLst>
          </p:cNvPr>
          <p:cNvCxnSpPr/>
          <p:nvPr/>
        </p:nvCxnSpPr>
        <p:spPr>
          <a:xfrm>
            <a:off x="6764733" y="139531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ector recto 268">
            <a:extLst>
              <a:ext uri="{FF2B5EF4-FFF2-40B4-BE49-F238E27FC236}">
                <a16:creationId xmlns:a16="http://schemas.microsoft.com/office/drawing/2014/main" id="{ED31705D-6BF4-E53F-D3BC-2E28CD6A6D9C}"/>
              </a:ext>
            </a:extLst>
          </p:cNvPr>
          <p:cNvCxnSpPr/>
          <p:nvPr/>
        </p:nvCxnSpPr>
        <p:spPr>
          <a:xfrm>
            <a:off x="6764733" y="157389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ector recto 269">
            <a:extLst>
              <a:ext uri="{FF2B5EF4-FFF2-40B4-BE49-F238E27FC236}">
                <a16:creationId xmlns:a16="http://schemas.microsoft.com/office/drawing/2014/main" id="{88162EE4-E29D-9940-5502-540524C5B9C6}"/>
              </a:ext>
            </a:extLst>
          </p:cNvPr>
          <p:cNvCxnSpPr/>
          <p:nvPr/>
        </p:nvCxnSpPr>
        <p:spPr>
          <a:xfrm>
            <a:off x="6764733" y="175246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ector recto 270">
            <a:extLst>
              <a:ext uri="{FF2B5EF4-FFF2-40B4-BE49-F238E27FC236}">
                <a16:creationId xmlns:a16="http://schemas.microsoft.com/office/drawing/2014/main" id="{D5AF38CC-FC9A-4DED-E47C-9A79ED4D5291}"/>
              </a:ext>
            </a:extLst>
          </p:cNvPr>
          <p:cNvCxnSpPr/>
          <p:nvPr/>
        </p:nvCxnSpPr>
        <p:spPr>
          <a:xfrm>
            <a:off x="6764733" y="193103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ector recto 271">
            <a:extLst>
              <a:ext uri="{FF2B5EF4-FFF2-40B4-BE49-F238E27FC236}">
                <a16:creationId xmlns:a16="http://schemas.microsoft.com/office/drawing/2014/main" id="{D0CA321D-29D9-7A4F-31D9-F8C8FE9E9CCB}"/>
              </a:ext>
            </a:extLst>
          </p:cNvPr>
          <p:cNvCxnSpPr/>
          <p:nvPr/>
        </p:nvCxnSpPr>
        <p:spPr>
          <a:xfrm>
            <a:off x="6764733" y="210961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ector recto 272">
            <a:extLst>
              <a:ext uri="{FF2B5EF4-FFF2-40B4-BE49-F238E27FC236}">
                <a16:creationId xmlns:a16="http://schemas.microsoft.com/office/drawing/2014/main" id="{E92773F8-DDB3-6F62-317F-832D1B6A99E7}"/>
              </a:ext>
            </a:extLst>
          </p:cNvPr>
          <p:cNvCxnSpPr/>
          <p:nvPr/>
        </p:nvCxnSpPr>
        <p:spPr>
          <a:xfrm>
            <a:off x="6764733" y="228818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ector recto 273">
            <a:extLst>
              <a:ext uri="{FF2B5EF4-FFF2-40B4-BE49-F238E27FC236}">
                <a16:creationId xmlns:a16="http://schemas.microsoft.com/office/drawing/2014/main" id="{D43178DE-DC32-1158-B439-9D3B015FAADD}"/>
              </a:ext>
            </a:extLst>
          </p:cNvPr>
          <p:cNvCxnSpPr/>
          <p:nvPr/>
        </p:nvCxnSpPr>
        <p:spPr>
          <a:xfrm>
            <a:off x="6764733" y="246676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ector recto 274">
            <a:extLst>
              <a:ext uri="{FF2B5EF4-FFF2-40B4-BE49-F238E27FC236}">
                <a16:creationId xmlns:a16="http://schemas.microsoft.com/office/drawing/2014/main" id="{79EA7A44-D8AA-B691-5827-027AADC24078}"/>
              </a:ext>
            </a:extLst>
          </p:cNvPr>
          <p:cNvCxnSpPr/>
          <p:nvPr/>
        </p:nvCxnSpPr>
        <p:spPr>
          <a:xfrm>
            <a:off x="6764733" y="264533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ector recto 275">
            <a:extLst>
              <a:ext uri="{FF2B5EF4-FFF2-40B4-BE49-F238E27FC236}">
                <a16:creationId xmlns:a16="http://schemas.microsoft.com/office/drawing/2014/main" id="{9D2D2AC6-99C6-06E5-9882-B5FB799CC6BC}"/>
              </a:ext>
            </a:extLst>
          </p:cNvPr>
          <p:cNvCxnSpPr/>
          <p:nvPr/>
        </p:nvCxnSpPr>
        <p:spPr>
          <a:xfrm>
            <a:off x="6764733" y="282390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ector recto 276">
            <a:extLst>
              <a:ext uri="{FF2B5EF4-FFF2-40B4-BE49-F238E27FC236}">
                <a16:creationId xmlns:a16="http://schemas.microsoft.com/office/drawing/2014/main" id="{E25FFCDD-BDF0-48DB-88F0-A1EE1818B69B}"/>
              </a:ext>
            </a:extLst>
          </p:cNvPr>
          <p:cNvCxnSpPr/>
          <p:nvPr/>
        </p:nvCxnSpPr>
        <p:spPr>
          <a:xfrm>
            <a:off x="6764733" y="300248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Conector recto 277">
            <a:extLst>
              <a:ext uri="{FF2B5EF4-FFF2-40B4-BE49-F238E27FC236}">
                <a16:creationId xmlns:a16="http://schemas.microsoft.com/office/drawing/2014/main" id="{161D2ECA-8BDB-D64E-1181-EB88A6B1A7A8}"/>
              </a:ext>
            </a:extLst>
          </p:cNvPr>
          <p:cNvCxnSpPr/>
          <p:nvPr/>
        </p:nvCxnSpPr>
        <p:spPr>
          <a:xfrm>
            <a:off x="6764733" y="318105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Conector recto 278">
            <a:extLst>
              <a:ext uri="{FF2B5EF4-FFF2-40B4-BE49-F238E27FC236}">
                <a16:creationId xmlns:a16="http://schemas.microsoft.com/office/drawing/2014/main" id="{B4CE32FB-73BC-BEED-B7E0-95313F31B510}"/>
              </a:ext>
            </a:extLst>
          </p:cNvPr>
          <p:cNvCxnSpPr/>
          <p:nvPr/>
        </p:nvCxnSpPr>
        <p:spPr>
          <a:xfrm>
            <a:off x="6764733" y="335963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ector recto 279">
            <a:extLst>
              <a:ext uri="{FF2B5EF4-FFF2-40B4-BE49-F238E27FC236}">
                <a16:creationId xmlns:a16="http://schemas.microsoft.com/office/drawing/2014/main" id="{7049FCF1-682B-3984-79C3-CA794F89896A}"/>
              </a:ext>
            </a:extLst>
          </p:cNvPr>
          <p:cNvCxnSpPr/>
          <p:nvPr/>
        </p:nvCxnSpPr>
        <p:spPr>
          <a:xfrm>
            <a:off x="6764733" y="353820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ector recto 280">
            <a:extLst>
              <a:ext uri="{FF2B5EF4-FFF2-40B4-BE49-F238E27FC236}">
                <a16:creationId xmlns:a16="http://schemas.microsoft.com/office/drawing/2014/main" id="{6BC4AF9A-3030-7990-8D8E-E34EA0870D8B}"/>
              </a:ext>
            </a:extLst>
          </p:cNvPr>
          <p:cNvCxnSpPr/>
          <p:nvPr/>
        </p:nvCxnSpPr>
        <p:spPr>
          <a:xfrm>
            <a:off x="6764733" y="371677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ector recto 281">
            <a:extLst>
              <a:ext uri="{FF2B5EF4-FFF2-40B4-BE49-F238E27FC236}">
                <a16:creationId xmlns:a16="http://schemas.microsoft.com/office/drawing/2014/main" id="{D60590E4-AC9F-C018-4B02-4DDEE28DF1D7}"/>
              </a:ext>
            </a:extLst>
          </p:cNvPr>
          <p:cNvCxnSpPr/>
          <p:nvPr/>
        </p:nvCxnSpPr>
        <p:spPr>
          <a:xfrm>
            <a:off x="6764733" y="389535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ector recto 282">
            <a:extLst>
              <a:ext uri="{FF2B5EF4-FFF2-40B4-BE49-F238E27FC236}">
                <a16:creationId xmlns:a16="http://schemas.microsoft.com/office/drawing/2014/main" id="{89462B32-122D-3DA9-4043-71A663ED52F4}"/>
              </a:ext>
            </a:extLst>
          </p:cNvPr>
          <p:cNvCxnSpPr/>
          <p:nvPr/>
        </p:nvCxnSpPr>
        <p:spPr>
          <a:xfrm>
            <a:off x="6764733" y="407392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onector recto 283">
            <a:extLst>
              <a:ext uri="{FF2B5EF4-FFF2-40B4-BE49-F238E27FC236}">
                <a16:creationId xmlns:a16="http://schemas.microsoft.com/office/drawing/2014/main" id="{FD90AF27-6E33-7FBB-639C-57EFCF82215B}"/>
              </a:ext>
            </a:extLst>
          </p:cNvPr>
          <p:cNvCxnSpPr/>
          <p:nvPr/>
        </p:nvCxnSpPr>
        <p:spPr>
          <a:xfrm>
            <a:off x="6764733" y="425250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Conector recto 284">
            <a:extLst>
              <a:ext uri="{FF2B5EF4-FFF2-40B4-BE49-F238E27FC236}">
                <a16:creationId xmlns:a16="http://schemas.microsoft.com/office/drawing/2014/main" id="{182D8C18-FDEA-69A4-1DC6-75598F54892D}"/>
              </a:ext>
            </a:extLst>
          </p:cNvPr>
          <p:cNvCxnSpPr/>
          <p:nvPr/>
        </p:nvCxnSpPr>
        <p:spPr>
          <a:xfrm>
            <a:off x="6764733" y="443107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6C6BA754-C59A-95B3-F997-B322A4A51A04}"/>
              </a:ext>
            </a:extLst>
          </p:cNvPr>
          <p:cNvCxnSpPr/>
          <p:nvPr/>
        </p:nvCxnSpPr>
        <p:spPr>
          <a:xfrm>
            <a:off x="6764733" y="460964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onector recto 286">
            <a:extLst>
              <a:ext uri="{FF2B5EF4-FFF2-40B4-BE49-F238E27FC236}">
                <a16:creationId xmlns:a16="http://schemas.microsoft.com/office/drawing/2014/main" id="{08DEEF26-8342-1247-7A8A-0EEB54EDE12C}"/>
              </a:ext>
            </a:extLst>
          </p:cNvPr>
          <p:cNvCxnSpPr/>
          <p:nvPr/>
        </p:nvCxnSpPr>
        <p:spPr>
          <a:xfrm>
            <a:off x="6764733" y="478822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Conector recto 287">
            <a:extLst>
              <a:ext uri="{FF2B5EF4-FFF2-40B4-BE49-F238E27FC236}">
                <a16:creationId xmlns:a16="http://schemas.microsoft.com/office/drawing/2014/main" id="{5E03AB84-BAEE-5980-CE1B-F396613B3684}"/>
              </a:ext>
            </a:extLst>
          </p:cNvPr>
          <p:cNvCxnSpPr/>
          <p:nvPr/>
        </p:nvCxnSpPr>
        <p:spPr>
          <a:xfrm>
            <a:off x="6764733" y="496679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onector recto 288">
            <a:extLst>
              <a:ext uri="{FF2B5EF4-FFF2-40B4-BE49-F238E27FC236}">
                <a16:creationId xmlns:a16="http://schemas.microsoft.com/office/drawing/2014/main" id="{C848B52E-0882-6F1A-BEFC-640C4A595964}"/>
              </a:ext>
            </a:extLst>
          </p:cNvPr>
          <p:cNvCxnSpPr/>
          <p:nvPr/>
        </p:nvCxnSpPr>
        <p:spPr>
          <a:xfrm>
            <a:off x="6764733" y="514537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ector recto 289">
            <a:extLst>
              <a:ext uri="{FF2B5EF4-FFF2-40B4-BE49-F238E27FC236}">
                <a16:creationId xmlns:a16="http://schemas.microsoft.com/office/drawing/2014/main" id="{6585C9D1-72F6-FF37-A8FE-372EF116EC5C}"/>
              </a:ext>
            </a:extLst>
          </p:cNvPr>
          <p:cNvCxnSpPr/>
          <p:nvPr/>
        </p:nvCxnSpPr>
        <p:spPr>
          <a:xfrm>
            <a:off x="6764733" y="532394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onector recto 290">
            <a:extLst>
              <a:ext uri="{FF2B5EF4-FFF2-40B4-BE49-F238E27FC236}">
                <a16:creationId xmlns:a16="http://schemas.microsoft.com/office/drawing/2014/main" id="{85593CB4-9E7D-DFF5-6E88-E51A2E7BA3A2}"/>
              </a:ext>
            </a:extLst>
          </p:cNvPr>
          <p:cNvCxnSpPr/>
          <p:nvPr/>
        </p:nvCxnSpPr>
        <p:spPr>
          <a:xfrm>
            <a:off x="6764733" y="550251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Conector recto 291">
            <a:extLst>
              <a:ext uri="{FF2B5EF4-FFF2-40B4-BE49-F238E27FC236}">
                <a16:creationId xmlns:a16="http://schemas.microsoft.com/office/drawing/2014/main" id="{28F5763D-14C1-1493-DFBC-AC54FF565348}"/>
              </a:ext>
            </a:extLst>
          </p:cNvPr>
          <p:cNvCxnSpPr/>
          <p:nvPr/>
        </p:nvCxnSpPr>
        <p:spPr>
          <a:xfrm>
            <a:off x="6764733" y="568109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ector recto 292">
            <a:extLst>
              <a:ext uri="{FF2B5EF4-FFF2-40B4-BE49-F238E27FC236}">
                <a16:creationId xmlns:a16="http://schemas.microsoft.com/office/drawing/2014/main" id="{51E57597-AAB4-1C30-1034-2D16B68201BA}"/>
              </a:ext>
            </a:extLst>
          </p:cNvPr>
          <p:cNvCxnSpPr/>
          <p:nvPr/>
        </p:nvCxnSpPr>
        <p:spPr>
          <a:xfrm>
            <a:off x="6764733" y="585966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recto 293">
            <a:extLst>
              <a:ext uri="{FF2B5EF4-FFF2-40B4-BE49-F238E27FC236}">
                <a16:creationId xmlns:a16="http://schemas.microsoft.com/office/drawing/2014/main" id="{CAF29F8A-D619-2192-C73C-7D3E27DDCC70}"/>
              </a:ext>
            </a:extLst>
          </p:cNvPr>
          <p:cNvCxnSpPr/>
          <p:nvPr/>
        </p:nvCxnSpPr>
        <p:spPr>
          <a:xfrm>
            <a:off x="6764733" y="603824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recto 294">
            <a:extLst>
              <a:ext uri="{FF2B5EF4-FFF2-40B4-BE49-F238E27FC236}">
                <a16:creationId xmlns:a16="http://schemas.microsoft.com/office/drawing/2014/main" id="{BEDC01B8-D657-21BB-67B3-CF3073D4BBF7}"/>
              </a:ext>
            </a:extLst>
          </p:cNvPr>
          <p:cNvCxnSpPr/>
          <p:nvPr/>
        </p:nvCxnSpPr>
        <p:spPr>
          <a:xfrm>
            <a:off x="6764733" y="621681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295">
            <a:extLst>
              <a:ext uri="{FF2B5EF4-FFF2-40B4-BE49-F238E27FC236}">
                <a16:creationId xmlns:a16="http://schemas.microsoft.com/office/drawing/2014/main" id="{6EBA11C1-AC3F-7A96-9E04-31ADBA87B586}"/>
              </a:ext>
            </a:extLst>
          </p:cNvPr>
          <p:cNvCxnSpPr/>
          <p:nvPr/>
        </p:nvCxnSpPr>
        <p:spPr>
          <a:xfrm>
            <a:off x="6764733" y="639538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Conector recto 296">
            <a:extLst>
              <a:ext uri="{FF2B5EF4-FFF2-40B4-BE49-F238E27FC236}">
                <a16:creationId xmlns:a16="http://schemas.microsoft.com/office/drawing/2014/main" id="{23363505-54E0-D783-2DD5-2E656EE1275A}"/>
              </a:ext>
            </a:extLst>
          </p:cNvPr>
          <p:cNvCxnSpPr/>
          <p:nvPr/>
        </p:nvCxnSpPr>
        <p:spPr>
          <a:xfrm>
            <a:off x="6764733" y="657396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: esquinas superiores redondeadas 12">
            <a:hlinkClick r:id="rId2" action="ppaction://hlinksldjump"/>
            <a:extLst>
              <a:ext uri="{FF2B5EF4-FFF2-40B4-BE49-F238E27FC236}">
                <a16:creationId xmlns:a16="http://schemas.microsoft.com/office/drawing/2014/main" id="{DE7D94E7-3702-CEF6-2178-894EBFD364C1}"/>
              </a:ext>
            </a:extLst>
          </p:cNvPr>
          <p:cNvSpPr/>
          <p:nvPr/>
        </p:nvSpPr>
        <p:spPr>
          <a:xfrm rot="5400000" flipH="1">
            <a:off x="11047187" y="2211343"/>
            <a:ext cx="1535673" cy="649317"/>
          </a:xfrm>
          <a:prstGeom prst="round2SameRect">
            <a:avLst/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Tema 2</a:t>
            </a:r>
          </a:p>
        </p:txBody>
      </p:sp>
      <p:sp>
        <p:nvSpPr>
          <p:cNvPr id="14" name="Rectángulo: esquinas superiores redondeadas 13">
            <a:hlinkClick r:id="rId3" action="ppaction://hlinksldjump"/>
            <a:extLst>
              <a:ext uri="{FF2B5EF4-FFF2-40B4-BE49-F238E27FC236}">
                <a16:creationId xmlns:a16="http://schemas.microsoft.com/office/drawing/2014/main" id="{DB60E5E9-54A0-5693-886E-8AC1480DB835}"/>
              </a:ext>
            </a:extLst>
          </p:cNvPr>
          <p:cNvSpPr/>
          <p:nvPr/>
        </p:nvSpPr>
        <p:spPr>
          <a:xfrm rot="5400000" flipH="1">
            <a:off x="11047188" y="3781537"/>
            <a:ext cx="1535673" cy="649317"/>
          </a:xfrm>
          <a:prstGeom prst="round2SameRect">
            <a:avLst/>
          </a:prstGeom>
          <a:solidFill>
            <a:srgbClr val="99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Tema 3</a:t>
            </a:r>
          </a:p>
        </p:txBody>
      </p:sp>
      <p:sp>
        <p:nvSpPr>
          <p:cNvPr id="15" name="Rectángulo: esquinas superiores redondeadas 14">
            <a:hlinkClick r:id="rId4" action="ppaction://hlinksldjump"/>
            <a:extLst>
              <a:ext uri="{FF2B5EF4-FFF2-40B4-BE49-F238E27FC236}">
                <a16:creationId xmlns:a16="http://schemas.microsoft.com/office/drawing/2014/main" id="{7174ED2B-0F33-3EF2-F41A-B6C82AE484BE}"/>
              </a:ext>
            </a:extLst>
          </p:cNvPr>
          <p:cNvSpPr/>
          <p:nvPr/>
        </p:nvSpPr>
        <p:spPr>
          <a:xfrm rot="16200000">
            <a:off x="-392082" y="641149"/>
            <a:ext cx="1535673" cy="649317"/>
          </a:xfrm>
          <a:prstGeom prst="round2SameRect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dirty="0"/>
              <a:t>Tema 1</a:t>
            </a:r>
          </a:p>
        </p:txBody>
      </p:sp>
    </p:spTree>
    <p:extLst>
      <p:ext uri="{BB962C8B-B14F-4D97-AF65-F5344CB8AC3E}">
        <p14:creationId xmlns:p14="http://schemas.microsoft.com/office/powerpoint/2010/main" val="19176583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E6A7FD6-BEA9-95DF-DB9B-5D982F67E3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87B74D3B-07CB-1896-F816-D3AC6A52DB76}"/>
              </a:ext>
            </a:extLst>
          </p:cNvPr>
          <p:cNvSpPr/>
          <p:nvPr/>
        </p:nvSpPr>
        <p:spPr>
          <a:xfrm>
            <a:off x="5759556" y="2351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6EB3FD73-5DDB-420A-3452-615259F37D81}"/>
              </a:ext>
            </a:extLst>
          </p:cNvPr>
          <p:cNvSpPr/>
          <p:nvPr/>
        </p:nvSpPr>
        <p:spPr>
          <a:xfrm>
            <a:off x="5759556" y="4828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7E730485-137C-BD33-07CA-994ABA281A77}"/>
              </a:ext>
            </a:extLst>
          </p:cNvPr>
          <p:cNvSpPr/>
          <p:nvPr/>
        </p:nvSpPr>
        <p:spPr>
          <a:xfrm>
            <a:off x="5759556" y="7304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160ADEFE-2194-1CBD-4F94-09247EA8796A}"/>
              </a:ext>
            </a:extLst>
          </p:cNvPr>
          <p:cNvSpPr/>
          <p:nvPr/>
        </p:nvSpPr>
        <p:spPr>
          <a:xfrm>
            <a:off x="5759556" y="9781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A8DDAE07-79B1-7801-B550-2013B4B7A5E9}"/>
              </a:ext>
            </a:extLst>
          </p:cNvPr>
          <p:cNvSpPr/>
          <p:nvPr/>
        </p:nvSpPr>
        <p:spPr>
          <a:xfrm>
            <a:off x="5759556" y="12257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773110D0-0FA9-63C0-9EFB-EB313CDE9559}"/>
              </a:ext>
            </a:extLst>
          </p:cNvPr>
          <p:cNvSpPr/>
          <p:nvPr/>
        </p:nvSpPr>
        <p:spPr>
          <a:xfrm>
            <a:off x="5759556" y="14734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2" name="Rectángulo 111">
            <a:extLst>
              <a:ext uri="{FF2B5EF4-FFF2-40B4-BE49-F238E27FC236}">
                <a16:creationId xmlns:a16="http://schemas.microsoft.com/office/drawing/2014/main" id="{EE55835A-BB2C-F470-4963-D2224ED15B16}"/>
              </a:ext>
            </a:extLst>
          </p:cNvPr>
          <p:cNvSpPr/>
          <p:nvPr/>
        </p:nvSpPr>
        <p:spPr>
          <a:xfrm>
            <a:off x="5759556" y="17210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CF2B6C86-25F9-FAD1-8DCD-657431F939A4}"/>
              </a:ext>
            </a:extLst>
          </p:cNvPr>
          <p:cNvSpPr/>
          <p:nvPr/>
        </p:nvSpPr>
        <p:spPr>
          <a:xfrm>
            <a:off x="5759556" y="19687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4" name="Rectángulo 113">
            <a:extLst>
              <a:ext uri="{FF2B5EF4-FFF2-40B4-BE49-F238E27FC236}">
                <a16:creationId xmlns:a16="http://schemas.microsoft.com/office/drawing/2014/main" id="{86D90A22-8DE0-2F0D-A09C-668A7420464D}"/>
              </a:ext>
            </a:extLst>
          </p:cNvPr>
          <p:cNvSpPr/>
          <p:nvPr/>
        </p:nvSpPr>
        <p:spPr>
          <a:xfrm>
            <a:off x="5759556" y="22163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0403F501-98E3-4390-5B10-FECD7FB7D6BD}"/>
              </a:ext>
            </a:extLst>
          </p:cNvPr>
          <p:cNvSpPr/>
          <p:nvPr/>
        </p:nvSpPr>
        <p:spPr>
          <a:xfrm>
            <a:off x="5759556" y="24640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6" name="Rectángulo 115">
            <a:extLst>
              <a:ext uri="{FF2B5EF4-FFF2-40B4-BE49-F238E27FC236}">
                <a16:creationId xmlns:a16="http://schemas.microsoft.com/office/drawing/2014/main" id="{15C523A4-A628-7CE7-97D4-83A0DD09C31B}"/>
              </a:ext>
            </a:extLst>
          </p:cNvPr>
          <p:cNvSpPr/>
          <p:nvPr/>
        </p:nvSpPr>
        <p:spPr>
          <a:xfrm>
            <a:off x="5759556" y="27116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D0BBD79C-5D99-06FC-0652-40D74B9B2869}"/>
              </a:ext>
            </a:extLst>
          </p:cNvPr>
          <p:cNvSpPr/>
          <p:nvPr/>
        </p:nvSpPr>
        <p:spPr>
          <a:xfrm>
            <a:off x="5759556" y="29593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A215B946-E273-78D0-0C7F-2AEA600E54DA}"/>
              </a:ext>
            </a:extLst>
          </p:cNvPr>
          <p:cNvSpPr/>
          <p:nvPr/>
        </p:nvSpPr>
        <p:spPr>
          <a:xfrm>
            <a:off x="5759556" y="32069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94F3BE0F-5779-7B51-59C3-CC7353C8E1B1}"/>
              </a:ext>
            </a:extLst>
          </p:cNvPr>
          <p:cNvSpPr/>
          <p:nvPr/>
        </p:nvSpPr>
        <p:spPr>
          <a:xfrm>
            <a:off x="5759556" y="34546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9F28A270-24FF-5CCE-27A7-BD3F2F36D5A6}"/>
              </a:ext>
            </a:extLst>
          </p:cNvPr>
          <p:cNvSpPr/>
          <p:nvPr/>
        </p:nvSpPr>
        <p:spPr>
          <a:xfrm>
            <a:off x="5759556" y="37022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80A6C0C6-BFF2-27C3-D81F-040AC4238D95}"/>
              </a:ext>
            </a:extLst>
          </p:cNvPr>
          <p:cNvSpPr/>
          <p:nvPr/>
        </p:nvSpPr>
        <p:spPr>
          <a:xfrm>
            <a:off x="5759556" y="39499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C9221689-8CB2-456C-539E-87BCB6493F6C}"/>
              </a:ext>
            </a:extLst>
          </p:cNvPr>
          <p:cNvSpPr/>
          <p:nvPr/>
        </p:nvSpPr>
        <p:spPr>
          <a:xfrm>
            <a:off x="5759556" y="41975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0EA7967F-F835-606A-F024-CD0E191CB08F}"/>
              </a:ext>
            </a:extLst>
          </p:cNvPr>
          <p:cNvSpPr/>
          <p:nvPr/>
        </p:nvSpPr>
        <p:spPr>
          <a:xfrm>
            <a:off x="5759556" y="44452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85565BED-9EA5-9477-C8AA-89E3BF5EF8CF}"/>
              </a:ext>
            </a:extLst>
          </p:cNvPr>
          <p:cNvSpPr/>
          <p:nvPr/>
        </p:nvSpPr>
        <p:spPr>
          <a:xfrm>
            <a:off x="5759556" y="46928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DBAB95F0-E3D4-76CA-1EF5-FBC60F412433}"/>
              </a:ext>
            </a:extLst>
          </p:cNvPr>
          <p:cNvSpPr/>
          <p:nvPr/>
        </p:nvSpPr>
        <p:spPr>
          <a:xfrm>
            <a:off x="5759556" y="49405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6" name="Rectángulo 125">
            <a:extLst>
              <a:ext uri="{FF2B5EF4-FFF2-40B4-BE49-F238E27FC236}">
                <a16:creationId xmlns:a16="http://schemas.microsoft.com/office/drawing/2014/main" id="{209C808E-BD53-AC5E-0F3E-B1602FBB5B99}"/>
              </a:ext>
            </a:extLst>
          </p:cNvPr>
          <p:cNvSpPr/>
          <p:nvPr/>
        </p:nvSpPr>
        <p:spPr>
          <a:xfrm>
            <a:off x="5759556" y="51881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82E02E20-49CF-7A80-6AAC-66D4123A465D}"/>
              </a:ext>
            </a:extLst>
          </p:cNvPr>
          <p:cNvSpPr/>
          <p:nvPr/>
        </p:nvSpPr>
        <p:spPr>
          <a:xfrm>
            <a:off x="5759556" y="54358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B299E723-6982-9930-3C5E-DDEBDD02EB4C}"/>
              </a:ext>
            </a:extLst>
          </p:cNvPr>
          <p:cNvSpPr/>
          <p:nvPr/>
        </p:nvSpPr>
        <p:spPr>
          <a:xfrm>
            <a:off x="5759556" y="56834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F69DA26B-E9B4-CB4F-8B58-6BDEC8881578}"/>
              </a:ext>
            </a:extLst>
          </p:cNvPr>
          <p:cNvSpPr/>
          <p:nvPr/>
        </p:nvSpPr>
        <p:spPr>
          <a:xfrm>
            <a:off x="5759556" y="593114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0" name="Rectángulo 129">
            <a:extLst>
              <a:ext uri="{FF2B5EF4-FFF2-40B4-BE49-F238E27FC236}">
                <a16:creationId xmlns:a16="http://schemas.microsoft.com/office/drawing/2014/main" id="{C1C4249F-E864-3F40-2D5B-414232EF67AA}"/>
              </a:ext>
            </a:extLst>
          </p:cNvPr>
          <p:cNvSpPr/>
          <p:nvPr/>
        </p:nvSpPr>
        <p:spPr>
          <a:xfrm>
            <a:off x="5759556" y="6178794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Rectángulo 130">
            <a:extLst>
              <a:ext uri="{FF2B5EF4-FFF2-40B4-BE49-F238E27FC236}">
                <a16:creationId xmlns:a16="http://schemas.microsoft.com/office/drawing/2014/main" id="{A660817B-DC9C-4686-4965-7CCF3FDBBDD5}"/>
              </a:ext>
            </a:extLst>
          </p:cNvPr>
          <p:cNvSpPr/>
          <p:nvPr/>
        </p:nvSpPr>
        <p:spPr>
          <a:xfrm>
            <a:off x="5759549" y="6447871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2" name="Rectángulo 131">
            <a:extLst>
              <a:ext uri="{FF2B5EF4-FFF2-40B4-BE49-F238E27FC236}">
                <a16:creationId xmlns:a16="http://schemas.microsoft.com/office/drawing/2014/main" id="{81BF19E8-C0AD-6BC0-83D4-745FD5F7EAAA}"/>
              </a:ext>
            </a:extLst>
          </p:cNvPr>
          <p:cNvSpPr/>
          <p:nvPr/>
        </p:nvSpPr>
        <p:spPr>
          <a:xfrm>
            <a:off x="6238875" y="2333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3" name="Rectángulo 132">
            <a:extLst>
              <a:ext uri="{FF2B5EF4-FFF2-40B4-BE49-F238E27FC236}">
                <a16:creationId xmlns:a16="http://schemas.microsoft.com/office/drawing/2014/main" id="{AC8F5E53-52B0-BF3C-BDD5-094E1BB57917}"/>
              </a:ext>
            </a:extLst>
          </p:cNvPr>
          <p:cNvSpPr/>
          <p:nvPr/>
        </p:nvSpPr>
        <p:spPr>
          <a:xfrm>
            <a:off x="6238875" y="4810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4" name="Rectángulo 133">
            <a:extLst>
              <a:ext uri="{FF2B5EF4-FFF2-40B4-BE49-F238E27FC236}">
                <a16:creationId xmlns:a16="http://schemas.microsoft.com/office/drawing/2014/main" id="{316D221A-433E-5191-8058-BD4C1B2C2138}"/>
              </a:ext>
            </a:extLst>
          </p:cNvPr>
          <p:cNvSpPr/>
          <p:nvPr/>
        </p:nvSpPr>
        <p:spPr>
          <a:xfrm>
            <a:off x="6238875" y="7286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5" name="Rectángulo 134">
            <a:extLst>
              <a:ext uri="{FF2B5EF4-FFF2-40B4-BE49-F238E27FC236}">
                <a16:creationId xmlns:a16="http://schemas.microsoft.com/office/drawing/2014/main" id="{0184D31F-F8AF-006A-7161-E1D713C56FF6}"/>
              </a:ext>
            </a:extLst>
          </p:cNvPr>
          <p:cNvSpPr/>
          <p:nvPr/>
        </p:nvSpPr>
        <p:spPr>
          <a:xfrm>
            <a:off x="6238875" y="9763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6" name="Rectángulo 135">
            <a:extLst>
              <a:ext uri="{FF2B5EF4-FFF2-40B4-BE49-F238E27FC236}">
                <a16:creationId xmlns:a16="http://schemas.microsoft.com/office/drawing/2014/main" id="{CEBFEAE8-FFAE-98EE-ACF9-7108FB8BB1B5}"/>
              </a:ext>
            </a:extLst>
          </p:cNvPr>
          <p:cNvSpPr/>
          <p:nvPr/>
        </p:nvSpPr>
        <p:spPr>
          <a:xfrm>
            <a:off x="6238875" y="12239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7" name="Rectángulo 136">
            <a:extLst>
              <a:ext uri="{FF2B5EF4-FFF2-40B4-BE49-F238E27FC236}">
                <a16:creationId xmlns:a16="http://schemas.microsoft.com/office/drawing/2014/main" id="{E130C798-6191-0387-FD6D-801268B1CBA7}"/>
              </a:ext>
            </a:extLst>
          </p:cNvPr>
          <p:cNvSpPr/>
          <p:nvPr/>
        </p:nvSpPr>
        <p:spPr>
          <a:xfrm>
            <a:off x="6238875" y="14716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8" name="Rectángulo 137">
            <a:extLst>
              <a:ext uri="{FF2B5EF4-FFF2-40B4-BE49-F238E27FC236}">
                <a16:creationId xmlns:a16="http://schemas.microsoft.com/office/drawing/2014/main" id="{843940F8-76EC-9F8A-6EBC-24D9BCEDDEA5}"/>
              </a:ext>
            </a:extLst>
          </p:cNvPr>
          <p:cNvSpPr/>
          <p:nvPr/>
        </p:nvSpPr>
        <p:spPr>
          <a:xfrm>
            <a:off x="6238875" y="17192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9" name="Rectángulo 138">
            <a:extLst>
              <a:ext uri="{FF2B5EF4-FFF2-40B4-BE49-F238E27FC236}">
                <a16:creationId xmlns:a16="http://schemas.microsoft.com/office/drawing/2014/main" id="{D684C6A5-5EC4-E315-05B7-03DB57E6383F}"/>
              </a:ext>
            </a:extLst>
          </p:cNvPr>
          <p:cNvSpPr/>
          <p:nvPr/>
        </p:nvSpPr>
        <p:spPr>
          <a:xfrm>
            <a:off x="6238875" y="19669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0" name="Rectángulo 139">
            <a:extLst>
              <a:ext uri="{FF2B5EF4-FFF2-40B4-BE49-F238E27FC236}">
                <a16:creationId xmlns:a16="http://schemas.microsoft.com/office/drawing/2014/main" id="{58253650-93BB-3014-8F1D-051B8B5CBB3B}"/>
              </a:ext>
            </a:extLst>
          </p:cNvPr>
          <p:cNvSpPr/>
          <p:nvPr/>
        </p:nvSpPr>
        <p:spPr>
          <a:xfrm>
            <a:off x="6238875" y="22145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1DB257A9-470C-2763-D077-4A75A11C8937}"/>
              </a:ext>
            </a:extLst>
          </p:cNvPr>
          <p:cNvSpPr/>
          <p:nvPr/>
        </p:nvSpPr>
        <p:spPr>
          <a:xfrm>
            <a:off x="6238875" y="24622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2" name="Rectángulo 141">
            <a:extLst>
              <a:ext uri="{FF2B5EF4-FFF2-40B4-BE49-F238E27FC236}">
                <a16:creationId xmlns:a16="http://schemas.microsoft.com/office/drawing/2014/main" id="{250B4AF7-DF53-6A08-9987-93FBCD71EC75}"/>
              </a:ext>
            </a:extLst>
          </p:cNvPr>
          <p:cNvSpPr/>
          <p:nvPr/>
        </p:nvSpPr>
        <p:spPr>
          <a:xfrm>
            <a:off x="6238875" y="27098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3" name="Rectángulo 142">
            <a:extLst>
              <a:ext uri="{FF2B5EF4-FFF2-40B4-BE49-F238E27FC236}">
                <a16:creationId xmlns:a16="http://schemas.microsoft.com/office/drawing/2014/main" id="{3A156264-B523-D4EF-AD6C-697ECCE19F6D}"/>
              </a:ext>
            </a:extLst>
          </p:cNvPr>
          <p:cNvSpPr/>
          <p:nvPr/>
        </p:nvSpPr>
        <p:spPr>
          <a:xfrm>
            <a:off x="6238875" y="29575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4" name="Rectángulo 143">
            <a:extLst>
              <a:ext uri="{FF2B5EF4-FFF2-40B4-BE49-F238E27FC236}">
                <a16:creationId xmlns:a16="http://schemas.microsoft.com/office/drawing/2014/main" id="{CD5EC4C4-5507-2234-672B-AE7CDC1ED0F0}"/>
              </a:ext>
            </a:extLst>
          </p:cNvPr>
          <p:cNvSpPr/>
          <p:nvPr/>
        </p:nvSpPr>
        <p:spPr>
          <a:xfrm>
            <a:off x="6238875" y="32051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5" name="Rectángulo 144">
            <a:extLst>
              <a:ext uri="{FF2B5EF4-FFF2-40B4-BE49-F238E27FC236}">
                <a16:creationId xmlns:a16="http://schemas.microsoft.com/office/drawing/2014/main" id="{91AE35EB-7241-49EA-8847-9D06E99554C1}"/>
              </a:ext>
            </a:extLst>
          </p:cNvPr>
          <p:cNvSpPr/>
          <p:nvPr/>
        </p:nvSpPr>
        <p:spPr>
          <a:xfrm>
            <a:off x="6238875" y="34528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6" name="Rectángulo 145">
            <a:extLst>
              <a:ext uri="{FF2B5EF4-FFF2-40B4-BE49-F238E27FC236}">
                <a16:creationId xmlns:a16="http://schemas.microsoft.com/office/drawing/2014/main" id="{FFDC167B-9DA1-7B01-8F65-CA9E91DE2E98}"/>
              </a:ext>
            </a:extLst>
          </p:cNvPr>
          <p:cNvSpPr/>
          <p:nvPr/>
        </p:nvSpPr>
        <p:spPr>
          <a:xfrm>
            <a:off x="6238875" y="37004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7DB509FB-3BC3-C1EE-8EBE-47A81A6938A1}"/>
              </a:ext>
            </a:extLst>
          </p:cNvPr>
          <p:cNvSpPr/>
          <p:nvPr/>
        </p:nvSpPr>
        <p:spPr>
          <a:xfrm>
            <a:off x="6238875" y="39481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34177B69-D811-E00A-162C-12621D441FE3}"/>
              </a:ext>
            </a:extLst>
          </p:cNvPr>
          <p:cNvSpPr/>
          <p:nvPr/>
        </p:nvSpPr>
        <p:spPr>
          <a:xfrm>
            <a:off x="6238875" y="41957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9" name="Rectángulo 148">
            <a:extLst>
              <a:ext uri="{FF2B5EF4-FFF2-40B4-BE49-F238E27FC236}">
                <a16:creationId xmlns:a16="http://schemas.microsoft.com/office/drawing/2014/main" id="{0FDCC52D-3502-0AF4-B730-42A05CB5B295}"/>
              </a:ext>
            </a:extLst>
          </p:cNvPr>
          <p:cNvSpPr/>
          <p:nvPr/>
        </p:nvSpPr>
        <p:spPr>
          <a:xfrm>
            <a:off x="6238875" y="44434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0" name="Rectángulo 149">
            <a:extLst>
              <a:ext uri="{FF2B5EF4-FFF2-40B4-BE49-F238E27FC236}">
                <a16:creationId xmlns:a16="http://schemas.microsoft.com/office/drawing/2014/main" id="{740C49D8-24D9-E1D4-2FCF-CB132A22B108}"/>
              </a:ext>
            </a:extLst>
          </p:cNvPr>
          <p:cNvSpPr/>
          <p:nvPr/>
        </p:nvSpPr>
        <p:spPr>
          <a:xfrm>
            <a:off x="6238875" y="46910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1" name="Rectángulo 150">
            <a:extLst>
              <a:ext uri="{FF2B5EF4-FFF2-40B4-BE49-F238E27FC236}">
                <a16:creationId xmlns:a16="http://schemas.microsoft.com/office/drawing/2014/main" id="{1ADE2588-EB52-946E-10CD-B62884CB4123}"/>
              </a:ext>
            </a:extLst>
          </p:cNvPr>
          <p:cNvSpPr/>
          <p:nvPr/>
        </p:nvSpPr>
        <p:spPr>
          <a:xfrm>
            <a:off x="6238875" y="49387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2" name="Rectángulo 151">
            <a:extLst>
              <a:ext uri="{FF2B5EF4-FFF2-40B4-BE49-F238E27FC236}">
                <a16:creationId xmlns:a16="http://schemas.microsoft.com/office/drawing/2014/main" id="{D8EB4DFB-2E8C-11E1-94E2-00F4648B131B}"/>
              </a:ext>
            </a:extLst>
          </p:cNvPr>
          <p:cNvSpPr/>
          <p:nvPr/>
        </p:nvSpPr>
        <p:spPr>
          <a:xfrm>
            <a:off x="6238875" y="51863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3" name="Rectángulo 152">
            <a:extLst>
              <a:ext uri="{FF2B5EF4-FFF2-40B4-BE49-F238E27FC236}">
                <a16:creationId xmlns:a16="http://schemas.microsoft.com/office/drawing/2014/main" id="{40CF87F1-261F-D197-8AA8-DAADD324308D}"/>
              </a:ext>
            </a:extLst>
          </p:cNvPr>
          <p:cNvSpPr/>
          <p:nvPr/>
        </p:nvSpPr>
        <p:spPr>
          <a:xfrm>
            <a:off x="6238875" y="54340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4" name="Rectángulo 153">
            <a:extLst>
              <a:ext uri="{FF2B5EF4-FFF2-40B4-BE49-F238E27FC236}">
                <a16:creationId xmlns:a16="http://schemas.microsoft.com/office/drawing/2014/main" id="{51CFE9CB-420D-D7A1-207B-DE63A68963A5}"/>
              </a:ext>
            </a:extLst>
          </p:cNvPr>
          <p:cNvSpPr/>
          <p:nvPr/>
        </p:nvSpPr>
        <p:spPr>
          <a:xfrm>
            <a:off x="6238875" y="56816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5" name="Rectángulo 154">
            <a:extLst>
              <a:ext uri="{FF2B5EF4-FFF2-40B4-BE49-F238E27FC236}">
                <a16:creationId xmlns:a16="http://schemas.microsoft.com/office/drawing/2014/main" id="{7813F86D-35F1-25C2-11D7-AC0FBAA40B47}"/>
              </a:ext>
            </a:extLst>
          </p:cNvPr>
          <p:cNvSpPr/>
          <p:nvPr/>
        </p:nvSpPr>
        <p:spPr>
          <a:xfrm>
            <a:off x="6238875" y="592931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2063F2D3-1A04-B82E-DA79-44E46B2F525C}"/>
              </a:ext>
            </a:extLst>
          </p:cNvPr>
          <p:cNvSpPr/>
          <p:nvPr/>
        </p:nvSpPr>
        <p:spPr>
          <a:xfrm>
            <a:off x="6238875" y="6176962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7" name="Rectángulo 156">
            <a:extLst>
              <a:ext uri="{FF2B5EF4-FFF2-40B4-BE49-F238E27FC236}">
                <a16:creationId xmlns:a16="http://schemas.microsoft.com/office/drawing/2014/main" id="{862C39F3-D8C5-5320-2716-33EDBF62527E}"/>
              </a:ext>
            </a:extLst>
          </p:cNvPr>
          <p:cNvSpPr/>
          <p:nvPr/>
        </p:nvSpPr>
        <p:spPr>
          <a:xfrm>
            <a:off x="6238868" y="6446039"/>
            <a:ext cx="161925" cy="1619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8" name="Arco de bloque 157">
            <a:extLst>
              <a:ext uri="{FF2B5EF4-FFF2-40B4-BE49-F238E27FC236}">
                <a16:creationId xmlns:a16="http://schemas.microsoft.com/office/drawing/2014/main" id="{480906FB-2BB0-A1E0-B30D-29E6E1788F62}"/>
              </a:ext>
            </a:extLst>
          </p:cNvPr>
          <p:cNvSpPr/>
          <p:nvPr/>
        </p:nvSpPr>
        <p:spPr>
          <a:xfrm>
            <a:off x="5815859" y="18573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59" name="Arco de bloque 158">
            <a:extLst>
              <a:ext uri="{FF2B5EF4-FFF2-40B4-BE49-F238E27FC236}">
                <a16:creationId xmlns:a16="http://schemas.microsoft.com/office/drawing/2014/main" id="{32CD42C5-08E1-E245-B570-A2102C6DF65B}"/>
              </a:ext>
            </a:extLst>
          </p:cNvPr>
          <p:cNvSpPr/>
          <p:nvPr/>
        </p:nvSpPr>
        <p:spPr>
          <a:xfrm>
            <a:off x="5815859" y="43337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0" name="Arco de bloque 159">
            <a:extLst>
              <a:ext uri="{FF2B5EF4-FFF2-40B4-BE49-F238E27FC236}">
                <a16:creationId xmlns:a16="http://schemas.microsoft.com/office/drawing/2014/main" id="{51339276-D8F7-C5CD-0E44-D4AC39282FEF}"/>
              </a:ext>
            </a:extLst>
          </p:cNvPr>
          <p:cNvSpPr/>
          <p:nvPr/>
        </p:nvSpPr>
        <p:spPr>
          <a:xfrm>
            <a:off x="5815859" y="68102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1" name="Arco de bloque 160">
            <a:extLst>
              <a:ext uri="{FF2B5EF4-FFF2-40B4-BE49-F238E27FC236}">
                <a16:creationId xmlns:a16="http://schemas.microsoft.com/office/drawing/2014/main" id="{D7FF18CA-B89D-AA73-3005-7E655904C1C1}"/>
              </a:ext>
            </a:extLst>
          </p:cNvPr>
          <p:cNvSpPr/>
          <p:nvPr/>
        </p:nvSpPr>
        <p:spPr>
          <a:xfrm>
            <a:off x="5815859" y="92866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2" name="Arco de bloque 161">
            <a:extLst>
              <a:ext uri="{FF2B5EF4-FFF2-40B4-BE49-F238E27FC236}">
                <a16:creationId xmlns:a16="http://schemas.microsoft.com/office/drawing/2014/main" id="{6108F737-36E2-D1FB-7CDF-57859E22B431}"/>
              </a:ext>
            </a:extLst>
          </p:cNvPr>
          <p:cNvSpPr/>
          <p:nvPr/>
        </p:nvSpPr>
        <p:spPr>
          <a:xfrm>
            <a:off x="5815859" y="117630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3" name="Arco de bloque 162">
            <a:extLst>
              <a:ext uri="{FF2B5EF4-FFF2-40B4-BE49-F238E27FC236}">
                <a16:creationId xmlns:a16="http://schemas.microsoft.com/office/drawing/2014/main" id="{59FD0F1A-55AF-E01D-4A46-7EE71336A25A}"/>
              </a:ext>
            </a:extLst>
          </p:cNvPr>
          <p:cNvSpPr/>
          <p:nvPr/>
        </p:nvSpPr>
        <p:spPr>
          <a:xfrm>
            <a:off x="5815859" y="142394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4" name="Arco de bloque 163">
            <a:extLst>
              <a:ext uri="{FF2B5EF4-FFF2-40B4-BE49-F238E27FC236}">
                <a16:creationId xmlns:a16="http://schemas.microsoft.com/office/drawing/2014/main" id="{F8B0C46A-E064-39DA-8C06-F9D1140223E1}"/>
              </a:ext>
            </a:extLst>
          </p:cNvPr>
          <p:cNvSpPr/>
          <p:nvPr/>
        </p:nvSpPr>
        <p:spPr>
          <a:xfrm>
            <a:off x="5815859" y="167158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5" name="Arco de bloque 164">
            <a:extLst>
              <a:ext uri="{FF2B5EF4-FFF2-40B4-BE49-F238E27FC236}">
                <a16:creationId xmlns:a16="http://schemas.microsoft.com/office/drawing/2014/main" id="{A151EF92-A258-F79A-5ADC-988F0B85693A}"/>
              </a:ext>
            </a:extLst>
          </p:cNvPr>
          <p:cNvSpPr/>
          <p:nvPr/>
        </p:nvSpPr>
        <p:spPr>
          <a:xfrm>
            <a:off x="5815859" y="191923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6" name="Arco de bloque 165">
            <a:extLst>
              <a:ext uri="{FF2B5EF4-FFF2-40B4-BE49-F238E27FC236}">
                <a16:creationId xmlns:a16="http://schemas.microsoft.com/office/drawing/2014/main" id="{259B5A39-804F-7182-7B96-3051B55FFDD0}"/>
              </a:ext>
            </a:extLst>
          </p:cNvPr>
          <p:cNvSpPr/>
          <p:nvPr/>
        </p:nvSpPr>
        <p:spPr>
          <a:xfrm>
            <a:off x="5815859" y="216687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7" name="Arco de bloque 166">
            <a:extLst>
              <a:ext uri="{FF2B5EF4-FFF2-40B4-BE49-F238E27FC236}">
                <a16:creationId xmlns:a16="http://schemas.microsoft.com/office/drawing/2014/main" id="{9E66150B-B743-0FE3-D801-9984E385C378}"/>
              </a:ext>
            </a:extLst>
          </p:cNvPr>
          <p:cNvSpPr/>
          <p:nvPr/>
        </p:nvSpPr>
        <p:spPr>
          <a:xfrm>
            <a:off x="5815859" y="241451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8" name="Arco de bloque 167">
            <a:extLst>
              <a:ext uri="{FF2B5EF4-FFF2-40B4-BE49-F238E27FC236}">
                <a16:creationId xmlns:a16="http://schemas.microsoft.com/office/drawing/2014/main" id="{0A3189F0-B223-68C3-819E-3A3B54CD8C23}"/>
              </a:ext>
            </a:extLst>
          </p:cNvPr>
          <p:cNvSpPr/>
          <p:nvPr/>
        </p:nvSpPr>
        <p:spPr>
          <a:xfrm>
            <a:off x="5815859" y="266215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9" name="Arco de bloque 168">
            <a:extLst>
              <a:ext uri="{FF2B5EF4-FFF2-40B4-BE49-F238E27FC236}">
                <a16:creationId xmlns:a16="http://schemas.microsoft.com/office/drawing/2014/main" id="{5B113E2C-6C74-08D7-7189-42E8424B0D94}"/>
              </a:ext>
            </a:extLst>
          </p:cNvPr>
          <p:cNvSpPr/>
          <p:nvPr/>
        </p:nvSpPr>
        <p:spPr>
          <a:xfrm>
            <a:off x="5815859" y="290979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0" name="Arco de bloque 169">
            <a:extLst>
              <a:ext uri="{FF2B5EF4-FFF2-40B4-BE49-F238E27FC236}">
                <a16:creationId xmlns:a16="http://schemas.microsoft.com/office/drawing/2014/main" id="{78611D1E-C7D9-1265-1EEE-2A76DEEB0F3A}"/>
              </a:ext>
            </a:extLst>
          </p:cNvPr>
          <p:cNvSpPr/>
          <p:nvPr/>
        </p:nvSpPr>
        <p:spPr>
          <a:xfrm>
            <a:off x="5815859" y="315744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1" name="Arco de bloque 170">
            <a:extLst>
              <a:ext uri="{FF2B5EF4-FFF2-40B4-BE49-F238E27FC236}">
                <a16:creationId xmlns:a16="http://schemas.microsoft.com/office/drawing/2014/main" id="{7311F4A3-3767-F4BF-9266-FA3F43B34711}"/>
              </a:ext>
            </a:extLst>
          </p:cNvPr>
          <p:cNvSpPr/>
          <p:nvPr/>
        </p:nvSpPr>
        <p:spPr>
          <a:xfrm>
            <a:off x="5815859" y="340508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2" name="Arco de bloque 171">
            <a:extLst>
              <a:ext uri="{FF2B5EF4-FFF2-40B4-BE49-F238E27FC236}">
                <a16:creationId xmlns:a16="http://schemas.microsoft.com/office/drawing/2014/main" id="{70A64804-6150-F9D2-6CEF-9CB313830512}"/>
              </a:ext>
            </a:extLst>
          </p:cNvPr>
          <p:cNvSpPr/>
          <p:nvPr/>
        </p:nvSpPr>
        <p:spPr>
          <a:xfrm>
            <a:off x="5815859" y="365272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3" name="Arco de bloque 172">
            <a:extLst>
              <a:ext uri="{FF2B5EF4-FFF2-40B4-BE49-F238E27FC236}">
                <a16:creationId xmlns:a16="http://schemas.microsoft.com/office/drawing/2014/main" id="{55A144D2-C774-5715-724A-750A90526B11}"/>
              </a:ext>
            </a:extLst>
          </p:cNvPr>
          <p:cNvSpPr/>
          <p:nvPr/>
        </p:nvSpPr>
        <p:spPr>
          <a:xfrm>
            <a:off x="5815859" y="390036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4" name="Arco de bloque 173">
            <a:extLst>
              <a:ext uri="{FF2B5EF4-FFF2-40B4-BE49-F238E27FC236}">
                <a16:creationId xmlns:a16="http://schemas.microsoft.com/office/drawing/2014/main" id="{271CE7FB-F287-F486-1616-193CBE66ED61}"/>
              </a:ext>
            </a:extLst>
          </p:cNvPr>
          <p:cNvSpPr/>
          <p:nvPr/>
        </p:nvSpPr>
        <p:spPr>
          <a:xfrm>
            <a:off x="5815859" y="414800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5" name="Arco de bloque 174">
            <a:extLst>
              <a:ext uri="{FF2B5EF4-FFF2-40B4-BE49-F238E27FC236}">
                <a16:creationId xmlns:a16="http://schemas.microsoft.com/office/drawing/2014/main" id="{30B839C1-F041-E70C-B697-290D11C4484C}"/>
              </a:ext>
            </a:extLst>
          </p:cNvPr>
          <p:cNvSpPr/>
          <p:nvPr/>
        </p:nvSpPr>
        <p:spPr>
          <a:xfrm>
            <a:off x="5815859" y="439565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6" name="Arco de bloque 175">
            <a:extLst>
              <a:ext uri="{FF2B5EF4-FFF2-40B4-BE49-F238E27FC236}">
                <a16:creationId xmlns:a16="http://schemas.microsoft.com/office/drawing/2014/main" id="{7A2594C3-78FB-6711-ADC5-33EFB89823EA}"/>
              </a:ext>
            </a:extLst>
          </p:cNvPr>
          <p:cNvSpPr/>
          <p:nvPr/>
        </p:nvSpPr>
        <p:spPr>
          <a:xfrm>
            <a:off x="5815859" y="464329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7" name="Arco de bloque 176">
            <a:extLst>
              <a:ext uri="{FF2B5EF4-FFF2-40B4-BE49-F238E27FC236}">
                <a16:creationId xmlns:a16="http://schemas.microsoft.com/office/drawing/2014/main" id="{DB060485-1B5B-2842-B86A-083836073D96}"/>
              </a:ext>
            </a:extLst>
          </p:cNvPr>
          <p:cNvSpPr/>
          <p:nvPr/>
        </p:nvSpPr>
        <p:spPr>
          <a:xfrm>
            <a:off x="5815859" y="489093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8" name="Arco de bloque 177">
            <a:extLst>
              <a:ext uri="{FF2B5EF4-FFF2-40B4-BE49-F238E27FC236}">
                <a16:creationId xmlns:a16="http://schemas.microsoft.com/office/drawing/2014/main" id="{95787DB7-D11E-E2FB-130E-21B65ADAFB44}"/>
              </a:ext>
            </a:extLst>
          </p:cNvPr>
          <p:cNvSpPr/>
          <p:nvPr/>
        </p:nvSpPr>
        <p:spPr>
          <a:xfrm>
            <a:off x="5815859" y="513857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9" name="Arco de bloque 178">
            <a:extLst>
              <a:ext uri="{FF2B5EF4-FFF2-40B4-BE49-F238E27FC236}">
                <a16:creationId xmlns:a16="http://schemas.microsoft.com/office/drawing/2014/main" id="{CDB86D7B-9431-40F2-5682-33B935DCF416}"/>
              </a:ext>
            </a:extLst>
          </p:cNvPr>
          <p:cNvSpPr/>
          <p:nvPr/>
        </p:nvSpPr>
        <p:spPr>
          <a:xfrm>
            <a:off x="5815859" y="5386219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0" name="Arco de bloque 179">
            <a:extLst>
              <a:ext uri="{FF2B5EF4-FFF2-40B4-BE49-F238E27FC236}">
                <a16:creationId xmlns:a16="http://schemas.microsoft.com/office/drawing/2014/main" id="{86662BD0-2EA0-4D67-3D6D-16D6D86FA442}"/>
              </a:ext>
            </a:extLst>
          </p:cNvPr>
          <p:cNvSpPr/>
          <p:nvPr/>
        </p:nvSpPr>
        <p:spPr>
          <a:xfrm>
            <a:off x="5815859" y="5633861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1" name="Arco de bloque 180">
            <a:extLst>
              <a:ext uri="{FF2B5EF4-FFF2-40B4-BE49-F238E27FC236}">
                <a16:creationId xmlns:a16="http://schemas.microsoft.com/office/drawing/2014/main" id="{B4419834-D3A8-CEDA-E0FA-C7C293D8FE00}"/>
              </a:ext>
            </a:extLst>
          </p:cNvPr>
          <p:cNvSpPr/>
          <p:nvPr/>
        </p:nvSpPr>
        <p:spPr>
          <a:xfrm>
            <a:off x="5815859" y="5881503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2" name="Arco de bloque 181">
            <a:extLst>
              <a:ext uri="{FF2B5EF4-FFF2-40B4-BE49-F238E27FC236}">
                <a16:creationId xmlns:a16="http://schemas.microsoft.com/office/drawing/2014/main" id="{5E740B0D-E300-D9C5-7A79-1E993203FB1D}"/>
              </a:ext>
            </a:extLst>
          </p:cNvPr>
          <p:cNvSpPr/>
          <p:nvPr/>
        </p:nvSpPr>
        <p:spPr>
          <a:xfrm>
            <a:off x="5815859" y="6129145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3" name="Arco de bloque 182">
            <a:extLst>
              <a:ext uri="{FF2B5EF4-FFF2-40B4-BE49-F238E27FC236}">
                <a16:creationId xmlns:a16="http://schemas.microsoft.com/office/drawing/2014/main" id="{3A8C4174-DBEC-41DC-A3B3-A01E5AE24DCE}"/>
              </a:ext>
            </a:extLst>
          </p:cNvPr>
          <p:cNvSpPr/>
          <p:nvPr/>
        </p:nvSpPr>
        <p:spPr>
          <a:xfrm>
            <a:off x="5815859" y="6376787"/>
            <a:ext cx="560282" cy="316710"/>
          </a:xfrm>
          <a:prstGeom prst="blockArc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4" name="Rectángulo 183">
            <a:extLst>
              <a:ext uri="{FF2B5EF4-FFF2-40B4-BE49-F238E27FC236}">
                <a16:creationId xmlns:a16="http://schemas.microsoft.com/office/drawing/2014/main" id="{F381252B-11D7-F79C-F3E8-87F0E9050706}"/>
              </a:ext>
            </a:extLst>
          </p:cNvPr>
          <p:cNvSpPr/>
          <p:nvPr/>
        </p:nvSpPr>
        <p:spPr>
          <a:xfrm>
            <a:off x="177421" y="185737"/>
            <a:ext cx="5461378" cy="6507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5" name="Rectángulo 184">
            <a:extLst>
              <a:ext uri="{FF2B5EF4-FFF2-40B4-BE49-F238E27FC236}">
                <a16:creationId xmlns:a16="http://schemas.microsoft.com/office/drawing/2014/main" id="{A68763A8-B6B7-4498-578A-C398AE4DCF91}"/>
              </a:ext>
            </a:extLst>
          </p:cNvPr>
          <p:cNvSpPr/>
          <p:nvPr/>
        </p:nvSpPr>
        <p:spPr>
          <a:xfrm>
            <a:off x="6565704" y="185737"/>
            <a:ext cx="5461378" cy="6507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72826184-CFEB-E02B-4BAF-B27C1B1487FA}"/>
              </a:ext>
            </a:extLst>
          </p:cNvPr>
          <p:cNvCxnSpPr/>
          <p:nvPr/>
        </p:nvCxnSpPr>
        <p:spPr>
          <a:xfrm>
            <a:off x="368490" y="50244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ector recto 187">
            <a:extLst>
              <a:ext uri="{FF2B5EF4-FFF2-40B4-BE49-F238E27FC236}">
                <a16:creationId xmlns:a16="http://schemas.microsoft.com/office/drawing/2014/main" id="{8407073E-0B1A-49B1-966B-301AC4ED7088}"/>
              </a:ext>
            </a:extLst>
          </p:cNvPr>
          <p:cNvCxnSpPr/>
          <p:nvPr/>
        </p:nvCxnSpPr>
        <p:spPr>
          <a:xfrm>
            <a:off x="368490" y="68102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ector recto 188">
            <a:extLst>
              <a:ext uri="{FF2B5EF4-FFF2-40B4-BE49-F238E27FC236}">
                <a16:creationId xmlns:a16="http://schemas.microsoft.com/office/drawing/2014/main" id="{7746D2C3-77B1-06E1-B2C5-C0749ED7ADFA}"/>
              </a:ext>
            </a:extLst>
          </p:cNvPr>
          <p:cNvCxnSpPr/>
          <p:nvPr/>
        </p:nvCxnSpPr>
        <p:spPr>
          <a:xfrm>
            <a:off x="368490" y="85959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recto 189">
            <a:extLst>
              <a:ext uri="{FF2B5EF4-FFF2-40B4-BE49-F238E27FC236}">
                <a16:creationId xmlns:a16="http://schemas.microsoft.com/office/drawing/2014/main" id="{44379374-3142-376A-733B-FBAC19E96ACC}"/>
              </a:ext>
            </a:extLst>
          </p:cNvPr>
          <p:cNvCxnSpPr/>
          <p:nvPr/>
        </p:nvCxnSpPr>
        <p:spPr>
          <a:xfrm>
            <a:off x="368490" y="103816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cto 190">
            <a:extLst>
              <a:ext uri="{FF2B5EF4-FFF2-40B4-BE49-F238E27FC236}">
                <a16:creationId xmlns:a16="http://schemas.microsoft.com/office/drawing/2014/main" id="{D086FEE8-D031-E5A6-23AE-A6FDF69A265C}"/>
              </a:ext>
            </a:extLst>
          </p:cNvPr>
          <p:cNvCxnSpPr/>
          <p:nvPr/>
        </p:nvCxnSpPr>
        <p:spPr>
          <a:xfrm>
            <a:off x="368490" y="121674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ector recto 191">
            <a:extLst>
              <a:ext uri="{FF2B5EF4-FFF2-40B4-BE49-F238E27FC236}">
                <a16:creationId xmlns:a16="http://schemas.microsoft.com/office/drawing/2014/main" id="{7D6A650E-BAB0-5F97-94C0-6400C2252A6B}"/>
              </a:ext>
            </a:extLst>
          </p:cNvPr>
          <p:cNvCxnSpPr/>
          <p:nvPr/>
        </p:nvCxnSpPr>
        <p:spPr>
          <a:xfrm>
            <a:off x="368490" y="139531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A066F42B-0F35-1E5A-8F97-5C738B2B288A}"/>
              </a:ext>
            </a:extLst>
          </p:cNvPr>
          <p:cNvCxnSpPr/>
          <p:nvPr/>
        </p:nvCxnSpPr>
        <p:spPr>
          <a:xfrm>
            <a:off x="368490" y="157389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027F9175-C66F-2F31-1A1A-AD9563E783AE}"/>
              </a:ext>
            </a:extLst>
          </p:cNvPr>
          <p:cNvCxnSpPr/>
          <p:nvPr/>
        </p:nvCxnSpPr>
        <p:spPr>
          <a:xfrm>
            <a:off x="368490" y="175246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857CB4A5-F0D9-8621-06B7-00850E1AEAB1}"/>
              </a:ext>
            </a:extLst>
          </p:cNvPr>
          <p:cNvCxnSpPr/>
          <p:nvPr/>
        </p:nvCxnSpPr>
        <p:spPr>
          <a:xfrm>
            <a:off x="368490" y="193103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ector recto 195">
            <a:extLst>
              <a:ext uri="{FF2B5EF4-FFF2-40B4-BE49-F238E27FC236}">
                <a16:creationId xmlns:a16="http://schemas.microsoft.com/office/drawing/2014/main" id="{F2C04B2C-900A-FF13-24E4-7E363ED2A46E}"/>
              </a:ext>
            </a:extLst>
          </p:cNvPr>
          <p:cNvCxnSpPr/>
          <p:nvPr/>
        </p:nvCxnSpPr>
        <p:spPr>
          <a:xfrm>
            <a:off x="368490" y="210961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ector recto 196">
            <a:extLst>
              <a:ext uri="{FF2B5EF4-FFF2-40B4-BE49-F238E27FC236}">
                <a16:creationId xmlns:a16="http://schemas.microsoft.com/office/drawing/2014/main" id="{EB7C16D4-97CA-5103-28BA-54454788E11D}"/>
              </a:ext>
            </a:extLst>
          </p:cNvPr>
          <p:cNvCxnSpPr/>
          <p:nvPr/>
        </p:nvCxnSpPr>
        <p:spPr>
          <a:xfrm>
            <a:off x="368490" y="228818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>
            <a:extLst>
              <a:ext uri="{FF2B5EF4-FFF2-40B4-BE49-F238E27FC236}">
                <a16:creationId xmlns:a16="http://schemas.microsoft.com/office/drawing/2014/main" id="{8A2F3EDA-A6E4-77B8-AE10-762ECAA1BE16}"/>
              </a:ext>
            </a:extLst>
          </p:cNvPr>
          <p:cNvCxnSpPr/>
          <p:nvPr/>
        </p:nvCxnSpPr>
        <p:spPr>
          <a:xfrm>
            <a:off x="368490" y="246676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ector recto 198">
            <a:extLst>
              <a:ext uri="{FF2B5EF4-FFF2-40B4-BE49-F238E27FC236}">
                <a16:creationId xmlns:a16="http://schemas.microsoft.com/office/drawing/2014/main" id="{5C045DBD-30C9-9DEE-2721-48FD915A8E04}"/>
              </a:ext>
            </a:extLst>
          </p:cNvPr>
          <p:cNvCxnSpPr/>
          <p:nvPr/>
        </p:nvCxnSpPr>
        <p:spPr>
          <a:xfrm>
            <a:off x="368490" y="264533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2099CCD1-4BFD-67D8-1534-54C5704DA1C9}"/>
              </a:ext>
            </a:extLst>
          </p:cNvPr>
          <p:cNvCxnSpPr/>
          <p:nvPr/>
        </p:nvCxnSpPr>
        <p:spPr>
          <a:xfrm>
            <a:off x="368490" y="282390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1A9456E4-22DF-7F8D-A2CB-4F79068D5650}"/>
              </a:ext>
            </a:extLst>
          </p:cNvPr>
          <p:cNvCxnSpPr/>
          <p:nvPr/>
        </p:nvCxnSpPr>
        <p:spPr>
          <a:xfrm>
            <a:off x="368490" y="300248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ector recto 201">
            <a:extLst>
              <a:ext uri="{FF2B5EF4-FFF2-40B4-BE49-F238E27FC236}">
                <a16:creationId xmlns:a16="http://schemas.microsoft.com/office/drawing/2014/main" id="{05C0E590-C9B8-1445-D120-A07354467B26}"/>
              </a:ext>
            </a:extLst>
          </p:cNvPr>
          <p:cNvCxnSpPr/>
          <p:nvPr/>
        </p:nvCxnSpPr>
        <p:spPr>
          <a:xfrm>
            <a:off x="368490" y="318105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ctor recto 202">
            <a:extLst>
              <a:ext uri="{FF2B5EF4-FFF2-40B4-BE49-F238E27FC236}">
                <a16:creationId xmlns:a16="http://schemas.microsoft.com/office/drawing/2014/main" id="{D779310B-B015-5E96-A0B2-2E598343056D}"/>
              </a:ext>
            </a:extLst>
          </p:cNvPr>
          <p:cNvCxnSpPr/>
          <p:nvPr/>
        </p:nvCxnSpPr>
        <p:spPr>
          <a:xfrm>
            <a:off x="368490" y="335963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DD306BE8-428C-A6D9-9D49-19C760F52286}"/>
              </a:ext>
            </a:extLst>
          </p:cNvPr>
          <p:cNvCxnSpPr/>
          <p:nvPr/>
        </p:nvCxnSpPr>
        <p:spPr>
          <a:xfrm>
            <a:off x="368490" y="353820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cto 204">
            <a:extLst>
              <a:ext uri="{FF2B5EF4-FFF2-40B4-BE49-F238E27FC236}">
                <a16:creationId xmlns:a16="http://schemas.microsoft.com/office/drawing/2014/main" id="{0EF4C2E8-6A53-0D33-950D-670CA0CB2EF4}"/>
              </a:ext>
            </a:extLst>
          </p:cNvPr>
          <p:cNvCxnSpPr/>
          <p:nvPr/>
        </p:nvCxnSpPr>
        <p:spPr>
          <a:xfrm>
            <a:off x="368490" y="371677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ector recto 205">
            <a:extLst>
              <a:ext uri="{FF2B5EF4-FFF2-40B4-BE49-F238E27FC236}">
                <a16:creationId xmlns:a16="http://schemas.microsoft.com/office/drawing/2014/main" id="{8321701A-30E7-098E-8192-2E3ECA722097}"/>
              </a:ext>
            </a:extLst>
          </p:cNvPr>
          <p:cNvCxnSpPr/>
          <p:nvPr/>
        </p:nvCxnSpPr>
        <p:spPr>
          <a:xfrm>
            <a:off x="368490" y="389535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ector recto 206">
            <a:extLst>
              <a:ext uri="{FF2B5EF4-FFF2-40B4-BE49-F238E27FC236}">
                <a16:creationId xmlns:a16="http://schemas.microsoft.com/office/drawing/2014/main" id="{29F5421F-21F2-59D8-CD6B-1A55C3FEDA9F}"/>
              </a:ext>
            </a:extLst>
          </p:cNvPr>
          <p:cNvCxnSpPr/>
          <p:nvPr/>
        </p:nvCxnSpPr>
        <p:spPr>
          <a:xfrm>
            <a:off x="368490" y="407392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>
            <a:extLst>
              <a:ext uri="{FF2B5EF4-FFF2-40B4-BE49-F238E27FC236}">
                <a16:creationId xmlns:a16="http://schemas.microsoft.com/office/drawing/2014/main" id="{B7D72362-A2AA-428A-206E-6FD07B83452C}"/>
              </a:ext>
            </a:extLst>
          </p:cNvPr>
          <p:cNvCxnSpPr/>
          <p:nvPr/>
        </p:nvCxnSpPr>
        <p:spPr>
          <a:xfrm>
            <a:off x="368490" y="425250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ector recto 208">
            <a:extLst>
              <a:ext uri="{FF2B5EF4-FFF2-40B4-BE49-F238E27FC236}">
                <a16:creationId xmlns:a16="http://schemas.microsoft.com/office/drawing/2014/main" id="{33D961D4-8B4A-1C61-BDFA-A07119C37C21}"/>
              </a:ext>
            </a:extLst>
          </p:cNvPr>
          <p:cNvCxnSpPr/>
          <p:nvPr/>
        </p:nvCxnSpPr>
        <p:spPr>
          <a:xfrm>
            <a:off x="368490" y="443107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ector recto 209">
            <a:extLst>
              <a:ext uri="{FF2B5EF4-FFF2-40B4-BE49-F238E27FC236}">
                <a16:creationId xmlns:a16="http://schemas.microsoft.com/office/drawing/2014/main" id="{A45D788A-5E7A-F6AF-BB31-6AA1EE9C02E0}"/>
              </a:ext>
            </a:extLst>
          </p:cNvPr>
          <p:cNvCxnSpPr/>
          <p:nvPr/>
        </p:nvCxnSpPr>
        <p:spPr>
          <a:xfrm>
            <a:off x="368490" y="460964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ector recto 210">
            <a:extLst>
              <a:ext uri="{FF2B5EF4-FFF2-40B4-BE49-F238E27FC236}">
                <a16:creationId xmlns:a16="http://schemas.microsoft.com/office/drawing/2014/main" id="{4A65F6A6-14F5-E288-4344-DCD43871D9AD}"/>
              </a:ext>
            </a:extLst>
          </p:cNvPr>
          <p:cNvCxnSpPr/>
          <p:nvPr/>
        </p:nvCxnSpPr>
        <p:spPr>
          <a:xfrm>
            <a:off x="368490" y="478822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ector recto 211">
            <a:extLst>
              <a:ext uri="{FF2B5EF4-FFF2-40B4-BE49-F238E27FC236}">
                <a16:creationId xmlns:a16="http://schemas.microsoft.com/office/drawing/2014/main" id="{52D469A5-A6F5-A3DC-B46E-35D42A9F2BBB}"/>
              </a:ext>
            </a:extLst>
          </p:cNvPr>
          <p:cNvCxnSpPr/>
          <p:nvPr/>
        </p:nvCxnSpPr>
        <p:spPr>
          <a:xfrm>
            <a:off x="368490" y="496679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ector recto 212">
            <a:extLst>
              <a:ext uri="{FF2B5EF4-FFF2-40B4-BE49-F238E27FC236}">
                <a16:creationId xmlns:a16="http://schemas.microsoft.com/office/drawing/2014/main" id="{0DF0B18B-B27D-0AEC-BD76-CA206332DD41}"/>
              </a:ext>
            </a:extLst>
          </p:cNvPr>
          <p:cNvCxnSpPr/>
          <p:nvPr/>
        </p:nvCxnSpPr>
        <p:spPr>
          <a:xfrm>
            <a:off x="368490" y="514537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ector recto 213">
            <a:extLst>
              <a:ext uri="{FF2B5EF4-FFF2-40B4-BE49-F238E27FC236}">
                <a16:creationId xmlns:a16="http://schemas.microsoft.com/office/drawing/2014/main" id="{12D910E5-BF60-BA4E-EA7A-384D475B9F35}"/>
              </a:ext>
            </a:extLst>
          </p:cNvPr>
          <p:cNvCxnSpPr/>
          <p:nvPr/>
        </p:nvCxnSpPr>
        <p:spPr>
          <a:xfrm>
            <a:off x="368490" y="532394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ector recto 214">
            <a:extLst>
              <a:ext uri="{FF2B5EF4-FFF2-40B4-BE49-F238E27FC236}">
                <a16:creationId xmlns:a16="http://schemas.microsoft.com/office/drawing/2014/main" id="{7A077FCA-DB7A-8358-E0E4-753A9EA8C832}"/>
              </a:ext>
            </a:extLst>
          </p:cNvPr>
          <p:cNvCxnSpPr/>
          <p:nvPr/>
        </p:nvCxnSpPr>
        <p:spPr>
          <a:xfrm>
            <a:off x="368490" y="550251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496F1A40-62F5-E932-D2CC-AC93D7789686}"/>
              </a:ext>
            </a:extLst>
          </p:cNvPr>
          <p:cNvCxnSpPr/>
          <p:nvPr/>
        </p:nvCxnSpPr>
        <p:spPr>
          <a:xfrm>
            <a:off x="368490" y="568109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ector recto 216">
            <a:extLst>
              <a:ext uri="{FF2B5EF4-FFF2-40B4-BE49-F238E27FC236}">
                <a16:creationId xmlns:a16="http://schemas.microsoft.com/office/drawing/2014/main" id="{F649561B-9FF4-87EF-D973-19A501B57CA4}"/>
              </a:ext>
            </a:extLst>
          </p:cNvPr>
          <p:cNvCxnSpPr/>
          <p:nvPr/>
        </p:nvCxnSpPr>
        <p:spPr>
          <a:xfrm>
            <a:off x="368490" y="585966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6F2D0255-F666-6251-AFF3-29E8357AF5CB}"/>
              </a:ext>
            </a:extLst>
          </p:cNvPr>
          <p:cNvCxnSpPr/>
          <p:nvPr/>
        </p:nvCxnSpPr>
        <p:spPr>
          <a:xfrm>
            <a:off x="368490" y="603824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ector recto 218">
            <a:extLst>
              <a:ext uri="{FF2B5EF4-FFF2-40B4-BE49-F238E27FC236}">
                <a16:creationId xmlns:a16="http://schemas.microsoft.com/office/drawing/2014/main" id="{19233D87-0E48-CC49-15E2-2A820AD43712}"/>
              </a:ext>
            </a:extLst>
          </p:cNvPr>
          <p:cNvCxnSpPr/>
          <p:nvPr/>
        </p:nvCxnSpPr>
        <p:spPr>
          <a:xfrm>
            <a:off x="368490" y="621681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ector recto 219">
            <a:extLst>
              <a:ext uri="{FF2B5EF4-FFF2-40B4-BE49-F238E27FC236}">
                <a16:creationId xmlns:a16="http://schemas.microsoft.com/office/drawing/2014/main" id="{A6EA27B4-2ABB-61AC-25C0-248CDEB76A34}"/>
              </a:ext>
            </a:extLst>
          </p:cNvPr>
          <p:cNvCxnSpPr/>
          <p:nvPr/>
        </p:nvCxnSpPr>
        <p:spPr>
          <a:xfrm>
            <a:off x="368490" y="639538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ector recto 220">
            <a:extLst>
              <a:ext uri="{FF2B5EF4-FFF2-40B4-BE49-F238E27FC236}">
                <a16:creationId xmlns:a16="http://schemas.microsoft.com/office/drawing/2014/main" id="{BCF24054-1927-81C2-5BA5-72684A75D62F}"/>
              </a:ext>
            </a:extLst>
          </p:cNvPr>
          <p:cNvCxnSpPr/>
          <p:nvPr/>
        </p:nvCxnSpPr>
        <p:spPr>
          <a:xfrm>
            <a:off x="368490" y="657396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ector recto 262">
            <a:extLst>
              <a:ext uri="{FF2B5EF4-FFF2-40B4-BE49-F238E27FC236}">
                <a16:creationId xmlns:a16="http://schemas.microsoft.com/office/drawing/2014/main" id="{D193001A-5D32-1CC3-4F14-5DC6166E1FF5}"/>
              </a:ext>
            </a:extLst>
          </p:cNvPr>
          <p:cNvCxnSpPr/>
          <p:nvPr/>
        </p:nvCxnSpPr>
        <p:spPr>
          <a:xfrm>
            <a:off x="6764733" y="50244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ector recto 263">
            <a:extLst>
              <a:ext uri="{FF2B5EF4-FFF2-40B4-BE49-F238E27FC236}">
                <a16:creationId xmlns:a16="http://schemas.microsoft.com/office/drawing/2014/main" id="{A66C47ED-9BB2-43A8-54C9-32EFDE8B8120}"/>
              </a:ext>
            </a:extLst>
          </p:cNvPr>
          <p:cNvCxnSpPr/>
          <p:nvPr/>
        </p:nvCxnSpPr>
        <p:spPr>
          <a:xfrm>
            <a:off x="6764733" y="68102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ector recto 264">
            <a:extLst>
              <a:ext uri="{FF2B5EF4-FFF2-40B4-BE49-F238E27FC236}">
                <a16:creationId xmlns:a16="http://schemas.microsoft.com/office/drawing/2014/main" id="{DC31EE94-EA11-FF44-11EC-D33E28877CCB}"/>
              </a:ext>
            </a:extLst>
          </p:cNvPr>
          <p:cNvCxnSpPr/>
          <p:nvPr/>
        </p:nvCxnSpPr>
        <p:spPr>
          <a:xfrm>
            <a:off x="6764733" y="85959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ector recto 265">
            <a:extLst>
              <a:ext uri="{FF2B5EF4-FFF2-40B4-BE49-F238E27FC236}">
                <a16:creationId xmlns:a16="http://schemas.microsoft.com/office/drawing/2014/main" id="{4025E19E-6FEC-A653-373D-894EE981487E}"/>
              </a:ext>
            </a:extLst>
          </p:cNvPr>
          <p:cNvCxnSpPr/>
          <p:nvPr/>
        </p:nvCxnSpPr>
        <p:spPr>
          <a:xfrm>
            <a:off x="6764733" y="103816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ector recto 266">
            <a:extLst>
              <a:ext uri="{FF2B5EF4-FFF2-40B4-BE49-F238E27FC236}">
                <a16:creationId xmlns:a16="http://schemas.microsoft.com/office/drawing/2014/main" id="{E9F3BC79-C4D2-279F-B7F5-083D9A165E73}"/>
              </a:ext>
            </a:extLst>
          </p:cNvPr>
          <p:cNvCxnSpPr/>
          <p:nvPr/>
        </p:nvCxnSpPr>
        <p:spPr>
          <a:xfrm>
            <a:off x="6764733" y="121674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ector recto 267">
            <a:extLst>
              <a:ext uri="{FF2B5EF4-FFF2-40B4-BE49-F238E27FC236}">
                <a16:creationId xmlns:a16="http://schemas.microsoft.com/office/drawing/2014/main" id="{FA6E1EF4-1E95-9935-B82C-BBBFE2E47B70}"/>
              </a:ext>
            </a:extLst>
          </p:cNvPr>
          <p:cNvCxnSpPr/>
          <p:nvPr/>
        </p:nvCxnSpPr>
        <p:spPr>
          <a:xfrm>
            <a:off x="6764733" y="139531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ector recto 268">
            <a:extLst>
              <a:ext uri="{FF2B5EF4-FFF2-40B4-BE49-F238E27FC236}">
                <a16:creationId xmlns:a16="http://schemas.microsoft.com/office/drawing/2014/main" id="{ED31705D-6BF4-E53F-D3BC-2E28CD6A6D9C}"/>
              </a:ext>
            </a:extLst>
          </p:cNvPr>
          <p:cNvCxnSpPr/>
          <p:nvPr/>
        </p:nvCxnSpPr>
        <p:spPr>
          <a:xfrm>
            <a:off x="6764733" y="157389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ector recto 269">
            <a:extLst>
              <a:ext uri="{FF2B5EF4-FFF2-40B4-BE49-F238E27FC236}">
                <a16:creationId xmlns:a16="http://schemas.microsoft.com/office/drawing/2014/main" id="{88162EE4-E29D-9940-5502-540524C5B9C6}"/>
              </a:ext>
            </a:extLst>
          </p:cNvPr>
          <p:cNvCxnSpPr/>
          <p:nvPr/>
        </p:nvCxnSpPr>
        <p:spPr>
          <a:xfrm>
            <a:off x="6764733" y="175246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ector recto 270">
            <a:extLst>
              <a:ext uri="{FF2B5EF4-FFF2-40B4-BE49-F238E27FC236}">
                <a16:creationId xmlns:a16="http://schemas.microsoft.com/office/drawing/2014/main" id="{D5AF38CC-FC9A-4DED-E47C-9A79ED4D5291}"/>
              </a:ext>
            </a:extLst>
          </p:cNvPr>
          <p:cNvCxnSpPr/>
          <p:nvPr/>
        </p:nvCxnSpPr>
        <p:spPr>
          <a:xfrm>
            <a:off x="6764733" y="193103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ector recto 271">
            <a:extLst>
              <a:ext uri="{FF2B5EF4-FFF2-40B4-BE49-F238E27FC236}">
                <a16:creationId xmlns:a16="http://schemas.microsoft.com/office/drawing/2014/main" id="{D0CA321D-29D9-7A4F-31D9-F8C8FE9E9CCB}"/>
              </a:ext>
            </a:extLst>
          </p:cNvPr>
          <p:cNvCxnSpPr/>
          <p:nvPr/>
        </p:nvCxnSpPr>
        <p:spPr>
          <a:xfrm>
            <a:off x="6764733" y="210961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ector recto 272">
            <a:extLst>
              <a:ext uri="{FF2B5EF4-FFF2-40B4-BE49-F238E27FC236}">
                <a16:creationId xmlns:a16="http://schemas.microsoft.com/office/drawing/2014/main" id="{E92773F8-DDB3-6F62-317F-832D1B6A99E7}"/>
              </a:ext>
            </a:extLst>
          </p:cNvPr>
          <p:cNvCxnSpPr/>
          <p:nvPr/>
        </p:nvCxnSpPr>
        <p:spPr>
          <a:xfrm>
            <a:off x="6764733" y="228818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ector recto 273">
            <a:extLst>
              <a:ext uri="{FF2B5EF4-FFF2-40B4-BE49-F238E27FC236}">
                <a16:creationId xmlns:a16="http://schemas.microsoft.com/office/drawing/2014/main" id="{D43178DE-DC32-1158-B439-9D3B015FAADD}"/>
              </a:ext>
            </a:extLst>
          </p:cNvPr>
          <p:cNvCxnSpPr/>
          <p:nvPr/>
        </p:nvCxnSpPr>
        <p:spPr>
          <a:xfrm>
            <a:off x="6764733" y="246676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ector recto 274">
            <a:extLst>
              <a:ext uri="{FF2B5EF4-FFF2-40B4-BE49-F238E27FC236}">
                <a16:creationId xmlns:a16="http://schemas.microsoft.com/office/drawing/2014/main" id="{79EA7A44-D8AA-B691-5827-027AADC24078}"/>
              </a:ext>
            </a:extLst>
          </p:cNvPr>
          <p:cNvCxnSpPr/>
          <p:nvPr/>
        </p:nvCxnSpPr>
        <p:spPr>
          <a:xfrm>
            <a:off x="6764733" y="264533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ector recto 275">
            <a:extLst>
              <a:ext uri="{FF2B5EF4-FFF2-40B4-BE49-F238E27FC236}">
                <a16:creationId xmlns:a16="http://schemas.microsoft.com/office/drawing/2014/main" id="{9D2D2AC6-99C6-06E5-9882-B5FB799CC6BC}"/>
              </a:ext>
            </a:extLst>
          </p:cNvPr>
          <p:cNvCxnSpPr/>
          <p:nvPr/>
        </p:nvCxnSpPr>
        <p:spPr>
          <a:xfrm>
            <a:off x="6764733" y="282390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ector recto 276">
            <a:extLst>
              <a:ext uri="{FF2B5EF4-FFF2-40B4-BE49-F238E27FC236}">
                <a16:creationId xmlns:a16="http://schemas.microsoft.com/office/drawing/2014/main" id="{E25FFCDD-BDF0-48DB-88F0-A1EE1818B69B}"/>
              </a:ext>
            </a:extLst>
          </p:cNvPr>
          <p:cNvCxnSpPr/>
          <p:nvPr/>
        </p:nvCxnSpPr>
        <p:spPr>
          <a:xfrm>
            <a:off x="6764733" y="300248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Conector recto 277">
            <a:extLst>
              <a:ext uri="{FF2B5EF4-FFF2-40B4-BE49-F238E27FC236}">
                <a16:creationId xmlns:a16="http://schemas.microsoft.com/office/drawing/2014/main" id="{161D2ECA-8BDB-D64E-1181-EB88A6B1A7A8}"/>
              </a:ext>
            </a:extLst>
          </p:cNvPr>
          <p:cNvCxnSpPr/>
          <p:nvPr/>
        </p:nvCxnSpPr>
        <p:spPr>
          <a:xfrm>
            <a:off x="6764733" y="318105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Conector recto 278">
            <a:extLst>
              <a:ext uri="{FF2B5EF4-FFF2-40B4-BE49-F238E27FC236}">
                <a16:creationId xmlns:a16="http://schemas.microsoft.com/office/drawing/2014/main" id="{B4CE32FB-73BC-BEED-B7E0-95313F31B510}"/>
              </a:ext>
            </a:extLst>
          </p:cNvPr>
          <p:cNvCxnSpPr/>
          <p:nvPr/>
        </p:nvCxnSpPr>
        <p:spPr>
          <a:xfrm>
            <a:off x="6764733" y="335963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ector recto 279">
            <a:extLst>
              <a:ext uri="{FF2B5EF4-FFF2-40B4-BE49-F238E27FC236}">
                <a16:creationId xmlns:a16="http://schemas.microsoft.com/office/drawing/2014/main" id="{7049FCF1-682B-3984-79C3-CA794F89896A}"/>
              </a:ext>
            </a:extLst>
          </p:cNvPr>
          <p:cNvCxnSpPr/>
          <p:nvPr/>
        </p:nvCxnSpPr>
        <p:spPr>
          <a:xfrm>
            <a:off x="6764733" y="353820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ector recto 280">
            <a:extLst>
              <a:ext uri="{FF2B5EF4-FFF2-40B4-BE49-F238E27FC236}">
                <a16:creationId xmlns:a16="http://schemas.microsoft.com/office/drawing/2014/main" id="{6BC4AF9A-3030-7990-8D8E-E34EA0870D8B}"/>
              </a:ext>
            </a:extLst>
          </p:cNvPr>
          <p:cNvCxnSpPr/>
          <p:nvPr/>
        </p:nvCxnSpPr>
        <p:spPr>
          <a:xfrm>
            <a:off x="6764733" y="371677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ector recto 281">
            <a:extLst>
              <a:ext uri="{FF2B5EF4-FFF2-40B4-BE49-F238E27FC236}">
                <a16:creationId xmlns:a16="http://schemas.microsoft.com/office/drawing/2014/main" id="{D60590E4-AC9F-C018-4B02-4DDEE28DF1D7}"/>
              </a:ext>
            </a:extLst>
          </p:cNvPr>
          <p:cNvCxnSpPr/>
          <p:nvPr/>
        </p:nvCxnSpPr>
        <p:spPr>
          <a:xfrm>
            <a:off x="6764733" y="389535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ector recto 282">
            <a:extLst>
              <a:ext uri="{FF2B5EF4-FFF2-40B4-BE49-F238E27FC236}">
                <a16:creationId xmlns:a16="http://schemas.microsoft.com/office/drawing/2014/main" id="{89462B32-122D-3DA9-4043-71A663ED52F4}"/>
              </a:ext>
            </a:extLst>
          </p:cNvPr>
          <p:cNvCxnSpPr/>
          <p:nvPr/>
        </p:nvCxnSpPr>
        <p:spPr>
          <a:xfrm>
            <a:off x="6764733" y="407392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onector recto 283">
            <a:extLst>
              <a:ext uri="{FF2B5EF4-FFF2-40B4-BE49-F238E27FC236}">
                <a16:creationId xmlns:a16="http://schemas.microsoft.com/office/drawing/2014/main" id="{FD90AF27-6E33-7FBB-639C-57EFCF82215B}"/>
              </a:ext>
            </a:extLst>
          </p:cNvPr>
          <p:cNvCxnSpPr/>
          <p:nvPr/>
        </p:nvCxnSpPr>
        <p:spPr>
          <a:xfrm>
            <a:off x="6764733" y="425250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Conector recto 284">
            <a:extLst>
              <a:ext uri="{FF2B5EF4-FFF2-40B4-BE49-F238E27FC236}">
                <a16:creationId xmlns:a16="http://schemas.microsoft.com/office/drawing/2014/main" id="{182D8C18-FDEA-69A4-1DC6-75598F54892D}"/>
              </a:ext>
            </a:extLst>
          </p:cNvPr>
          <p:cNvCxnSpPr/>
          <p:nvPr/>
        </p:nvCxnSpPr>
        <p:spPr>
          <a:xfrm>
            <a:off x="6764733" y="443107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6C6BA754-C59A-95B3-F997-B322A4A51A04}"/>
              </a:ext>
            </a:extLst>
          </p:cNvPr>
          <p:cNvCxnSpPr/>
          <p:nvPr/>
        </p:nvCxnSpPr>
        <p:spPr>
          <a:xfrm>
            <a:off x="6764733" y="460964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onector recto 286">
            <a:extLst>
              <a:ext uri="{FF2B5EF4-FFF2-40B4-BE49-F238E27FC236}">
                <a16:creationId xmlns:a16="http://schemas.microsoft.com/office/drawing/2014/main" id="{08DEEF26-8342-1247-7A8A-0EEB54EDE12C}"/>
              </a:ext>
            </a:extLst>
          </p:cNvPr>
          <p:cNvCxnSpPr/>
          <p:nvPr/>
        </p:nvCxnSpPr>
        <p:spPr>
          <a:xfrm>
            <a:off x="6764733" y="478822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Conector recto 287">
            <a:extLst>
              <a:ext uri="{FF2B5EF4-FFF2-40B4-BE49-F238E27FC236}">
                <a16:creationId xmlns:a16="http://schemas.microsoft.com/office/drawing/2014/main" id="{5E03AB84-BAEE-5980-CE1B-F396613B3684}"/>
              </a:ext>
            </a:extLst>
          </p:cNvPr>
          <p:cNvCxnSpPr/>
          <p:nvPr/>
        </p:nvCxnSpPr>
        <p:spPr>
          <a:xfrm>
            <a:off x="6764733" y="496679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onector recto 288">
            <a:extLst>
              <a:ext uri="{FF2B5EF4-FFF2-40B4-BE49-F238E27FC236}">
                <a16:creationId xmlns:a16="http://schemas.microsoft.com/office/drawing/2014/main" id="{C848B52E-0882-6F1A-BEFC-640C4A595964}"/>
              </a:ext>
            </a:extLst>
          </p:cNvPr>
          <p:cNvCxnSpPr/>
          <p:nvPr/>
        </p:nvCxnSpPr>
        <p:spPr>
          <a:xfrm>
            <a:off x="6764733" y="514537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ector recto 289">
            <a:extLst>
              <a:ext uri="{FF2B5EF4-FFF2-40B4-BE49-F238E27FC236}">
                <a16:creationId xmlns:a16="http://schemas.microsoft.com/office/drawing/2014/main" id="{6585C9D1-72F6-FF37-A8FE-372EF116EC5C}"/>
              </a:ext>
            </a:extLst>
          </p:cNvPr>
          <p:cNvCxnSpPr/>
          <p:nvPr/>
        </p:nvCxnSpPr>
        <p:spPr>
          <a:xfrm>
            <a:off x="6764733" y="532394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onector recto 290">
            <a:extLst>
              <a:ext uri="{FF2B5EF4-FFF2-40B4-BE49-F238E27FC236}">
                <a16:creationId xmlns:a16="http://schemas.microsoft.com/office/drawing/2014/main" id="{85593CB4-9E7D-DFF5-6E88-E51A2E7BA3A2}"/>
              </a:ext>
            </a:extLst>
          </p:cNvPr>
          <p:cNvCxnSpPr/>
          <p:nvPr/>
        </p:nvCxnSpPr>
        <p:spPr>
          <a:xfrm>
            <a:off x="6764733" y="550251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Conector recto 291">
            <a:extLst>
              <a:ext uri="{FF2B5EF4-FFF2-40B4-BE49-F238E27FC236}">
                <a16:creationId xmlns:a16="http://schemas.microsoft.com/office/drawing/2014/main" id="{28F5763D-14C1-1493-DFBC-AC54FF565348}"/>
              </a:ext>
            </a:extLst>
          </p:cNvPr>
          <p:cNvCxnSpPr/>
          <p:nvPr/>
        </p:nvCxnSpPr>
        <p:spPr>
          <a:xfrm>
            <a:off x="6764733" y="568109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ector recto 292">
            <a:extLst>
              <a:ext uri="{FF2B5EF4-FFF2-40B4-BE49-F238E27FC236}">
                <a16:creationId xmlns:a16="http://schemas.microsoft.com/office/drawing/2014/main" id="{51E57597-AAB4-1C30-1034-2D16B68201BA}"/>
              </a:ext>
            </a:extLst>
          </p:cNvPr>
          <p:cNvCxnSpPr/>
          <p:nvPr/>
        </p:nvCxnSpPr>
        <p:spPr>
          <a:xfrm>
            <a:off x="6764733" y="5859667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recto 293">
            <a:extLst>
              <a:ext uri="{FF2B5EF4-FFF2-40B4-BE49-F238E27FC236}">
                <a16:creationId xmlns:a16="http://schemas.microsoft.com/office/drawing/2014/main" id="{CAF29F8A-D619-2192-C73C-7D3E27DDCC70}"/>
              </a:ext>
            </a:extLst>
          </p:cNvPr>
          <p:cNvCxnSpPr/>
          <p:nvPr/>
        </p:nvCxnSpPr>
        <p:spPr>
          <a:xfrm>
            <a:off x="6764733" y="6038241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recto 294">
            <a:extLst>
              <a:ext uri="{FF2B5EF4-FFF2-40B4-BE49-F238E27FC236}">
                <a16:creationId xmlns:a16="http://schemas.microsoft.com/office/drawing/2014/main" id="{BEDC01B8-D657-21BB-67B3-CF3073D4BBF7}"/>
              </a:ext>
            </a:extLst>
          </p:cNvPr>
          <p:cNvCxnSpPr/>
          <p:nvPr/>
        </p:nvCxnSpPr>
        <p:spPr>
          <a:xfrm>
            <a:off x="6764733" y="6216815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295">
            <a:extLst>
              <a:ext uri="{FF2B5EF4-FFF2-40B4-BE49-F238E27FC236}">
                <a16:creationId xmlns:a16="http://schemas.microsoft.com/office/drawing/2014/main" id="{6EBA11C1-AC3F-7A96-9E04-31ADBA87B586}"/>
              </a:ext>
            </a:extLst>
          </p:cNvPr>
          <p:cNvCxnSpPr/>
          <p:nvPr/>
        </p:nvCxnSpPr>
        <p:spPr>
          <a:xfrm>
            <a:off x="6764733" y="6395389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Conector recto 296">
            <a:extLst>
              <a:ext uri="{FF2B5EF4-FFF2-40B4-BE49-F238E27FC236}">
                <a16:creationId xmlns:a16="http://schemas.microsoft.com/office/drawing/2014/main" id="{23363505-54E0-D783-2DD5-2E656EE1275A}"/>
              </a:ext>
            </a:extLst>
          </p:cNvPr>
          <p:cNvCxnSpPr/>
          <p:nvPr/>
        </p:nvCxnSpPr>
        <p:spPr>
          <a:xfrm>
            <a:off x="6764733" y="6573963"/>
            <a:ext cx="5063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: esquinas superiores redondeadas 21">
            <a:hlinkClick r:id="rId2" action="ppaction://hlinksldjump"/>
            <a:extLst>
              <a:ext uri="{FF2B5EF4-FFF2-40B4-BE49-F238E27FC236}">
                <a16:creationId xmlns:a16="http://schemas.microsoft.com/office/drawing/2014/main" id="{5CE09D2F-01D7-C9C1-D645-C8DD4218A104}"/>
              </a:ext>
            </a:extLst>
          </p:cNvPr>
          <p:cNvSpPr/>
          <p:nvPr/>
        </p:nvSpPr>
        <p:spPr>
          <a:xfrm rot="5400000" flipH="1">
            <a:off x="11047188" y="3781537"/>
            <a:ext cx="1535673" cy="649317"/>
          </a:xfrm>
          <a:prstGeom prst="round2SameRect">
            <a:avLst/>
          </a:prstGeom>
          <a:solidFill>
            <a:srgbClr val="99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Tema 3</a:t>
            </a:r>
          </a:p>
        </p:txBody>
      </p:sp>
      <p:sp>
        <p:nvSpPr>
          <p:cNvPr id="23" name="Rectángulo: esquinas superiores redondeadas 22">
            <a:hlinkClick r:id="rId3" action="ppaction://hlinksldjump"/>
            <a:extLst>
              <a:ext uri="{FF2B5EF4-FFF2-40B4-BE49-F238E27FC236}">
                <a16:creationId xmlns:a16="http://schemas.microsoft.com/office/drawing/2014/main" id="{249B30EB-936D-83DB-D5BC-0349D78CFF7E}"/>
              </a:ext>
            </a:extLst>
          </p:cNvPr>
          <p:cNvSpPr/>
          <p:nvPr/>
        </p:nvSpPr>
        <p:spPr>
          <a:xfrm rot="16200000">
            <a:off x="-392082" y="641149"/>
            <a:ext cx="1535673" cy="649317"/>
          </a:xfrm>
          <a:prstGeom prst="round2SameRect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dirty="0"/>
              <a:t>Tema 1</a:t>
            </a:r>
          </a:p>
        </p:txBody>
      </p:sp>
      <p:sp>
        <p:nvSpPr>
          <p:cNvPr id="24" name="Rectángulo: esquinas superiores redondeadas 23">
            <a:hlinkClick r:id="rId4" action="ppaction://hlinksldjump"/>
            <a:extLst>
              <a:ext uri="{FF2B5EF4-FFF2-40B4-BE49-F238E27FC236}">
                <a16:creationId xmlns:a16="http://schemas.microsoft.com/office/drawing/2014/main" id="{A6F99C60-7E25-3EAB-5B70-36AA043F2DC8}"/>
              </a:ext>
            </a:extLst>
          </p:cNvPr>
          <p:cNvSpPr/>
          <p:nvPr/>
        </p:nvSpPr>
        <p:spPr>
          <a:xfrm rot="16200000">
            <a:off x="-392081" y="2211343"/>
            <a:ext cx="1535673" cy="649317"/>
          </a:xfrm>
          <a:prstGeom prst="round2SameRect">
            <a:avLst/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dirty="0"/>
              <a:t>Tema 2</a:t>
            </a:r>
          </a:p>
        </p:txBody>
      </p:sp>
    </p:spTree>
    <p:extLst>
      <p:ext uri="{BB962C8B-B14F-4D97-AF65-F5344CB8AC3E}">
        <p14:creationId xmlns:p14="http://schemas.microsoft.com/office/powerpoint/2010/main" val="33092048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0623AD10-E7EC-3CD2-AE80-A7374B6B95A3}"/>
              </a:ext>
            </a:extLst>
          </p:cNvPr>
          <p:cNvGrpSpPr/>
          <p:nvPr/>
        </p:nvGrpSpPr>
        <p:grpSpPr>
          <a:xfrm flipH="1">
            <a:off x="5895971" y="0"/>
            <a:ext cx="6296029" cy="6858000"/>
            <a:chOff x="0" y="0"/>
            <a:chExt cx="6296029" cy="6858000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06A9E76-45F8-CF60-883A-01C14400348F}"/>
                </a:ext>
              </a:extLst>
            </p:cNvPr>
            <p:cNvSpPr/>
            <p:nvPr/>
          </p:nvSpPr>
          <p:spPr>
            <a:xfrm>
              <a:off x="0" y="0"/>
              <a:ext cx="6096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1" name="Rectángulo 280">
              <a:extLst>
                <a:ext uri="{FF2B5EF4-FFF2-40B4-BE49-F238E27FC236}">
                  <a16:creationId xmlns:a16="http://schemas.microsoft.com/office/drawing/2014/main" id="{5123E57A-F1EA-0E7E-DB83-084351B2F0C6}"/>
                </a:ext>
              </a:extLst>
            </p:cNvPr>
            <p:cNvSpPr/>
            <p:nvPr/>
          </p:nvSpPr>
          <p:spPr>
            <a:xfrm>
              <a:off x="5791200" y="24765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2" name="Arco de bloque 281">
              <a:extLst>
                <a:ext uri="{FF2B5EF4-FFF2-40B4-BE49-F238E27FC236}">
                  <a16:creationId xmlns:a16="http://schemas.microsoft.com/office/drawing/2014/main" id="{B6330D76-D41D-AE67-10D3-DBA70BA86352}"/>
                </a:ext>
              </a:extLst>
            </p:cNvPr>
            <p:cNvSpPr/>
            <p:nvPr/>
          </p:nvSpPr>
          <p:spPr>
            <a:xfrm>
              <a:off x="5848339" y="10000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83" name="Rectángulo 282">
              <a:extLst>
                <a:ext uri="{FF2B5EF4-FFF2-40B4-BE49-F238E27FC236}">
                  <a16:creationId xmlns:a16="http://schemas.microsoft.com/office/drawing/2014/main" id="{4B262A33-39CC-B1C0-1663-ECC77B809AD2}"/>
                </a:ext>
              </a:extLst>
            </p:cNvPr>
            <p:cNvSpPr/>
            <p:nvPr/>
          </p:nvSpPr>
          <p:spPr>
            <a:xfrm>
              <a:off x="5791200" y="49530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4" name="Arco de bloque 283">
              <a:extLst>
                <a:ext uri="{FF2B5EF4-FFF2-40B4-BE49-F238E27FC236}">
                  <a16:creationId xmlns:a16="http://schemas.microsoft.com/office/drawing/2014/main" id="{4AB1F51D-6CF7-1832-889B-651BE62E3CBE}"/>
                </a:ext>
              </a:extLst>
            </p:cNvPr>
            <p:cNvSpPr/>
            <p:nvPr/>
          </p:nvSpPr>
          <p:spPr>
            <a:xfrm>
              <a:off x="5848339" y="34765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85" name="Rectángulo 284">
              <a:extLst>
                <a:ext uri="{FF2B5EF4-FFF2-40B4-BE49-F238E27FC236}">
                  <a16:creationId xmlns:a16="http://schemas.microsoft.com/office/drawing/2014/main" id="{1EE7E272-8BF7-31AE-0215-BBE2A67005A5}"/>
                </a:ext>
              </a:extLst>
            </p:cNvPr>
            <p:cNvSpPr/>
            <p:nvPr/>
          </p:nvSpPr>
          <p:spPr>
            <a:xfrm>
              <a:off x="5791200" y="74295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6" name="Arco de bloque 285">
              <a:extLst>
                <a:ext uri="{FF2B5EF4-FFF2-40B4-BE49-F238E27FC236}">
                  <a16:creationId xmlns:a16="http://schemas.microsoft.com/office/drawing/2014/main" id="{950B6E8B-9A7E-5CAA-7637-CFFFF2316BEB}"/>
                </a:ext>
              </a:extLst>
            </p:cNvPr>
            <p:cNvSpPr/>
            <p:nvPr/>
          </p:nvSpPr>
          <p:spPr>
            <a:xfrm>
              <a:off x="5848339" y="59530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0DE4A580-381B-FB9B-B73F-6D80504BD404}"/>
                </a:ext>
              </a:extLst>
            </p:cNvPr>
            <p:cNvSpPr/>
            <p:nvPr/>
          </p:nvSpPr>
          <p:spPr>
            <a:xfrm>
              <a:off x="5791200" y="99060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8" name="Arco de bloque 287">
              <a:extLst>
                <a:ext uri="{FF2B5EF4-FFF2-40B4-BE49-F238E27FC236}">
                  <a16:creationId xmlns:a16="http://schemas.microsoft.com/office/drawing/2014/main" id="{B09F52D5-7D36-AC96-BBEA-727DB8F4CC9A}"/>
                </a:ext>
              </a:extLst>
            </p:cNvPr>
            <p:cNvSpPr/>
            <p:nvPr/>
          </p:nvSpPr>
          <p:spPr>
            <a:xfrm>
              <a:off x="5848339" y="84295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EB19C449-CBC4-89B9-0E2C-BDD60A8CE387}"/>
                </a:ext>
              </a:extLst>
            </p:cNvPr>
            <p:cNvSpPr/>
            <p:nvPr/>
          </p:nvSpPr>
          <p:spPr>
            <a:xfrm>
              <a:off x="5791200" y="123825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0" name="Arco de bloque 289">
              <a:extLst>
                <a:ext uri="{FF2B5EF4-FFF2-40B4-BE49-F238E27FC236}">
                  <a16:creationId xmlns:a16="http://schemas.microsoft.com/office/drawing/2014/main" id="{59E1CB9A-88F5-FD91-3E86-CD549D39CE5D}"/>
                </a:ext>
              </a:extLst>
            </p:cNvPr>
            <p:cNvSpPr/>
            <p:nvPr/>
          </p:nvSpPr>
          <p:spPr>
            <a:xfrm>
              <a:off x="5848339" y="109060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91" name="Rectángulo 290">
              <a:extLst>
                <a:ext uri="{FF2B5EF4-FFF2-40B4-BE49-F238E27FC236}">
                  <a16:creationId xmlns:a16="http://schemas.microsoft.com/office/drawing/2014/main" id="{F2EAB942-020B-97B2-4812-C33FEE4E84FA}"/>
                </a:ext>
              </a:extLst>
            </p:cNvPr>
            <p:cNvSpPr/>
            <p:nvPr/>
          </p:nvSpPr>
          <p:spPr>
            <a:xfrm>
              <a:off x="5791200" y="148590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2" name="Arco de bloque 291">
              <a:extLst>
                <a:ext uri="{FF2B5EF4-FFF2-40B4-BE49-F238E27FC236}">
                  <a16:creationId xmlns:a16="http://schemas.microsoft.com/office/drawing/2014/main" id="{F03D6F1F-B89D-5CC4-53CA-15BAE292D059}"/>
                </a:ext>
              </a:extLst>
            </p:cNvPr>
            <p:cNvSpPr/>
            <p:nvPr/>
          </p:nvSpPr>
          <p:spPr>
            <a:xfrm>
              <a:off x="5848339" y="133825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93" name="Rectángulo 292">
              <a:extLst>
                <a:ext uri="{FF2B5EF4-FFF2-40B4-BE49-F238E27FC236}">
                  <a16:creationId xmlns:a16="http://schemas.microsoft.com/office/drawing/2014/main" id="{D8E82564-12E8-7188-202A-EBC4BD1B2CCD}"/>
                </a:ext>
              </a:extLst>
            </p:cNvPr>
            <p:cNvSpPr/>
            <p:nvPr/>
          </p:nvSpPr>
          <p:spPr>
            <a:xfrm>
              <a:off x="5791200" y="173355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4" name="Arco de bloque 293">
              <a:extLst>
                <a:ext uri="{FF2B5EF4-FFF2-40B4-BE49-F238E27FC236}">
                  <a16:creationId xmlns:a16="http://schemas.microsoft.com/office/drawing/2014/main" id="{097E9DF3-59E9-E318-93C6-64F7298E0FCA}"/>
                </a:ext>
              </a:extLst>
            </p:cNvPr>
            <p:cNvSpPr/>
            <p:nvPr/>
          </p:nvSpPr>
          <p:spPr>
            <a:xfrm>
              <a:off x="5848339" y="158590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223D6025-4982-62BE-CEBA-AB38965A75AF}"/>
                </a:ext>
              </a:extLst>
            </p:cNvPr>
            <p:cNvSpPr/>
            <p:nvPr/>
          </p:nvSpPr>
          <p:spPr>
            <a:xfrm>
              <a:off x="5791200" y="198120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6" name="Arco de bloque 295">
              <a:extLst>
                <a:ext uri="{FF2B5EF4-FFF2-40B4-BE49-F238E27FC236}">
                  <a16:creationId xmlns:a16="http://schemas.microsoft.com/office/drawing/2014/main" id="{A24DE904-2F89-D3DD-B882-18E207CA62EF}"/>
                </a:ext>
              </a:extLst>
            </p:cNvPr>
            <p:cNvSpPr/>
            <p:nvPr/>
          </p:nvSpPr>
          <p:spPr>
            <a:xfrm>
              <a:off x="5848339" y="183355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97" name="Rectángulo 296">
              <a:extLst>
                <a:ext uri="{FF2B5EF4-FFF2-40B4-BE49-F238E27FC236}">
                  <a16:creationId xmlns:a16="http://schemas.microsoft.com/office/drawing/2014/main" id="{1B3B3372-85D9-4FF5-3886-EEB99770250C}"/>
                </a:ext>
              </a:extLst>
            </p:cNvPr>
            <p:cNvSpPr/>
            <p:nvPr/>
          </p:nvSpPr>
          <p:spPr>
            <a:xfrm>
              <a:off x="5791200" y="222885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8" name="Arco de bloque 297">
              <a:extLst>
                <a:ext uri="{FF2B5EF4-FFF2-40B4-BE49-F238E27FC236}">
                  <a16:creationId xmlns:a16="http://schemas.microsoft.com/office/drawing/2014/main" id="{7D666CCF-4A13-A6D6-203C-5836E40824EE}"/>
                </a:ext>
              </a:extLst>
            </p:cNvPr>
            <p:cNvSpPr/>
            <p:nvPr/>
          </p:nvSpPr>
          <p:spPr>
            <a:xfrm>
              <a:off x="5848339" y="208120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99" name="Rectángulo 298">
              <a:extLst>
                <a:ext uri="{FF2B5EF4-FFF2-40B4-BE49-F238E27FC236}">
                  <a16:creationId xmlns:a16="http://schemas.microsoft.com/office/drawing/2014/main" id="{45A2EF41-7425-2BAE-12BD-C38389794CFF}"/>
                </a:ext>
              </a:extLst>
            </p:cNvPr>
            <p:cNvSpPr/>
            <p:nvPr/>
          </p:nvSpPr>
          <p:spPr>
            <a:xfrm>
              <a:off x="5791200" y="247650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0" name="Arco de bloque 299">
              <a:extLst>
                <a:ext uri="{FF2B5EF4-FFF2-40B4-BE49-F238E27FC236}">
                  <a16:creationId xmlns:a16="http://schemas.microsoft.com/office/drawing/2014/main" id="{C45F8397-16D9-A154-31B0-C4BEC75DADEF}"/>
                </a:ext>
              </a:extLst>
            </p:cNvPr>
            <p:cNvSpPr/>
            <p:nvPr/>
          </p:nvSpPr>
          <p:spPr>
            <a:xfrm>
              <a:off x="5848339" y="232885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01" name="Rectángulo 300">
              <a:extLst>
                <a:ext uri="{FF2B5EF4-FFF2-40B4-BE49-F238E27FC236}">
                  <a16:creationId xmlns:a16="http://schemas.microsoft.com/office/drawing/2014/main" id="{3E859E37-9F23-DE28-6A64-FA0EA20CE591}"/>
                </a:ext>
              </a:extLst>
            </p:cNvPr>
            <p:cNvSpPr/>
            <p:nvPr/>
          </p:nvSpPr>
          <p:spPr>
            <a:xfrm>
              <a:off x="5791200" y="272415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2" name="Arco de bloque 301">
              <a:extLst>
                <a:ext uri="{FF2B5EF4-FFF2-40B4-BE49-F238E27FC236}">
                  <a16:creationId xmlns:a16="http://schemas.microsoft.com/office/drawing/2014/main" id="{4A73E18B-B3CD-9B50-B13F-29D9E7618DEA}"/>
                </a:ext>
              </a:extLst>
            </p:cNvPr>
            <p:cNvSpPr/>
            <p:nvPr/>
          </p:nvSpPr>
          <p:spPr>
            <a:xfrm>
              <a:off x="5848339" y="257650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03" name="Rectángulo 302">
              <a:extLst>
                <a:ext uri="{FF2B5EF4-FFF2-40B4-BE49-F238E27FC236}">
                  <a16:creationId xmlns:a16="http://schemas.microsoft.com/office/drawing/2014/main" id="{40D7F315-B4B5-7B75-46BC-CD78C1588A1C}"/>
                </a:ext>
              </a:extLst>
            </p:cNvPr>
            <p:cNvSpPr/>
            <p:nvPr/>
          </p:nvSpPr>
          <p:spPr>
            <a:xfrm>
              <a:off x="5791200" y="297180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4" name="Arco de bloque 303">
              <a:extLst>
                <a:ext uri="{FF2B5EF4-FFF2-40B4-BE49-F238E27FC236}">
                  <a16:creationId xmlns:a16="http://schemas.microsoft.com/office/drawing/2014/main" id="{46B58785-0755-C262-E81D-F59620FCDF9D}"/>
                </a:ext>
              </a:extLst>
            </p:cNvPr>
            <p:cNvSpPr/>
            <p:nvPr/>
          </p:nvSpPr>
          <p:spPr>
            <a:xfrm>
              <a:off x="5848339" y="282415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05" name="Rectángulo 304">
              <a:extLst>
                <a:ext uri="{FF2B5EF4-FFF2-40B4-BE49-F238E27FC236}">
                  <a16:creationId xmlns:a16="http://schemas.microsoft.com/office/drawing/2014/main" id="{7B19C607-E62C-B51A-50A6-B24B8FC5F4F7}"/>
                </a:ext>
              </a:extLst>
            </p:cNvPr>
            <p:cNvSpPr/>
            <p:nvPr/>
          </p:nvSpPr>
          <p:spPr>
            <a:xfrm>
              <a:off x="5791200" y="321945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6" name="Arco de bloque 305">
              <a:extLst>
                <a:ext uri="{FF2B5EF4-FFF2-40B4-BE49-F238E27FC236}">
                  <a16:creationId xmlns:a16="http://schemas.microsoft.com/office/drawing/2014/main" id="{31F7BB6D-5150-A671-9E99-CA829E2F9383}"/>
                </a:ext>
              </a:extLst>
            </p:cNvPr>
            <p:cNvSpPr/>
            <p:nvPr/>
          </p:nvSpPr>
          <p:spPr>
            <a:xfrm>
              <a:off x="5848339" y="307180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07" name="Rectángulo 306">
              <a:extLst>
                <a:ext uri="{FF2B5EF4-FFF2-40B4-BE49-F238E27FC236}">
                  <a16:creationId xmlns:a16="http://schemas.microsoft.com/office/drawing/2014/main" id="{9C50F076-1B7C-3714-09BC-3FA071692BE6}"/>
                </a:ext>
              </a:extLst>
            </p:cNvPr>
            <p:cNvSpPr/>
            <p:nvPr/>
          </p:nvSpPr>
          <p:spPr>
            <a:xfrm>
              <a:off x="5791200" y="346710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8" name="Arco de bloque 307">
              <a:extLst>
                <a:ext uri="{FF2B5EF4-FFF2-40B4-BE49-F238E27FC236}">
                  <a16:creationId xmlns:a16="http://schemas.microsoft.com/office/drawing/2014/main" id="{A41384A0-76F6-C509-6C23-493506A23879}"/>
                </a:ext>
              </a:extLst>
            </p:cNvPr>
            <p:cNvSpPr/>
            <p:nvPr/>
          </p:nvSpPr>
          <p:spPr>
            <a:xfrm>
              <a:off x="5848339" y="331945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09" name="Rectángulo 308">
              <a:extLst>
                <a:ext uri="{FF2B5EF4-FFF2-40B4-BE49-F238E27FC236}">
                  <a16:creationId xmlns:a16="http://schemas.microsoft.com/office/drawing/2014/main" id="{4A2596A0-43F2-5CBF-831E-F6A429F559FC}"/>
                </a:ext>
              </a:extLst>
            </p:cNvPr>
            <p:cNvSpPr/>
            <p:nvPr/>
          </p:nvSpPr>
          <p:spPr>
            <a:xfrm>
              <a:off x="5791200" y="371475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0" name="Arco de bloque 309">
              <a:extLst>
                <a:ext uri="{FF2B5EF4-FFF2-40B4-BE49-F238E27FC236}">
                  <a16:creationId xmlns:a16="http://schemas.microsoft.com/office/drawing/2014/main" id="{D70614B9-BBD4-D9CC-B016-509291421977}"/>
                </a:ext>
              </a:extLst>
            </p:cNvPr>
            <p:cNvSpPr/>
            <p:nvPr/>
          </p:nvSpPr>
          <p:spPr>
            <a:xfrm>
              <a:off x="5848339" y="356710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1" name="Rectángulo 310">
              <a:extLst>
                <a:ext uri="{FF2B5EF4-FFF2-40B4-BE49-F238E27FC236}">
                  <a16:creationId xmlns:a16="http://schemas.microsoft.com/office/drawing/2014/main" id="{8BA9D78D-4071-DFF9-402D-CCB5EE80EE0D}"/>
                </a:ext>
              </a:extLst>
            </p:cNvPr>
            <p:cNvSpPr/>
            <p:nvPr/>
          </p:nvSpPr>
          <p:spPr>
            <a:xfrm>
              <a:off x="5791200" y="396240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2" name="Arco de bloque 311">
              <a:extLst>
                <a:ext uri="{FF2B5EF4-FFF2-40B4-BE49-F238E27FC236}">
                  <a16:creationId xmlns:a16="http://schemas.microsoft.com/office/drawing/2014/main" id="{56167B79-B2FD-437B-9DBB-BA8FC5913626}"/>
                </a:ext>
              </a:extLst>
            </p:cNvPr>
            <p:cNvSpPr/>
            <p:nvPr/>
          </p:nvSpPr>
          <p:spPr>
            <a:xfrm>
              <a:off x="5848339" y="381475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3" name="Rectángulo 312">
              <a:extLst>
                <a:ext uri="{FF2B5EF4-FFF2-40B4-BE49-F238E27FC236}">
                  <a16:creationId xmlns:a16="http://schemas.microsoft.com/office/drawing/2014/main" id="{75795EE3-0192-999F-FD58-23F598D35453}"/>
                </a:ext>
              </a:extLst>
            </p:cNvPr>
            <p:cNvSpPr/>
            <p:nvPr/>
          </p:nvSpPr>
          <p:spPr>
            <a:xfrm>
              <a:off x="5791200" y="421005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4" name="Arco de bloque 313">
              <a:extLst>
                <a:ext uri="{FF2B5EF4-FFF2-40B4-BE49-F238E27FC236}">
                  <a16:creationId xmlns:a16="http://schemas.microsoft.com/office/drawing/2014/main" id="{7AA16E6F-1FE7-C16B-27F0-CD4A0C4E8599}"/>
                </a:ext>
              </a:extLst>
            </p:cNvPr>
            <p:cNvSpPr/>
            <p:nvPr/>
          </p:nvSpPr>
          <p:spPr>
            <a:xfrm>
              <a:off x="5848339" y="406240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12E3DE87-5FAC-BA54-BBB8-5735808D2DD9}"/>
                </a:ext>
              </a:extLst>
            </p:cNvPr>
            <p:cNvSpPr/>
            <p:nvPr/>
          </p:nvSpPr>
          <p:spPr>
            <a:xfrm>
              <a:off x="5791200" y="445770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6" name="Arco de bloque 315">
              <a:extLst>
                <a:ext uri="{FF2B5EF4-FFF2-40B4-BE49-F238E27FC236}">
                  <a16:creationId xmlns:a16="http://schemas.microsoft.com/office/drawing/2014/main" id="{0D1CFA88-A183-D5D6-A48C-A82C19A45315}"/>
                </a:ext>
              </a:extLst>
            </p:cNvPr>
            <p:cNvSpPr/>
            <p:nvPr/>
          </p:nvSpPr>
          <p:spPr>
            <a:xfrm>
              <a:off x="5848339" y="431005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6D6CF831-AC24-AE2C-F754-C0B740B391E2}"/>
                </a:ext>
              </a:extLst>
            </p:cNvPr>
            <p:cNvSpPr/>
            <p:nvPr/>
          </p:nvSpPr>
          <p:spPr>
            <a:xfrm>
              <a:off x="5791200" y="470535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8" name="Arco de bloque 317">
              <a:extLst>
                <a:ext uri="{FF2B5EF4-FFF2-40B4-BE49-F238E27FC236}">
                  <a16:creationId xmlns:a16="http://schemas.microsoft.com/office/drawing/2014/main" id="{89A6B224-31F6-09AF-ABE2-CE4206601A39}"/>
                </a:ext>
              </a:extLst>
            </p:cNvPr>
            <p:cNvSpPr/>
            <p:nvPr/>
          </p:nvSpPr>
          <p:spPr>
            <a:xfrm>
              <a:off x="5848339" y="455770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9" name="Rectángulo 318">
              <a:extLst>
                <a:ext uri="{FF2B5EF4-FFF2-40B4-BE49-F238E27FC236}">
                  <a16:creationId xmlns:a16="http://schemas.microsoft.com/office/drawing/2014/main" id="{48E51F9A-2104-6C19-D10C-A87228E5256E}"/>
                </a:ext>
              </a:extLst>
            </p:cNvPr>
            <p:cNvSpPr/>
            <p:nvPr/>
          </p:nvSpPr>
          <p:spPr>
            <a:xfrm>
              <a:off x="5791200" y="495300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0" name="Arco de bloque 319">
              <a:extLst>
                <a:ext uri="{FF2B5EF4-FFF2-40B4-BE49-F238E27FC236}">
                  <a16:creationId xmlns:a16="http://schemas.microsoft.com/office/drawing/2014/main" id="{AB0A76F3-96CC-6BDF-CA97-53EC968C6C4E}"/>
                </a:ext>
              </a:extLst>
            </p:cNvPr>
            <p:cNvSpPr/>
            <p:nvPr/>
          </p:nvSpPr>
          <p:spPr>
            <a:xfrm>
              <a:off x="5848339" y="480535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BA456C62-F5A5-88B8-4A66-674EA7EAE8B8}"/>
                </a:ext>
              </a:extLst>
            </p:cNvPr>
            <p:cNvSpPr/>
            <p:nvPr/>
          </p:nvSpPr>
          <p:spPr>
            <a:xfrm>
              <a:off x="5791200" y="520065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2" name="Arco de bloque 321">
              <a:extLst>
                <a:ext uri="{FF2B5EF4-FFF2-40B4-BE49-F238E27FC236}">
                  <a16:creationId xmlns:a16="http://schemas.microsoft.com/office/drawing/2014/main" id="{36A62EB4-7F61-84CC-B574-FF11C2D51ACB}"/>
                </a:ext>
              </a:extLst>
            </p:cNvPr>
            <p:cNvSpPr/>
            <p:nvPr/>
          </p:nvSpPr>
          <p:spPr>
            <a:xfrm>
              <a:off x="5848339" y="505300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23" name="Rectángulo 322">
              <a:extLst>
                <a:ext uri="{FF2B5EF4-FFF2-40B4-BE49-F238E27FC236}">
                  <a16:creationId xmlns:a16="http://schemas.microsoft.com/office/drawing/2014/main" id="{C8991605-5D04-5B52-13D3-51E6852CB6C4}"/>
                </a:ext>
              </a:extLst>
            </p:cNvPr>
            <p:cNvSpPr/>
            <p:nvPr/>
          </p:nvSpPr>
          <p:spPr>
            <a:xfrm>
              <a:off x="5791200" y="544830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4" name="Arco de bloque 323">
              <a:extLst>
                <a:ext uri="{FF2B5EF4-FFF2-40B4-BE49-F238E27FC236}">
                  <a16:creationId xmlns:a16="http://schemas.microsoft.com/office/drawing/2014/main" id="{5C86947E-8A42-CEFD-FB32-F3303B25F68E}"/>
                </a:ext>
              </a:extLst>
            </p:cNvPr>
            <p:cNvSpPr/>
            <p:nvPr/>
          </p:nvSpPr>
          <p:spPr>
            <a:xfrm>
              <a:off x="5848339" y="530065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25" name="Rectángulo 324">
              <a:extLst>
                <a:ext uri="{FF2B5EF4-FFF2-40B4-BE49-F238E27FC236}">
                  <a16:creationId xmlns:a16="http://schemas.microsoft.com/office/drawing/2014/main" id="{3C91C13A-72B4-1FFE-6229-3520446637F9}"/>
                </a:ext>
              </a:extLst>
            </p:cNvPr>
            <p:cNvSpPr/>
            <p:nvPr/>
          </p:nvSpPr>
          <p:spPr>
            <a:xfrm>
              <a:off x="5791200" y="569595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6" name="Arco de bloque 325">
              <a:extLst>
                <a:ext uri="{FF2B5EF4-FFF2-40B4-BE49-F238E27FC236}">
                  <a16:creationId xmlns:a16="http://schemas.microsoft.com/office/drawing/2014/main" id="{33FD6B74-5BA9-4506-EC03-373AB10977FA}"/>
                </a:ext>
              </a:extLst>
            </p:cNvPr>
            <p:cNvSpPr/>
            <p:nvPr/>
          </p:nvSpPr>
          <p:spPr>
            <a:xfrm>
              <a:off x="5848339" y="554830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27" name="Rectángulo 326">
              <a:extLst>
                <a:ext uri="{FF2B5EF4-FFF2-40B4-BE49-F238E27FC236}">
                  <a16:creationId xmlns:a16="http://schemas.microsoft.com/office/drawing/2014/main" id="{E339BD4E-87B9-FC72-6FB2-F96B6BC563C3}"/>
                </a:ext>
              </a:extLst>
            </p:cNvPr>
            <p:cNvSpPr/>
            <p:nvPr/>
          </p:nvSpPr>
          <p:spPr>
            <a:xfrm>
              <a:off x="5791200" y="594360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8" name="Arco de bloque 327">
              <a:extLst>
                <a:ext uri="{FF2B5EF4-FFF2-40B4-BE49-F238E27FC236}">
                  <a16:creationId xmlns:a16="http://schemas.microsoft.com/office/drawing/2014/main" id="{A70B546C-CFAB-C077-A3C7-1AE632D9A41F}"/>
                </a:ext>
              </a:extLst>
            </p:cNvPr>
            <p:cNvSpPr/>
            <p:nvPr/>
          </p:nvSpPr>
          <p:spPr>
            <a:xfrm>
              <a:off x="5848339" y="579595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29" name="Rectángulo 328">
              <a:extLst>
                <a:ext uri="{FF2B5EF4-FFF2-40B4-BE49-F238E27FC236}">
                  <a16:creationId xmlns:a16="http://schemas.microsoft.com/office/drawing/2014/main" id="{EA459E05-0BC7-298A-8703-AE555312E137}"/>
                </a:ext>
              </a:extLst>
            </p:cNvPr>
            <p:cNvSpPr/>
            <p:nvPr/>
          </p:nvSpPr>
          <p:spPr>
            <a:xfrm>
              <a:off x="5791200" y="6191250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0" name="Arco de bloque 329">
              <a:extLst>
                <a:ext uri="{FF2B5EF4-FFF2-40B4-BE49-F238E27FC236}">
                  <a16:creationId xmlns:a16="http://schemas.microsoft.com/office/drawing/2014/main" id="{D7704270-0FAB-EDFB-A169-6FF363559787}"/>
                </a:ext>
              </a:extLst>
            </p:cNvPr>
            <p:cNvSpPr/>
            <p:nvPr/>
          </p:nvSpPr>
          <p:spPr>
            <a:xfrm>
              <a:off x="5848339" y="6043603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31" name="Rectángulo 330">
              <a:extLst>
                <a:ext uri="{FF2B5EF4-FFF2-40B4-BE49-F238E27FC236}">
                  <a16:creationId xmlns:a16="http://schemas.microsoft.com/office/drawing/2014/main" id="{800EBB7A-1024-68F1-69BD-6656383A510D}"/>
                </a:ext>
              </a:extLst>
            </p:cNvPr>
            <p:cNvSpPr/>
            <p:nvPr/>
          </p:nvSpPr>
          <p:spPr>
            <a:xfrm>
              <a:off x="5791193" y="6460327"/>
              <a:ext cx="161925" cy="1619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2" name="Arco de bloque 331">
              <a:extLst>
                <a:ext uri="{FF2B5EF4-FFF2-40B4-BE49-F238E27FC236}">
                  <a16:creationId xmlns:a16="http://schemas.microsoft.com/office/drawing/2014/main" id="{5E142E6E-6AB0-A714-CBBB-0CD518DAB076}"/>
                </a:ext>
              </a:extLst>
            </p:cNvPr>
            <p:cNvSpPr/>
            <p:nvPr/>
          </p:nvSpPr>
          <p:spPr>
            <a:xfrm>
              <a:off x="5848332" y="6312680"/>
              <a:ext cx="447690" cy="528629"/>
            </a:xfrm>
            <a:prstGeom prst="blockArc">
              <a:avLst>
                <a:gd name="adj1" fmla="val 10800000"/>
                <a:gd name="adj2" fmla="val 4980526"/>
                <a:gd name="adj3" fmla="val 17415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43781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</Words>
  <Application>Microsoft Office PowerPoint</Application>
  <PresentationFormat>Panorámica</PresentationFormat>
  <Paragraphs>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alumno</dc:creator>
  <cp:lastModifiedBy>alumno</cp:lastModifiedBy>
  <cp:revision>1</cp:revision>
  <dcterms:created xsi:type="dcterms:W3CDTF">2024-01-15T09:28:18Z</dcterms:created>
  <dcterms:modified xsi:type="dcterms:W3CDTF">2024-01-15T09:47:56Z</dcterms:modified>
</cp:coreProperties>
</file>