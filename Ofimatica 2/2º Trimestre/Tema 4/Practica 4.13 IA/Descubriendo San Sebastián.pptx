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51A2A-D9B5-8921-01BB-3A80B5A02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8951E0-E6E6-B064-BC83-FCA79B305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E79FAD-D302-EBBF-C965-160A61C9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112D69-910E-1B52-1C3A-D9308D8E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998F10-3EB9-65B3-2093-011611074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45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69AFF-F8EE-B908-918D-E4E0A018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8F2BEA-51F8-7A8E-0CD1-7BEE8E814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832202-8C51-DE2B-F367-2E7AA685F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E90AA2-9DFD-22D2-7C8C-0F8EF7E73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0F7810-3FA6-E73E-DC6A-79500E11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168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0026C-63E3-F126-E10E-BAF58631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19E83-057D-7424-D984-36BCA2479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CAD2F0-723A-E74A-2305-813A9240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66F57B-008B-60A6-2787-80319FF6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AC0AC7-8E4A-BEC7-6269-BE0AA39F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616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DB7C4-7E6B-3CC8-4824-1F2177094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27B204-F558-4DFC-2920-D9BA28922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687A93-455A-D300-7E25-559D32726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E930FF-1580-F361-2F6D-C4179E37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EFD63B-F5BC-1DD1-5075-F20F4156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749687-D689-C726-4933-6DBD82DD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7997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339F1-3413-8C43-310E-90BB0E053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0F82CE-CA10-3886-1116-54098754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81832D-4600-6848-95F1-D22F7ADA4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FF6B38F-E916-8CD3-4701-F4A1F8331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2C3433-B72C-FD47-3A77-7B6B68889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FA5D6B0-3AD5-03E9-22CE-F812C808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8B0DB4-40C6-4653-F8DC-3D7255B0F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872F69-C073-1347-8385-B632A8A2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579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D7A9-E1ED-641C-4847-C06B84BF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2EEAE5-DC34-A073-2492-CC606B1AA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F984519-2FF8-E862-E3C1-21189D17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BAB2AB-CAD1-99F8-CB05-5A2ACA85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87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2D3F64-FEFB-3B7C-2904-FDB224C4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3EED83-7DE3-D21F-F590-A9298366D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9B115B-ECED-3259-D6B6-E97F759E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662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CC2A5-3A4F-C1B6-EDDA-DE544FB3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B55BC6-5429-7C18-A736-31A561811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AF6436-A45E-DB84-9207-98CE87DAE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45902A-8A3A-F336-B7E2-EF751FB1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0704DF-BE31-A481-3D79-1008FAC3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1161BB-529B-A4ED-B492-66D7AA2E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37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BEB2C-0494-2C49-E32B-0BBBC879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E09B984-C07C-EB8D-20ED-223F3DE98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E9FE8-26E5-57B4-5D28-95FFABBC4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0A6B66-4950-DE75-97E3-5116E084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695B53-67A8-E3F7-8D72-C359444E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FA2749-9069-8823-8DD1-F2D2B951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249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84833-DDE8-1433-991F-E2409BC1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A15010-9B93-EB17-6373-1B1AE8DAC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7C178B-5B4D-43F1-A247-AFC2AA41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3905D2-365B-A44A-D9C9-8C181B45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BB414D-F7F8-0EBC-F6D0-8823EA47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0985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0C6C46-1EFF-6A25-816A-63F370E9B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D3C804-EC32-DE64-CAC5-5E29865A5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94893C-8772-DAB8-CD0C-0A066490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E266AA-89E8-AFDE-7B92-4FBC4DE5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82BFAA-A915-B416-6CDA-4E0F7036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5659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8B37B-00E6-CE1A-37FD-36DDD531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62767D-D4E9-31FC-0192-5E1D86357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BA8E5B-4DA1-9C19-C10C-A40F3EFF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689869-29BB-EEDF-89EE-D30DD97F7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66B31C-136D-3DF9-B8A3-7244C1F9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32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896F08-6936-C551-7E13-FDB29A86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126C86-7924-1799-DF82-1985DF6A8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76BF99-997C-59B2-F5EB-A561D210D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132E3-87E7-409B-9F4D-575FAB5B7331}" type="datetimeFigureOut">
              <a:rPr lang="es-ES" smtClean="0"/>
              <a:t>15/01/2024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7162B7-4C54-3FE5-DCA5-1B37B4129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DC4B9-DDC8-07C2-67BF-C5A3F7008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C6993-5675-4AD1-AED7-EEFEAD1851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9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D1E6B-4DDA-6133-83C0-735ABAFC5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Descubriendo San Sebastián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7079DA-9381-98EA-141A-161735BD6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Una presentación amena y divertida</a:t>
            </a:r>
          </a:p>
        </p:txBody>
      </p:sp>
    </p:spTree>
    <p:extLst>
      <p:ext uri="{BB962C8B-B14F-4D97-AF65-F5344CB8AC3E}">
        <p14:creationId xmlns:p14="http://schemas.microsoft.com/office/powerpoint/2010/main" val="2583193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AA255-0073-7697-E5A4-9C559AAC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Bienvenidos a San Sebastián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CF6D9C-A4ED-B28E-5790-31B56C43E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Breve introducción sobre la ciudad y sus características principales.</a:t>
            </a:r>
          </a:p>
        </p:txBody>
      </p:sp>
    </p:spTree>
    <p:extLst>
      <p:ext uri="{BB962C8B-B14F-4D97-AF65-F5344CB8AC3E}">
        <p14:creationId xmlns:p14="http://schemas.microsoft.com/office/powerpoint/2010/main" val="4585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4DCC2-D35B-C026-FFEC-E047B104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Paisajes impresionantes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8A7734-919C-5569-B930-1F4E31AC3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Imágenes de playas, montañas y lugares emblemáticos.</a:t>
            </a:r>
          </a:p>
        </p:txBody>
      </p:sp>
    </p:spTree>
    <p:extLst>
      <p:ext uri="{BB962C8B-B14F-4D97-AF65-F5344CB8AC3E}">
        <p14:creationId xmlns:p14="http://schemas.microsoft.com/office/powerpoint/2010/main" val="181448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A157E-D03D-23EA-80CC-A592F4E33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¡Sabores inolvidables!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575AFA-6313-F9AF-E72F-FB4B812D8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Imágenes de pintxos, restaurantes y platos típicos.</a:t>
            </a:r>
          </a:p>
        </p:txBody>
      </p:sp>
    </p:spTree>
    <p:extLst>
      <p:ext uri="{BB962C8B-B14F-4D97-AF65-F5344CB8AC3E}">
        <p14:creationId xmlns:p14="http://schemas.microsoft.com/office/powerpoint/2010/main" val="4126259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98656-F5FE-41D3-552E-2536822B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Vibrante cultura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E64897-053A-06D6-4B32-858D74150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Eventos culturales, festivales, y tradiciones locales.</a:t>
            </a:r>
          </a:p>
        </p:txBody>
      </p:sp>
    </p:spTree>
    <p:extLst>
      <p:ext uri="{BB962C8B-B14F-4D97-AF65-F5344CB8AC3E}">
        <p14:creationId xmlns:p14="http://schemas.microsoft.com/office/powerpoint/2010/main" val="23099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A89A0-F7F1-07B2-25BE-0E818F75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San Sebastián en clave de humor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AD2364-10BE-4723-27A1-7F802B130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Historias o anécdotas divertidas relacionadas con la ciudad.</a:t>
            </a:r>
          </a:p>
        </p:txBody>
      </p:sp>
    </p:spTree>
    <p:extLst>
      <p:ext uri="{BB962C8B-B14F-4D97-AF65-F5344CB8AC3E}">
        <p14:creationId xmlns:p14="http://schemas.microsoft.com/office/powerpoint/2010/main" val="83030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37D05-502B-A654-8E9B-4F7702077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Diversión sin fin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1D46E-836D-120B-B51E-5B57DD16C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Imágenes de actividades recreativas y lugares de entretenimiento.</a:t>
            </a:r>
          </a:p>
        </p:txBody>
      </p:sp>
    </p:spTree>
    <p:extLst>
      <p:ext uri="{BB962C8B-B14F-4D97-AF65-F5344CB8AC3E}">
        <p14:creationId xmlns:p14="http://schemas.microsoft.com/office/powerpoint/2010/main" val="1149661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1E94C-331D-5682-9A0B-2884D17E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Consejos para disfrutar al máximo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1C9201-0E30-7F6B-7439-E8B7389E0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Recomendaciones prácticas para visitantes.</a:t>
            </a:r>
          </a:p>
        </p:txBody>
      </p:sp>
    </p:spTree>
    <p:extLst>
      <p:ext uri="{BB962C8B-B14F-4D97-AF65-F5344CB8AC3E}">
        <p14:creationId xmlns:p14="http://schemas.microsoft.com/office/powerpoint/2010/main" val="2407891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CAB9A-CE89-9EFA-A222-B9EA709E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¡Gracias por su atención!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03B9F3-5730-B6D5-A66B-5517DCEC6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Información de contacto o agradecimiento final.</a:t>
            </a:r>
          </a:p>
        </p:txBody>
      </p:sp>
    </p:spTree>
    <p:extLst>
      <p:ext uri="{BB962C8B-B14F-4D97-AF65-F5344CB8AC3E}">
        <p14:creationId xmlns:p14="http://schemas.microsoft.com/office/powerpoint/2010/main" val="2519373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3E8F61-5349-476F-AF90-993FBA0D8624}">
  <we:reference id="wa200005566" version="3.0.0.1" store="es-ES" storeType="OMEX"/>
  <we:alternateReferences>
    <we:reference id="wa200005566" version="3.0.0.1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Panorámica</PresentationFormat>
  <Paragraphs>18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Descubriendo San Sebastián</vt:lpstr>
      <vt:lpstr>Bienvenidos a San Sebastián</vt:lpstr>
      <vt:lpstr>Paisajes impresionantes</vt:lpstr>
      <vt:lpstr>¡Sabores inolvidables!</vt:lpstr>
      <vt:lpstr>Vibrante cultura</vt:lpstr>
      <vt:lpstr>San Sebastián en clave de humor</vt:lpstr>
      <vt:lpstr>Diversión sin fin</vt:lpstr>
      <vt:lpstr>Consejos para disfrutar al máximo</vt:lpstr>
      <vt:lpstr>¡Gracias por su atención!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Descubriendo San Sebastián</dc:title>
  <dc:creator>alumno</dc:creator>
  <cp:lastModifiedBy>alumno</cp:lastModifiedBy>
  <cp:revision>1</cp:revision>
  <dcterms:created xsi:type="dcterms:W3CDTF">2024-01-15T08:37:39Z</dcterms:created>
  <dcterms:modified xsi:type="dcterms:W3CDTF">2024-01-15T08:37:47Z</dcterms:modified>
</cp:coreProperties>
</file>