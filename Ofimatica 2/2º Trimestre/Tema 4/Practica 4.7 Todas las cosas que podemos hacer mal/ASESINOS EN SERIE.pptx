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umno" initials="a" lastIdx="1" clrIdx="0">
    <p:extLst>
      <p:ext uri="{19B8F6BF-5375-455C-9EA6-DF929625EA0E}">
        <p15:presenceInfo xmlns:p15="http://schemas.microsoft.com/office/powerpoint/2012/main" userId="alum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-9810" y="-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32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4392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0317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93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945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43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30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53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258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0430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986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40B62-6975-4533-A22A-28AB1FFEDD8A}" type="datetimeFigureOut">
              <a:rPr lang="es-ES" smtClean="0"/>
              <a:t>10/01/2024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17CD5-6DF9-4CA6-98FE-5F498C0E7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028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istockphoto.com/id/998461120/es/v%C3%ADdeo/4-k-rojo-part%C3%ADculas-polvo-resumen-antecedentes-bucle-sin-interrupci%C3%B3n-chek-mi-p%C3%A1gina-para.jpg?s=640x640&amp;k=20&amp;c=iHIVS3AHZ6AKINxaiG8ADwpZsaDvqy6DK6u5b02Uoq4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96390" y="963642"/>
            <a:ext cx="10515600" cy="915035"/>
          </a:xfrm>
        </p:spPr>
        <p:txBody>
          <a:bodyPr/>
          <a:lstStyle/>
          <a:p>
            <a:r>
              <a:rPr lang="es-ES" dirty="0">
                <a:solidFill>
                  <a:srgbClr val="C00000"/>
                </a:solidFill>
                <a:latin typeface="Berlin Sans FB Demi" panose="020E0802020502020306" pitchFamily="34" charset="0"/>
              </a:rPr>
              <a:t>ASESINOS EN SERIE</a:t>
            </a:r>
          </a:p>
        </p:txBody>
      </p:sp>
    </p:spTree>
    <p:extLst>
      <p:ext uri="{BB962C8B-B14F-4D97-AF65-F5344CB8AC3E}">
        <p14:creationId xmlns:p14="http://schemas.microsoft.com/office/powerpoint/2010/main" val="198319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-3442345" y="441127"/>
            <a:ext cx="10515600" cy="9150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400" dirty="0">
                <a:solidFill>
                  <a:srgbClr val="C00000"/>
                </a:solidFill>
                <a:latin typeface="Berlin Sans FB Demi" panose="020E0802020502020306" pitchFamily="34" charset="0"/>
              </a:rPr>
              <a:t>índice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167064" y="1356162"/>
            <a:ext cx="10515600" cy="56828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 algn="l">
              <a:buAutoNum type="arabicPeriod"/>
            </a:pPr>
            <a:r>
              <a:rPr lang="es-ES" sz="4000" dirty="0">
                <a:latin typeface="Arial Black" panose="020B0A04020102020204" pitchFamily="34" charset="0"/>
              </a:rPr>
              <a:t>Portada</a:t>
            </a:r>
          </a:p>
          <a:p>
            <a:pPr marL="1143000" indent="-1143000" algn="l">
              <a:buAutoNum type="arabicPeriod"/>
            </a:pPr>
            <a:r>
              <a:rPr lang="es-ES" sz="4000" dirty="0">
                <a:latin typeface="Arial Black" panose="020B0A04020102020204" pitchFamily="34" charset="0"/>
              </a:rPr>
              <a:t>Índice</a:t>
            </a:r>
          </a:p>
          <a:p>
            <a:pPr marL="1143000" indent="-1143000" algn="l">
              <a:buAutoNum type="arabicPeriod"/>
            </a:pPr>
            <a:r>
              <a:rPr lang="es-ES" sz="4000" dirty="0">
                <a:latin typeface="Arial Black" panose="020B0A04020102020204" pitchFamily="34" charset="0"/>
              </a:rPr>
              <a:t>Casos</a:t>
            </a:r>
          </a:p>
          <a:p>
            <a:pPr algn="l"/>
            <a:r>
              <a:rPr lang="es-ES" sz="4000" dirty="0">
                <a:latin typeface="Arial Black" panose="020B0A04020102020204" pitchFamily="34" charset="0"/>
              </a:rPr>
              <a:t>3.1 </a:t>
            </a:r>
            <a:r>
              <a:rPr lang="es-ES" sz="4000" b="1" dirty="0">
                <a:latin typeface="Arial Black" panose="020B0A04020102020204" pitchFamily="34" charset="0"/>
              </a:rPr>
              <a:t>John Wayne Gacy</a:t>
            </a:r>
          </a:p>
          <a:p>
            <a:pPr algn="l"/>
            <a:r>
              <a:rPr lang="es-ES" sz="4000" b="1" dirty="0">
                <a:latin typeface="Arial Black" panose="020B0A04020102020204" pitchFamily="34" charset="0"/>
              </a:rPr>
              <a:t>3.2 Jack el Destripador (1888) </a:t>
            </a:r>
          </a:p>
          <a:p>
            <a:pPr algn="l"/>
            <a:r>
              <a:rPr lang="es-E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3.3 </a:t>
            </a:r>
            <a:r>
              <a:rPr lang="es-ES" sz="4000" b="1" dirty="0" err="1">
                <a:latin typeface="Arial Black" panose="020B0A04020102020204" pitchFamily="34" charset="0"/>
              </a:rPr>
              <a:t>Yefri</a:t>
            </a:r>
            <a:r>
              <a:rPr lang="es-ES" sz="4000" b="1" dirty="0">
                <a:latin typeface="Arial Black" panose="020B0A04020102020204" pitchFamily="34" charset="0"/>
              </a:rPr>
              <a:t> </a:t>
            </a:r>
            <a:r>
              <a:rPr lang="es-ES" sz="4000" b="1" dirty="0" err="1">
                <a:latin typeface="Arial Black" panose="020B0A04020102020204" pitchFamily="34" charset="0"/>
              </a:rPr>
              <a:t>Cousils</a:t>
            </a:r>
            <a:r>
              <a:rPr lang="es-ES" sz="4000" b="1" dirty="0">
                <a:latin typeface="Arial Black" panose="020B0A04020102020204" pitchFamily="34" charset="0"/>
              </a:rPr>
              <a:t> (2022- 2023)</a:t>
            </a:r>
          </a:p>
          <a:p>
            <a:pPr algn="l"/>
            <a:r>
              <a:rPr lang="es-ES" sz="4000" b="1" dirty="0">
                <a:latin typeface="Arial Black" panose="020B0A04020102020204" pitchFamily="34" charset="0"/>
              </a:rPr>
              <a:t>3.4 Alex Moratón (1440-2024)</a:t>
            </a:r>
          </a:p>
          <a:p>
            <a:pPr algn="l"/>
            <a:r>
              <a:rPr lang="es-ES" sz="4000" b="1" dirty="0">
                <a:latin typeface="Arial Black" panose="020B0A04020102020204" pitchFamily="34" charset="0"/>
              </a:rPr>
              <a:t>3.5 Jonny </a:t>
            </a:r>
            <a:r>
              <a:rPr lang="es-ES" sz="4000" b="1" dirty="0" err="1">
                <a:latin typeface="Arial Black" panose="020B0A04020102020204" pitchFamily="34" charset="0"/>
              </a:rPr>
              <a:t>Melavo</a:t>
            </a:r>
            <a:r>
              <a:rPr lang="es-ES" sz="4000" b="1" dirty="0">
                <a:latin typeface="Arial Black" panose="020B0A04020102020204" pitchFamily="34" charset="0"/>
              </a:rPr>
              <a:t> (1999-Actualidad)</a:t>
            </a:r>
          </a:p>
          <a:p>
            <a:pPr algn="l"/>
            <a:endParaRPr lang="es-ES" sz="4000" b="1" dirty="0">
              <a:latin typeface="Arial Black" panose="020B0A04020102020204" pitchFamily="34" charset="0"/>
            </a:endParaRPr>
          </a:p>
          <a:p>
            <a:pPr algn="l"/>
            <a:endParaRPr lang="es-ES" sz="43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562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7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658" y="513184"/>
            <a:ext cx="3932237" cy="1600200"/>
          </a:xfrm>
        </p:spPr>
        <p:txBody>
          <a:bodyPr>
            <a:normAutofit/>
          </a:bodyPr>
          <a:lstStyle/>
          <a:p>
            <a:r>
              <a:rPr lang="es-ES" sz="4000" b="1" dirty="0"/>
              <a:t>John Wayne </a:t>
            </a:r>
            <a:r>
              <a:rPr lang="es-ES" sz="4000" b="1" dirty="0" err="1"/>
              <a:t>Gacy</a:t>
            </a:r>
            <a:r>
              <a:rPr lang="es-ES" sz="4000" b="1" dirty="0"/>
              <a:t> (1942-1994)</a:t>
            </a:r>
          </a:p>
        </p:txBody>
      </p:sp>
      <p:pic>
        <p:nvPicPr>
          <p:cNvPr id="2050" name="Picture 2" descr="https://pbs.twimg.com/media/EdGINoNXsAAMQ51.png:lar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17" y="1893607"/>
            <a:ext cx="4590519" cy="258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939036" y="158621"/>
            <a:ext cx="6985485" cy="6400800"/>
          </a:xfrm>
          <a:prstGeom prst="rect">
            <a:avLst/>
          </a:prstGeom>
        </p:spPr>
        <p:txBody>
          <a:bodyPr vert="horz" lIns="91440" tIns="45720" rIns="91440" bIns="45720" numCol="3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700" b="1" dirty="0"/>
              <a:t>Fecha de nacimiento y muerte:</a:t>
            </a:r>
            <a:r>
              <a:rPr lang="es-ES" sz="1700" dirty="0"/>
              <a:t> John Wayne </a:t>
            </a:r>
            <a:r>
              <a:rPr lang="es-ES" sz="1700" dirty="0" err="1"/>
              <a:t>Gacy</a:t>
            </a:r>
            <a:r>
              <a:rPr lang="es-ES" sz="1700" dirty="0"/>
              <a:t> nació el 17 de marzo de 1942, en Chicago, Illinois, y falleció el 10 de mayo de 1994, por ejecución.</a:t>
            </a:r>
          </a:p>
          <a:p>
            <a:r>
              <a:rPr lang="es-ES" sz="1700" b="1" dirty="0"/>
              <a:t>Ocupación y personalidad pública:</a:t>
            </a:r>
            <a:r>
              <a:rPr lang="es-ES" sz="1700" dirty="0"/>
              <a:t> </a:t>
            </a:r>
            <a:r>
              <a:rPr lang="es-ES" sz="1700" dirty="0" err="1"/>
              <a:t>Gacy</a:t>
            </a:r>
            <a:r>
              <a:rPr lang="es-ES" sz="1700" dirty="0"/>
              <a:t> era un empresario y miembro activo de la comunidad en Chicago. Se disfrazaba como "</a:t>
            </a:r>
            <a:r>
              <a:rPr lang="es-ES" sz="1700" dirty="0" err="1"/>
              <a:t>Pogo</a:t>
            </a:r>
            <a:r>
              <a:rPr lang="es-ES" sz="1700" dirty="0"/>
              <a:t> </a:t>
            </a:r>
            <a:r>
              <a:rPr lang="es-ES" sz="1700" dirty="0" err="1"/>
              <a:t>the</a:t>
            </a:r>
            <a:r>
              <a:rPr lang="es-ES" sz="1700" dirty="0"/>
              <a:t> Clown" para entretener a niños en eventos y fiestas. Esta doble vida como un hombre de negocios exitoso y un payaso amigable ocultaba sus oscuros actos.</a:t>
            </a:r>
          </a:p>
          <a:p>
            <a:r>
              <a:rPr lang="es-ES" sz="1700" b="1" dirty="0"/>
              <a:t>Crimen y víctimas:</a:t>
            </a:r>
            <a:r>
              <a:rPr lang="es-ES" sz="1700" dirty="0"/>
              <a:t> Entre 1972 y 1978, </a:t>
            </a:r>
            <a:r>
              <a:rPr lang="es-ES" sz="1700" dirty="0" err="1"/>
              <a:t>Gacy</a:t>
            </a:r>
            <a:r>
              <a:rPr lang="es-ES" sz="1700" dirty="0"/>
              <a:t> secuestró, torturó, violó y asesinó a al menos 33 jóvenes, la mayoría de ellos adolescentes varones. La mayoría de los asesinatos ocurrieron en su casa, donde también se descubrieron evidencias de entierros en el sótano.</a:t>
            </a:r>
          </a:p>
          <a:p>
            <a:r>
              <a:rPr lang="es-ES" sz="1700" b="1" dirty="0"/>
              <a:t>Métodos y modus operandi:</a:t>
            </a:r>
            <a:r>
              <a:rPr lang="es-ES" sz="1700" dirty="0"/>
              <a:t> </a:t>
            </a:r>
            <a:r>
              <a:rPr lang="es-ES" sz="1700" dirty="0" err="1"/>
              <a:t>Gacy</a:t>
            </a:r>
            <a:r>
              <a:rPr lang="es-ES" sz="1700" dirty="0"/>
              <a:t> solía atraer a sus víctimas con la promesa de empleo o dinero fácil. Una vez en su casa, las esposaba y luego las sometía a abusos sexuales y asesinato. Después, enterraba algunos cuerpos en su propiedad.</a:t>
            </a:r>
          </a:p>
          <a:p>
            <a:r>
              <a:rPr lang="es-ES" sz="1700" b="1" dirty="0"/>
              <a:t>Arresto y juicio:</a:t>
            </a:r>
            <a:r>
              <a:rPr lang="es-ES" sz="1700" dirty="0"/>
              <a:t> </a:t>
            </a:r>
            <a:r>
              <a:rPr lang="es-ES" sz="1700" dirty="0" err="1"/>
              <a:t>Gacy</a:t>
            </a:r>
            <a:r>
              <a:rPr lang="es-ES" sz="1700" dirty="0"/>
              <a:t> fue arrestado en diciembre de 1978 después de que la policía encontrara evidencia suficiente para vincularlo con la desaparición de varias personas. En 1980, fue condenado por asesinato y condenado a muerte.</a:t>
            </a:r>
          </a:p>
          <a:p>
            <a:r>
              <a:rPr lang="es-ES" sz="1700" b="1" dirty="0"/>
              <a:t>Ejecución:</a:t>
            </a:r>
            <a:r>
              <a:rPr lang="es-ES" sz="1700" dirty="0"/>
              <a:t> </a:t>
            </a:r>
            <a:r>
              <a:rPr lang="es-ES" sz="1700" dirty="0" err="1"/>
              <a:t>Gacy</a:t>
            </a:r>
            <a:r>
              <a:rPr lang="es-ES" sz="1700" dirty="0"/>
              <a:t> fue ejecutado mediante inyección letal en la prisión estatal de Illinois el 10 de mayo de 1994. Antes de su ejecución, expresó arrepentimiento y pidió perdón a las familias de sus víctimas.</a:t>
            </a:r>
          </a:p>
          <a:p>
            <a:r>
              <a:rPr lang="es-ES" sz="1700" dirty="0"/>
              <a:t>La historia de John Wayne </a:t>
            </a:r>
            <a:r>
              <a:rPr lang="es-ES" sz="1700" dirty="0" err="1"/>
              <a:t>Gacy</a:t>
            </a:r>
            <a:r>
              <a:rPr lang="es-ES" sz="1700" dirty="0"/>
              <a:t> es un recordatorio escalofriante de la capacidad de algunas personas para ocultar su lado oscuro detrás de una fachada aparentemente respetable. Su caso también llevó a cambios en los procedimientos policiales y de investigación para prevenir futuros casos similares.</a:t>
            </a:r>
          </a:p>
        </p:txBody>
      </p:sp>
    </p:spTree>
    <p:extLst>
      <p:ext uri="{BB962C8B-B14F-4D97-AF65-F5344CB8AC3E}">
        <p14:creationId xmlns:p14="http://schemas.microsoft.com/office/powerpoint/2010/main" val="203359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freepik.com/vector-gratis/fondo-halloween-salpicaduras-sangre-gotas_1048-16876.jpg?size=626&amp;ext=jpg&amp;ga=GA1.1.1880011253.1704585600&amp;semt=a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64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11796" y="830424"/>
            <a:ext cx="4329371" cy="1600200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Jack el Destripador (1888)</a:t>
            </a:r>
          </a:p>
        </p:txBody>
      </p:sp>
      <p:pic>
        <p:nvPicPr>
          <p:cNvPr id="3076" name="Picture 4" descr="https://www.lavanguardia.com/files/og_thumbnail/uploads/2018/09/18/5f15f31678b94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974" y="4905682"/>
            <a:ext cx="6011960" cy="338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510172" y="927122"/>
            <a:ext cx="11171656" cy="5058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Jack el Destripador fue un asesino en serie que cometió al menos cinco asesinatos brutales de mujeres, principalmente prostitutas, en el área de </a:t>
            </a:r>
            <a:r>
              <a:rPr lang="es-E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Whitechapel</a:t>
            </a:r>
            <a:r>
              <a:rPr lang="es-E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Londres, durante el otoño de 1888. Sus crímenes involucraron mutilaciones de los cuerpos de las víctimas, generando gran temor en la sociedad. La identidad del asesino nunca fue descubierta, y el caso ha permanecido como uno de los misterios más famosos en la historia criminal.</a:t>
            </a:r>
            <a:endParaRPr lang="es-E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83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images.ecestaticos.com/09cmTT8DFzGWDgUYuNBGox_wPsg=/0x0:2272x1515/1200x900/filters:fill(white):format(jpg)/f.elconfidencial.com%2Foriginal%2Fde2%2Fbc7%2Faf2%2Fde2bc7af29ff09ca5132dbdbcc6ee2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57617"/>
            <a:ext cx="12192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58" y="2562403"/>
            <a:ext cx="3049126" cy="3633274"/>
          </a:xfrm>
          <a:prstGeom prst="rect">
            <a:avLst/>
          </a:prstGeom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677658" y="513184"/>
            <a:ext cx="3932237" cy="1600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 err="1"/>
              <a:t>Yefri</a:t>
            </a:r>
            <a:r>
              <a:rPr lang="es-ES" sz="4000" b="1" dirty="0"/>
              <a:t> </a:t>
            </a:r>
            <a:r>
              <a:rPr lang="es-ES" sz="4000" b="1" dirty="0" err="1"/>
              <a:t>Cousils</a:t>
            </a:r>
            <a:r>
              <a:rPr lang="es-ES" sz="4000" b="1" dirty="0"/>
              <a:t> (2022- 2023)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609895" y="942702"/>
            <a:ext cx="7016048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rgbClr val="FFFF00"/>
                </a:solidFill>
              </a:rPr>
              <a:t>Yefri</a:t>
            </a:r>
            <a:r>
              <a:rPr lang="es-ES" dirty="0">
                <a:solidFill>
                  <a:srgbClr val="FFFF00"/>
                </a:solidFill>
              </a:rPr>
              <a:t> mas conocido como el yeso. Este despiadado asesino se escayolaba su propio brazo aun estando sano para acabar con sus victimas con este mismo. </a:t>
            </a:r>
          </a:p>
          <a:p>
            <a:r>
              <a:rPr lang="es-ES" dirty="0">
                <a:solidFill>
                  <a:srgbClr val="FFFF00"/>
                </a:solidFill>
              </a:rPr>
              <a:t>Asesino a mas 250 personas. Su método era andar detrás de una persona y decirle “te va a cae </a:t>
            </a:r>
            <a:r>
              <a:rPr lang="es-ES" dirty="0" err="1">
                <a:solidFill>
                  <a:srgbClr val="FFFF00"/>
                </a:solidFill>
              </a:rPr>
              <a:t>shulo</a:t>
            </a:r>
            <a:r>
              <a:rPr lang="es-ES" dirty="0">
                <a:solidFill>
                  <a:srgbClr val="FFFF00"/>
                </a:solidFill>
              </a:rPr>
              <a:t>” y seguidamente aporreaba a sus victimas con su brazo escayolado</a:t>
            </a:r>
          </a:p>
        </p:txBody>
      </p:sp>
    </p:spTree>
    <p:extLst>
      <p:ext uri="{BB962C8B-B14F-4D97-AF65-F5344CB8AC3E}">
        <p14:creationId xmlns:p14="http://schemas.microsoft.com/office/powerpoint/2010/main" val="2097049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3EB94787-084D-E6C6-69DA-82EC2C124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0158"/>
            <a:ext cx="12617352" cy="691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5B4BB673-6320-3CC1-5F73-9C266F87F5ED}"/>
              </a:ext>
            </a:extLst>
          </p:cNvPr>
          <p:cNvGrpSpPr/>
          <p:nvPr/>
        </p:nvGrpSpPr>
        <p:grpSpPr>
          <a:xfrm>
            <a:off x="-581877" y="-372732"/>
            <a:ext cx="6096000" cy="6125979"/>
            <a:chOff x="407069" y="1094121"/>
            <a:chExt cx="4669757" cy="4681037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0ED47782-DBB5-B186-160C-8FBA49C30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ChalkSketch pressure="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977" y="2918326"/>
              <a:ext cx="2142624" cy="2856832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F16BA76-8FFF-6C3A-BC2D-5BEEFA3B6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47465">
              <a:off x="407069" y="1094121"/>
              <a:ext cx="4669757" cy="4669757"/>
            </a:xfrm>
            <a:prstGeom prst="rect">
              <a:avLst/>
            </a:prstGeom>
            <a:effectLst>
              <a:outerShdw blurRad="50800" dist="50800" dir="5400000" sx="1000" sy="1000" algn="ctr" rotWithShape="0">
                <a:srgbClr val="000000">
                  <a:alpha val="25000"/>
                </a:srgbClr>
              </a:outerShdw>
            </a:effectLst>
          </p:spPr>
        </p:pic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F54B2A01-574E-B3B3-5C3A-8C5CE3753D38}"/>
              </a:ext>
            </a:extLst>
          </p:cNvPr>
          <p:cNvSpPr txBox="1">
            <a:spLocks/>
          </p:cNvSpPr>
          <p:nvPr/>
        </p:nvSpPr>
        <p:spPr>
          <a:xfrm>
            <a:off x="677658" y="513184"/>
            <a:ext cx="3932237" cy="1600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Alex Moratón (1440-2024)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3EE73D3-44A8-1F40-8C0D-118E97D4CB63}"/>
              </a:ext>
            </a:extLst>
          </p:cNvPr>
          <p:cNvSpPr txBox="1">
            <a:spLocks/>
          </p:cNvSpPr>
          <p:nvPr/>
        </p:nvSpPr>
        <p:spPr>
          <a:xfrm>
            <a:off x="4498294" y="864804"/>
            <a:ext cx="7016048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rgbClr val="7030A0"/>
                </a:solidFill>
              </a:rPr>
              <a:t>Alex Moratón mas conocido como “el yayo loco” fue uno de los mas letales.</a:t>
            </a:r>
          </a:p>
          <a:p>
            <a:r>
              <a:rPr lang="es-ES" dirty="0">
                <a:solidFill>
                  <a:srgbClr val="7030A0"/>
                </a:solidFill>
              </a:rPr>
              <a:t>Su modo de actuar era envolviendo paquetes bombas (explosivos c4) y tirarlos por la chimenea de las casas y ponerlos en el árbol de navidad, en una noche cometió mas de 20 explosiones en casas arrebatándoles la vida a mas de 100 personas.</a:t>
            </a:r>
          </a:p>
        </p:txBody>
      </p:sp>
    </p:spTree>
    <p:extLst>
      <p:ext uri="{BB962C8B-B14F-4D97-AF65-F5344CB8AC3E}">
        <p14:creationId xmlns:p14="http://schemas.microsoft.com/office/powerpoint/2010/main" val="565567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43BF486E-053E-63AB-8F1C-DE5AF386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9773" cy="813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AA76D5E-A36A-614E-60E6-47196DAD5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892" y="1535706"/>
            <a:ext cx="5142904" cy="51429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B526FB-F008-0354-66C4-28D56A58E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3068">
            <a:off x="9129175" y="1323245"/>
            <a:ext cx="2136022" cy="3190977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61C8FB35-1900-52C7-A4A2-0FE514881C70}"/>
              </a:ext>
            </a:extLst>
          </p:cNvPr>
          <p:cNvSpPr txBox="1">
            <a:spLocks/>
          </p:cNvSpPr>
          <p:nvPr/>
        </p:nvSpPr>
        <p:spPr>
          <a:xfrm>
            <a:off x="677658" y="513184"/>
            <a:ext cx="3932237" cy="1600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Jonny </a:t>
            </a:r>
            <a:r>
              <a:rPr lang="es-ES" sz="4000" b="1" dirty="0" err="1"/>
              <a:t>Melavo</a:t>
            </a:r>
            <a:r>
              <a:rPr lang="es-ES" sz="4000" b="1" dirty="0"/>
              <a:t> (1999-Actualidad)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F37B1F1-3AD0-8761-0416-D885DA0C6FE3}"/>
              </a:ext>
            </a:extLst>
          </p:cNvPr>
          <p:cNvSpPr txBox="1">
            <a:spLocks/>
          </p:cNvSpPr>
          <p:nvPr/>
        </p:nvSpPr>
        <p:spPr>
          <a:xfrm>
            <a:off x="432431" y="1264236"/>
            <a:ext cx="5734030" cy="560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>
                <a:solidFill>
                  <a:srgbClr val="7030A0"/>
                </a:solidFill>
              </a:rPr>
              <a:t>Jonny o mas conocido como “el ronco” se dedicaba al trafico de órganos.</a:t>
            </a:r>
          </a:p>
          <a:p>
            <a:r>
              <a:rPr lang="es-ES" sz="3200" dirty="0">
                <a:solidFill>
                  <a:srgbClr val="7030A0"/>
                </a:solidFill>
              </a:rPr>
              <a:t>Este fingía ser cirujano y cuando llegaba a la sala de operaciones en lugar de realizar la operación necesaria este abría al sujeto, metía todos los órganos posibles en una mochila y huía en bicicleta hasta su guarida secreta</a:t>
            </a:r>
          </a:p>
        </p:txBody>
      </p:sp>
      <p:pic>
        <p:nvPicPr>
          <p:cNvPr id="1028" name="Picture 4" descr="Tatuaje Fearless PNG transparente - StickPNG">
            <a:extLst>
              <a:ext uri="{FF2B5EF4-FFF2-40B4-BE49-F238E27FC236}">
                <a16:creationId xmlns:a16="http://schemas.microsoft.com/office/drawing/2014/main" id="{D1EBBA17-99A4-AB95-3DB9-95D9E6138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49586">
            <a:off x="9405326" y="3911559"/>
            <a:ext cx="919487" cy="496396"/>
          </a:xfrm>
          <a:prstGeom prst="rect">
            <a:avLst/>
          </a:prstGeom>
          <a:noFill/>
          <a:effectLst>
            <a:glow rad="127000"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D5DEE39-E55E-17AA-C5B8-6361607460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4888">
            <a:off x="9602039" y="2803948"/>
            <a:ext cx="126441" cy="13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36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633</Words>
  <Application>Microsoft Office PowerPoint</Application>
  <PresentationFormat>Panorámica</PresentationFormat>
  <Paragraphs>29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Berlin Sans FB Demi</vt:lpstr>
      <vt:lpstr>Calibri</vt:lpstr>
      <vt:lpstr>Calibri Light</vt:lpstr>
      <vt:lpstr>Tema de Office</vt:lpstr>
      <vt:lpstr>ASESINOS EN SERIE</vt:lpstr>
      <vt:lpstr>Presentación de PowerPoint</vt:lpstr>
      <vt:lpstr>John Wayne Gacy (1942-1994)</vt:lpstr>
      <vt:lpstr>Jack el Destripador (1888)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ASESINOS EN SERIE</dc:title>
  <dc:creator>Sergio Carrasco</dc:creator>
  <cp:lastModifiedBy>alumno</cp:lastModifiedBy>
  <cp:revision>9</cp:revision>
  <dcterms:created xsi:type="dcterms:W3CDTF">2024-01-10T20:14:20Z</dcterms:created>
  <dcterms:modified xsi:type="dcterms:W3CDTF">2024-01-10T09:43:38Z</dcterms:modified>
</cp:coreProperties>
</file>