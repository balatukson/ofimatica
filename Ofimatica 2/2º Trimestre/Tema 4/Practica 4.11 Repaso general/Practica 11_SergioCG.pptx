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81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2C7D98-5102-45D2-A2EC-59DBB6E9218F}" type="doc">
      <dgm:prSet loTypeId="urn:microsoft.com/office/officeart/2005/8/layout/cycle4" loCatId="matrix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2DA6780-BE81-4CD3-8080-95DB78276BB7}">
      <dgm:prSet phldrT="[Texto]"/>
      <dgm:spPr/>
      <dgm:t>
        <a:bodyPr/>
        <a:lstStyle/>
        <a:p>
          <a:r>
            <a:rPr lang="es-ES" dirty="0"/>
            <a:t>APLOF</a:t>
          </a:r>
        </a:p>
      </dgm:t>
    </dgm:pt>
    <dgm:pt modelId="{7C7A8135-C663-4295-9882-672ACE1E2995}" type="parTrans" cxnId="{0B6285BB-50BB-4DE3-B262-F42F839950AB}">
      <dgm:prSet/>
      <dgm:spPr/>
      <dgm:t>
        <a:bodyPr/>
        <a:lstStyle/>
        <a:p>
          <a:endParaRPr lang="es-ES"/>
        </a:p>
      </dgm:t>
    </dgm:pt>
    <dgm:pt modelId="{41871732-10B9-4FFA-9D2F-6F50B929A92C}" type="sibTrans" cxnId="{0B6285BB-50BB-4DE3-B262-F42F839950AB}">
      <dgm:prSet/>
      <dgm:spPr/>
      <dgm:t>
        <a:bodyPr/>
        <a:lstStyle/>
        <a:p>
          <a:endParaRPr lang="es-ES"/>
        </a:p>
      </dgm:t>
    </dgm:pt>
    <dgm:pt modelId="{5FB7FF58-B7A7-4DDD-808E-C03EFF589CCE}">
      <dgm:prSet phldrT="[Texto]"/>
      <dgm:spPr/>
      <dgm:t>
        <a:bodyPr/>
        <a:lstStyle/>
        <a:p>
          <a:r>
            <a:rPr lang="es-ES" dirty="0"/>
            <a:t>Aplicaciones ofimáticas en general </a:t>
          </a:r>
        </a:p>
      </dgm:t>
    </dgm:pt>
    <dgm:pt modelId="{7A83C203-9D9F-4B2B-84E4-FA15AA14263F}" type="parTrans" cxnId="{3CD830E8-03BE-48C0-88FE-DD0C41243EC3}">
      <dgm:prSet/>
      <dgm:spPr/>
      <dgm:t>
        <a:bodyPr/>
        <a:lstStyle/>
        <a:p>
          <a:endParaRPr lang="es-ES"/>
        </a:p>
      </dgm:t>
    </dgm:pt>
    <dgm:pt modelId="{BD5F074D-9404-43A6-9D19-6A496FFECE22}" type="sibTrans" cxnId="{3CD830E8-03BE-48C0-88FE-DD0C41243EC3}">
      <dgm:prSet/>
      <dgm:spPr/>
      <dgm:t>
        <a:bodyPr/>
        <a:lstStyle/>
        <a:p>
          <a:endParaRPr lang="es-ES"/>
        </a:p>
      </dgm:t>
    </dgm:pt>
    <dgm:pt modelId="{6AE250AF-1D5C-4C1E-9D21-4E125C14332A}">
      <dgm:prSet phldrT="[Texto]"/>
      <dgm:spPr/>
      <dgm:t>
        <a:bodyPr/>
        <a:lstStyle/>
        <a:p>
          <a:r>
            <a:rPr lang="es-ES" dirty="0"/>
            <a:t>MONTAJE</a:t>
          </a:r>
        </a:p>
      </dgm:t>
    </dgm:pt>
    <dgm:pt modelId="{4590C5D1-2B47-4B8E-83F0-9228D0EC02B3}" type="parTrans" cxnId="{615700A0-D2AA-494B-AE07-9D83D28A72C0}">
      <dgm:prSet/>
      <dgm:spPr/>
      <dgm:t>
        <a:bodyPr/>
        <a:lstStyle/>
        <a:p>
          <a:endParaRPr lang="es-ES"/>
        </a:p>
      </dgm:t>
    </dgm:pt>
    <dgm:pt modelId="{6BC7D6AD-88A7-46F0-BCC1-200E87CAD752}" type="sibTrans" cxnId="{615700A0-D2AA-494B-AE07-9D83D28A72C0}">
      <dgm:prSet/>
      <dgm:spPr/>
      <dgm:t>
        <a:bodyPr/>
        <a:lstStyle/>
        <a:p>
          <a:endParaRPr lang="es-ES"/>
        </a:p>
      </dgm:t>
    </dgm:pt>
    <dgm:pt modelId="{EDEDEFF4-8379-40D0-A3A2-A5AD5DDB19C2}">
      <dgm:prSet phldrT="[Texto]"/>
      <dgm:spPr/>
      <dgm:t>
        <a:bodyPr/>
        <a:lstStyle/>
        <a:p>
          <a:r>
            <a:rPr lang="es-ES" dirty="0"/>
            <a:t>Vemos los componentes del ordenador</a:t>
          </a:r>
        </a:p>
      </dgm:t>
    </dgm:pt>
    <dgm:pt modelId="{E142BEED-6028-4DEE-B120-3E6BEDFEEA2C}" type="parTrans" cxnId="{11669294-14C5-470D-AB94-D31352F6F99E}">
      <dgm:prSet/>
      <dgm:spPr/>
      <dgm:t>
        <a:bodyPr/>
        <a:lstStyle/>
        <a:p>
          <a:endParaRPr lang="es-ES"/>
        </a:p>
      </dgm:t>
    </dgm:pt>
    <dgm:pt modelId="{204B5E75-B137-4FD2-BFF8-DF1980D655F9}" type="sibTrans" cxnId="{11669294-14C5-470D-AB94-D31352F6F99E}">
      <dgm:prSet/>
      <dgm:spPr/>
      <dgm:t>
        <a:bodyPr/>
        <a:lstStyle/>
        <a:p>
          <a:endParaRPr lang="es-ES"/>
        </a:p>
      </dgm:t>
    </dgm:pt>
    <dgm:pt modelId="{EFACB6F8-BF24-46A7-9578-D938490A7533}">
      <dgm:prSet phldrT="[Texto]"/>
      <dgm:spPr/>
      <dgm:t>
        <a:bodyPr/>
        <a:lstStyle/>
        <a:p>
          <a:r>
            <a:rPr lang="es-ES" dirty="0"/>
            <a:t>REDES</a:t>
          </a:r>
        </a:p>
      </dgm:t>
    </dgm:pt>
    <dgm:pt modelId="{9D9A75F4-F87F-4518-9663-05B5F19211E0}" type="parTrans" cxnId="{50AEC42B-93F6-48FB-A74D-F1B53B26A81D}">
      <dgm:prSet/>
      <dgm:spPr/>
      <dgm:t>
        <a:bodyPr/>
        <a:lstStyle/>
        <a:p>
          <a:endParaRPr lang="es-ES"/>
        </a:p>
      </dgm:t>
    </dgm:pt>
    <dgm:pt modelId="{6F96C53C-4731-41BB-A9E8-01EF50A1894C}" type="sibTrans" cxnId="{50AEC42B-93F6-48FB-A74D-F1B53B26A81D}">
      <dgm:prSet/>
      <dgm:spPr/>
      <dgm:t>
        <a:bodyPr/>
        <a:lstStyle/>
        <a:p>
          <a:endParaRPr lang="es-ES"/>
        </a:p>
      </dgm:t>
    </dgm:pt>
    <dgm:pt modelId="{62FB91F5-7F31-4C1F-81A5-DC88737687D9}">
      <dgm:prSet phldrT="[Texto]"/>
      <dgm:spPr/>
      <dgm:t>
        <a:bodyPr/>
        <a:lstStyle/>
        <a:p>
          <a:r>
            <a:rPr lang="es-ES" dirty="0" err="1"/>
            <a:t>Subnetting</a:t>
          </a:r>
          <a:r>
            <a:rPr lang="es-ES" dirty="0"/>
            <a:t> y otras cosas</a:t>
          </a:r>
        </a:p>
      </dgm:t>
    </dgm:pt>
    <dgm:pt modelId="{62932499-3A5F-4636-9E68-DDF8BBF839BC}" type="parTrans" cxnId="{1076CB88-C360-4DBC-AE22-B72876F0E189}">
      <dgm:prSet/>
      <dgm:spPr/>
      <dgm:t>
        <a:bodyPr/>
        <a:lstStyle/>
        <a:p>
          <a:endParaRPr lang="es-ES"/>
        </a:p>
      </dgm:t>
    </dgm:pt>
    <dgm:pt modelId="{1EDAF207-C01E-4AC2-9B9C-1DF0ABAC8F30}" type="sibTrans" cxnId="{1076CB88-C360-4DBC-AE22-B72876F0E189}">
      <dgm:prSet/>
      <dgm:spPr/>
      <dgm:t>
        <a:bodyPr/>
        <a:lstStyle/>
        <a:p>
          <a:endParaRPr lang="es-ES"/>
        </a:p>
      </dgm:t>
    </dgm:pt>
    <dgm:pt modelId="{692B89D7-D53C-4BCD-901F-242D72751C8E}">
      <dgm:prSet phldrT="[Texto]"/>
      <dgm:spPr/>
      <dgm:t>
        <a:bodyPr/>
        <a:lstStyle/>
        <a:p>
          <a:r>
            <a:rPr lang="es-ES" dirty="0"/>
            <a:t>SOM</a:t>
          </a:r>
        </a:p>
      </dgm:t>
    </dgm:pt>
    <dgm:pt modelId="{88F88265-3104-4E65-8E69-38CB6F63CBE8}" type="parTrans" cxnId="{62E17E2B-6B8F-4F15-9929-B21DD0ACC82E}">
      <dgm:prSet/>
      <dgm:spPr/>
      <dgm:t>
        <a:bodyPr/>
        <a:lstStyle/>
        <a:p>
          <a:endParaRPr lang="es-ES"/>
        </a:p>
      </dgm:t>
    </dgm:pt>
    <dgm:pt modelId="{57B5ADB5-D12A-45CB-AD51-04429C67DF50}" type="sibTrans" cxnId="{62E17E2B-6B8F-4F15-9929-B21DD0ACC82E}">
      <dgm:prSet/>
      <dgm:spPr/>
      <dgm:t>
        <a:bodyPr/>
        <a:lstStyle/>
        <a:p>
          <a:endParaRPr lang="es-ES"/>
        </a:p>
      </dgm:t>
    </dgm:pt>
    <dgm:pt modelId="{CB4DCFE9-000A-4AEE-A1E9-9F40CAD54AE1}">
      <dgm:prSet phldrT="[Texto]"/>
      <dgm:spPr/>
      <dgm:t>
        <a:bodyPr/>
        <a:lstStyle/>
        <a:p>
          <a:r>
            <a:rPr lang="es-ES" dirty="0"/>
            <a:t>Sistemas operativos mono puestos</a:t>
          </a:r>
        </a:p>
      </dgm:t>
    </dgm:pt>
    <dgm:pt modelId="{B0612C7E-CC9C-4BE4-8067-393197F86E9C}" type="parTrans" cxnId="{86CBC2AC-6495-4241-80A2-FE12A5443508}">
      <dgm:prSet/>
      <dgm:spPr/>
      <dgm:t>
        <a:bodyPr/>
        <a:lstStyle/>
        <a:p>
          <a:endParaRPr lang="es-ES"/>
        </a:p>
      </dgm:t>
    </dgm:pt>
    <dgm:pt modelId="{FE7BE94F-E0D8-4554-8851-0A8A3DF19433}" type="sibTrans" cxnId="{86CBC2AC-6495-4241-80A2-FE12A5443508}">
      <dgm:prSet/>
      <dgm:spPr/>
      <dgm:t>
        <a:bodyPr/>
        <a:lstStyle/>
        <a:p>
          <a:endParaRPr lang="es-ES"/>
        </a:p>
      </dgm:t>
    </dgm:pt>
    <dgm:pt modelId="{9819F97A-D5E4-4FB2-90B4-EB7B86D27BC3}" type="pres">
      <dgm:prSet presAssocID="{D62C7D98-5102-45D2-A2EC-59DBB6E9218F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5DEB5F32-B97B-444E-BE77-D8D26BCC5A10}" type="pres">
      <dgm:prSet presAssocID="{D62C7D98-5102-45D2-A2EC-59DBB6E9218F}" presName="children" presStyleCnt="0"/>
      <dgm:spPr/>
    </dgm:pt>
    <dgm:pt modelId="{60BBC1B9-6F7D-4BB5-B438-E0C83A981104}" type="pres">
      <dgm:prSet presAssocID="{D62C7D98-5102-45D2-A2EC-59DBB6E9218F}" presName="child1group" presStyleCnt="0"/>
      <dgm:spPr/>
    </dgm:pt>
    <dgm:pt modelId="{416138E7-9BAE-4A66-8192-725374DF88D6}" type="pres">
      <dgm:prSet presAssocID="{D62C7D98-5102-45D2-A2EC-59DBB6E9218F}" presName="child1" presStyleLbl="bgAcc1" presStyleIdx="0" presStyleCnt="4"/>
      <dgm:spPr/>
    </dgm:pt>
    <dgm:pt modelId="{03FF60D5-6F58-4D03-86AC-EDD62837C9DD}" type="pres">
      <dgm:prSet presAssocID="{D62C7D98-5102-45D2-A2EC-59DBB6E9218F}" presName="child1Text" presStyleLbl="bgAcc1" presStyleIdx="0" presStyleCnt="4">
        <dgm:presLayoutVars>
          <dgm:bulletEnabled val="1"/>
        </dgm:presLayoutVars>
      </dgm:prSet>
      <dgm:spPr/>
    </dgm:pt>
    <dgm:pt modelId="{6F193CA5-98E7-4D24-BFB5-F486E340029E}" type="pres">
      <dgm:prSet presAssocID="{D62C7D98-5102-45D2-A2EC-59DBB6E9218F}" presName="child2group" presStyleCnt="0"/>
      <dgm:spPr/>
    </dgm:pt>
    <dgm:pt modelId="{518464C1-B98A-456B-BDD5-5C5B7B646A25}" type="pres">
      <dgm:prSet presAssocID="{D62C7D98-5102-45D2-A2EC-59DBB6E9218F}" presName="child2" presStyleLbl="bgAcc1" presStyleIdx="1" presStyleCnt="4"/>
      <dgm:spPr/>
    </dgm:pt>
    <dgm:pt modelId="{EC378F67-9F7D-472F-9D51-FFE28FFFA6FC}" type="pres">
      <dgm:prSet presAssocID="{D62C7D98-5102-45D2-A2EC-59DBB6E9218F}" presName="child2Text" presStyleLbl="bgAcc1" presStyleIdx="1" presStyleCnt="4">
        <dgm:presLayoutVars>
          <dgm:bulletEnabled val="1"/>
        </dgm:presLayoutVars>
      </dgm:prSet>
      <dgm:spPr/>
    </dgm:pt>
    <dgm:pt modelId="{5B42589E-3235-453F-ACD4-1D619B9ED75F}" type="pres">
      <dgm:prSet presAssocID="{D62C7D98-5102-45D2-A2EC-59DBB6E9218F}" presName="child3group" presStyleCnt="0"/>
      <dgm:spPr/>
    </dgm:pt>
    <dgm:pt modelId="{254DCE02-68A9-4A53-AEE6-E9543E0DAA5F}" type="pres">
      <dgm:prSet presAssocID="{D62C7D98-5102-45D2-A2EC-59DBB6E9218F}" presName="child3" presStyleLbl="bgAcc1" presStyleIdx="2" presStyleCnt="4"/>
      <dgm:spPr/>
    </dgm:pt>
    <dgm:pt modelId="{4A2D91E1-C45D-46D4-AD70-532FA401CE1F}" type="pres">
      <dgm:prSet presAssocID="{D62C7D98-5102-45D2-A2EC-59DBB6E9218F}" presName="child3Text" presStyleLbl="bgAcc1" presStyleIdx="2" presStyleCnt="4">
        <dgm:presLayoutVars>
          <dgm:bulletEnabled val="1"/>
        </dgm:presLayoutVars>
      </dgm:prSet>
      <dgm:spPr/>
    </dgm:pt>
    <dgm:pt modelId="{9AFAF0D2-3EB4-478C-B980-48EF39E1AB66}" type="pres">
      <dgm:prSet presAssocID="{D62C7D98-5102-45D2-A2EC-59DBB6E9218F}" presName="child4group" presStyleCnt="0"/>
      <dgm:spPr/>
    </dgm:pt>
    <dgm:pt modelId="{8D327E0F-8E1D-4E7B-A123-FAADCCFDA89B}" type="pres">
      <dgm:prSet presAssocID="{D62C7D98-5102-45D2-A2EC-59DBB6E9218F}" presName="child4" presStyleLbl="bgAcc1" presStyleIdx="3" presStyleCnt="4"/>
      <dgm:spPr/>
    </dgm:pt>
    <dgm:pt modelId="{4A383FE3-BBC9-4B44-B65E-F39FAC168EB9}" type="pres">
      <dgm:prSet presAssocID="{D62C7D98-5102-45D2-A2EC-59DBB6E9218F}" presName="child4Text" presStyleLbl="bgAcc1" presStyleIdx="3" presStyleCnt="4">
        <dgm:presLayoutVars>
          <dgm:bulletEnabled val="1"/>
        </dgm:presLayoutVars>
      </dgm:prSet>
      <dgm:spPr/>
    </dgm:pt>
    <dgm:pt modelId="{581F65BD-8C88-4C3C-B995-E40315091F68}" type="pres">
      <dgm:prSet presAssocID="{D62C7D98-5102-45D2-A2EC-59DBB6E9218F}" presName="childPlaceholder" presStyleCnt="0"/>
      <dgm:spPr/>
    </dgm:pt>
    <dgm:pt modelId="{C33DC263-50F6-4DAB-A578-B192E5EC5A8F}" type="pres">
      <dgm:prSet presAssocID="{D62C7D98-5102-45D2-A2EC-59DBB6E9218F}" presName="circle" presStyleCnt="0"/>
      <dgm:spPr/>
    </dgm:pt>
    <dgm:pt modelId="{F06B8A0B-43F0-4CE9-BB6C-08EDB14915D6}" type="pres">
      <dgm:prSet presAssocID="{D62C7D98-5102-45D2-A2EC-59DBB6E9218F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CB9CBF57-06ED-4E4F-A31F-268839756B8E}" type="pres">
      <dgm:prSet presAssocID="{D62C7D98-5102-45D2-A2EC-59DBB6E9218F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EC4471C-4E64-4490-81AD-E3A569475A10}" type="pres">
      <dgm:prSet presAssocID="{D62C7D98-5102-45D2-A2EC-59DBB6E9218F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4CD1C412-15AA-4DC1-98A3-6ACE81F6E1B5}" type="pres">
      <dgm:prSet presAssocID="{D62C7D98-5102-45D2-A2EC-59DBB6E9218F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94A502BD-9503-4668-BF55-B34A1537A47E}" type="pres">
      <dgm:prSet presAssocID="{D62C7D98-5102-45D2-A2EC-59DBB6E9218F}" presName="quadrantPlaceholder" presStyleCnt="0"/>
      <dgm:spPr/>
    </dgm:pt>
    <dgm:pt modelId="{E7AEF277-AFE0-49B4-A8BD-008E91789FB4}" type="pres">
      <dgm:prSet presAssocID="{D62C7D98-5102-45D2-A2EC-59DBB6E9218F}" presName="center1" presStyleLbl="fgShp" presStyleIdx="0" presStyleCnt="2"/>
      <dgm:spPr/>
    </dgm:pt>
    <dgm:pt modelId="{C1AD7FB8-EE47-4CA6-8729-C550E7073BD1}" type="pres">
      <dgm:prSet presAssocID="{D62C7D98-5102-45D2-A2EC-59DBB6E9218F}" presName="center2" presStyleLbl="fgShp" presStyleIdx="1" presStyleCnt="2"/>
      <dgm:spPr/>
    </dgm:pt>
  </dgm:ptLst>
  <dgm:cxnLst>
    <dgm:cxn modelId="{03B2CB0C-2ADF-4AE1-AE3E-45383903285A}" type="presOf" srcId="{D62C7D98-5102-45D2-A2EC-59DBB6E9218F}" destId="{9819F97A-D5E4-4FB2-90B4-EB7B86D27BC3}" srcOrd="0" destOrd="0" presId="urn:microsoft.com/office/officeart/2005/8/layout/cycle4"/>
    <dgm:cxn modelId="{E6EDF913-FD8A-4CE7-AAE8-67F845DDC16F}" type="presOf" srcId="{EFACB6F8-BF24-46A7-9578-D938490A7533}" destId="{2EC4471C-4E64-4490-81AD-E3A569475A10}" srcOrd="0" destOrd="0" presId="urn:microsoft.com/office/officeart/2005/8/layout/cycle4"/>
    <dgm:cxn modelId="{64386D2B-C5BB-48DF-A703-00F2FED8B219}" type="presOf" srcId="{EDEDEFF4-8379-40D0-A3A2-A5AD5DDB19C2}" destId="{EC378F67-9F7D-472F-9D51-FFE28FFFA6FC}" srcOrd="1" destOrd="0" presId="urn:microsoft.com/office/officeart/2005/8/layout/cycle4"/>
    <dgm:cxn modelId="{62E17E2B-6B8F-4F15-9929-B21DD0ACC82E}" srcId="{D62C7D98-5102-45D2-A2EC-59DBB6E9218F}" destId="{692B89D7-D53C-4BCD-901F-242D72751C8E}" srcOrd="3" destOrd="0" parTransId="{88F88265-3104-4E65-8E69-38CB6F63CBE8}" sibTransId="{57B5ADB5-D12A-45CB-AD51-04429C67DF50}"/>
    <dgm:cxn modelId="{50AEC42B-93F6-48FB-A74D-F1B53B26A81D}" srcId="{D62C7D98-5102-45D2-A2EC-59DBB6E9218F}" destId="{EFACB6F8-BF24-46A7-9578-D938490A7533}" srcOrd="2" destOrd="0" parTransId="{9D9A75F4-F87F-4518-9663-05B5F19211E0}" sibTransId="{6F96C53C-4731-41BB-A9E8-01EF50A1894C}"/>
    <dgm:cxn modelId="{7019B03F-4DF3-49B6-B804-1D10151C1D29}" type="presOf" srcId="{6AE250AF-1D5C-4C1E-9D21-4E125C14332A}" destId="{CB9CBF57-06ED-4E4F-A31F-268839756B8E}" srcOrd="0" destOrd="0" presId="urn:microsoft.com/office/officeart/2005/8/layout/cycle4"/>
    <dgm:cxn modelId="{86968D70-B727-4F9A-AEC4-EE00F35626B7}" type="presOf" srcId="{62FB91F5-7F31-4C1F-81A5-DC88737687D9}" destId="{254DCE02-68A9-4A53-AEE6-E9543E0DAA5F}" srcOrd="0" destOrd="0" presId="urn:microsoft.com/office/officeart/2005/8/layout/cycle4"/>
    <dgm:cxn modelId="{1076CB88-C360-4DBC-AE22-B72876F0E189}" srcId="{EFACB6F8-BF24-46A7-9578-D938490A7533}" destId="{62FB91F5-7F31-4C1F-81A5-DC88737687D9}" srcOrd="0" destOrd="0" parTransId="{62932499-3A5F-4636-9E68-DDF8BBF839BC}" sibTransId="{1EDAF207-C01E-4AC2-9B9C-1DF0ABAC8F30}"/>
    <dgm:cxn modelId="{083BD58D-1137-4C38-BA70-49FE6F75CF81}" type="presOf" srcId="{692B89D7-D53C-4BCD-901F-242D72751C8E}" destId="{4CD1C412-15AA-4DC1-98A3-6ACE81F6E1B5}" srcOrd="0" destOrd="0" presId="urn:microsoft.com/office/officeart/2005/8/layout/cycle4"/>
    <dgm:cxn modelId="{11669294-14C5-470D-AB94-D31352F6F99E}" srcId="{6AE250AF-1D5C-4C1E-9D21-4E125C14332A}" destId="{EDEDEFF4-8379-40D0-A3A2-A5AD5DDB19C2}" srcOrd="0" destOrd="0" parTransId="{E142BEED-6028-4DEE-B120-3E6BEDFEEA2C}" sibTransId="{204B5E75-B137-4FD2-BFF8-DF1980D655F9}"/>
    <dgm:cxn modelId="{AF35BD9B-A610-443B-94CC-9A0FE8ABD565}" type="presOf" srcId="{5FB7FF58-B7A7-4DDD-808E-C03EFF589CCE}" destId="{416138E7-9BAE-4A66-8192-725374DF88D6}" srcOrd="0" destOrd="0" presId="urn:microsoft.com/office/officeart/2005/8/layout/cycle4"/>
    <dgm:cxn modelId="{8A4C2D9D-1021-48BF-A923-0E794B47F795}" type="presOf" srcId="{5FB7FF58-B7A7-4DDD-808E-C03EFF589CCE}" destId="{03FF60D5-6F58-4D03-86AC-EDD62837C9DD}" srcOrd="1" destOrd="0" presId="urn:microsoft.com/office/officeart/2005/8/layout/cycle4"/>
    <dgm:cxn modelId="{615700A0-D2AA-494B-AE07-9D83D28A72C0}" srcId="{D62C7D98-5102-45D2-A2EC-59DBB6E9218F}" destId="{6AE250AF-1D5C-4C1E-9D21-4E125C14332A}" srcOrd="1" destOrd="0" parTransId="{4590C5D1-2B47-4B8E-83F0-9228D0EC02B3}" sibTransId="{6BC7D6AD-88A7-46F0-BCC1-200E87CAD752}"/>
    <dgm:cxn modelId="{5A9CC1AA-A462-4FB8-8D70-D739BEE222C6}" type="presOf" srcId="{EDEDEFF4-8379-40D0-A3A2-A5AD5DDB19C2}" destId="{518464C1-B98A-456B-BDD5-5C5B7B646A25}" srcOrd="0" destOrd="0" presId="urn:microsoft.com/office/officeart/2005/8/layout/cycle4"/>
    <dgm:cxn modelId="{86CBC2AC-6495-4241-80A2-FE12A5443508}" srcId="{692B89D7-D53C-4BCD-901F-242D72751C8E}" destId="{CB4DCFE9-000A-4AEE-A1E9-9F40CAD54AE1}" srcOrd="0" destOrd="0" parTransId="{B0612C7E-CC9C-4BE4-8067-393197F86E9C}" sibTransId="{FE7BE94F-E0D8-4554-8851-0A8A3DF19433}"/>
    <dgm:cxn modelId="{A4FC10B0-F1B6-43B4-A399-68BA8B67335A}" type="presOf" srcId="{62FB91F5-7F31-4C1F-81A5-DC88737687D9}" destId="{4A2D91E1-C45D-46D4-AD70-532FA401CE1F}" srcOrd="1" destOrd="0" presId="urn:microsoft.com/office/officeart/2005/8/layout/cycle4"/>
    <dgm:cxn modelId="{0B6285BB-50BB-4DE3-B262-F42F839950AB}" srcId="{D62C7D98-5102-45D2-A2EC-59DBB6E9218F}" destId="{C2DA6780-BE81-4CD3-8080-95DB78276BB7}" srcOrd="0" destOrd="0" parTransId="{7C7A8135-C663-4295-9882-672ACE1E2995}" sibTransId="{41871732-10B9-4FFA-9D2F-6F50B929A92C}"/>
    <dgm:cxn modelId="{E58B22CE-93C1-4CFF-B414-CBBE7499D163}" type="presOf" srcId="{CB4DCFE9-000A-4AEE-A1E9-9F40CAD54AE1}" destId="{4A383FE3-BBC9-4B44-B65E-F39FAC168EB9}" srcOrd="1" destOrd="0" presId="urn:microsoft.com/office/officeart/2005/8/layout/cycle4"/>
    <dgm:cxn modelId="{E7BE28E7-A516-45C3-996A-C342EEAD7983}" type="presOf" srcId="{CB4DCFE9-000A-4AEE-A1E9-9F40CAD54AE1}" destId="{8D327E0F-8E1D-4E7B-A123-FAADCCFDA89B}" srcOrd="0" destOrd="0" presId="urn:microsoft.com/office/officeart/2005/8/layout/cycle4"/>
    <dgm:cxn modelId="{3CD830E8-03BE-48C0-88FE-DD0C41243EC3}" srcId="{C2DA6780-BE81-4CD3-8080-95DB78276BB7}" destId="{5FB7FF58-B7A7-4DDD-808E-C03EFF589CCE}" srcOrd="0" destOrd="0" parTransId="{7A83C203-9D9F-4B2B-84E4-FA15AA14263F}" sibTransId="{BD5F074D-9404-43A6-9D19-6A496FFECE22}"/>
    <dgm:cxn modelId="{49DDDDF6-E618-4D27-B1D9-F409016836CB}" type="presOf" srcId="{C2DA6780-BE81-4CD3-8080-95DB78276BB7}" destId="{F06B8A0B-43F0-4CE9-BB6C-08EDB14915D6}" srcOrd="0" destOrd="0" presId="urn:microsoft.com/office/officeart/2005/8/layout/cycle4"/>
    <dgm:cxn modelId="{88A12C61-8EC8-4BBB-826A-6F26DBFA937F}" type="presParOf" srcId="{9819F97A-D5E4-4FB2-90B4-EB7B86D27BC3}" destId="{5DEB5F32-B97B-444E-BE77-D8D26BCC5A10}" srcOrd="0" destOrd="0" presId="urn:microsoft.com/office/officeart/2005/8/layout/cycle4"/>
    <dgm:cxn modelId="{2150C371-108B-47DF-BAFD-E94D62BEA0DD}" type="presParOf" srcId="{5DEB5F32-B97B-444E-BE77-D8D26BCC5A10}" destId="{60BBC1B9-6F7D-4BB5-B438-E0C83A981104}" srcOrd="0" destOrd="0" presId="urn:microsoft.com/office/officeart/2005/8/layout/cycle4"/>
    <dgm:cxn modelId="{81B0077E-39CD-454B-981C-0FF3CBF71B63}" type="presParOf" srcId="{60BBC1B9-6F7D-4BB5-B438-E0C83A981104}" destId="{416138E7-9BAE-4A66-8192-725374DF88D6}" srcOrd="0" destOrd="0" presId="urn:microsoft.com/office/officeart/2005/8/layout/cycle4"/>
    <dgm:cxn modelId="{9F519316-67A5-4A65-A645-CEDB9157FE2C}" type="presParOf" srcId="{60BBC1B9-6F7D-4BB5-B438-E0C83A981104}" destId="{03FF60D5-6F58-4D03-86AC-EDD62837C9DD}" srcOrd="1" destOrd="0" presId="urn:microsoft.com/office/officeart/2005/8/layout/cycle4"/>
    <dgm:cxn modelId="{7DBC71C3-AE76-4936-A7F7-AE295B0EE3A7}" type="presParOf" srcId="{5DEB5F32-B97B-444E-BE77-D8D26BCC5A10}" destId="{6F193CA5-98E7-4D24-BFB5-F486E340029E}" srcOrd="1" destOrd="0" presId="urn:microsoft.com/office/officeart/2005/8/layout/cycle4"/>
    <dgm:cxn modelId="{1703024E-1712-45AD-9D83-59A4435D575C}" type="presParOf" srcId="{6F193CA5-98E7-4D24-BFB5-F486E340029E}" destId="{518464C1-B98A-456B-BDD5-5C5B7B646A25}" srcOrd="0" destOrd="0" presId="urn:microsoft.com/office/officeart/2005/8/layout/cycle4"/>
    <dgm:cxn modelId="{9F6C3280-E32C-4CBD-B395-5D00BDCA35BA}" type="presParOf" srcId="{6F193CA5-98E7-4D24-BFB5-F486E340029E}" destId="{EC378F67-9F7D-472F-9D51-FFE28FFFA6FC}" srcOrd="1" destOrd="0" presId="urn:microsoft.com/office/officeart/2005/8/layout/cycle4"/>
    <dgm:cxn modelId="{E5DB2F96-DCFD-4B06-AA94-8E8AD948DA4F}" type="presParOf" srcId="{5DEB5F32-B97B-444E-BE77-D8D26BCC5A10}" destId="{5B42589E-3235-453F-ACD4-1D619B9ED75F}" srcOrd="2" destOrd="0" presId="urn:microsoft.com/office/officeart/2005/8/layout/cycle4"/>
    <dgm:cxn modelId="{16009B33-F915-4418-AE85-8FB861D9BB16}" type="presParOf" srcId="{5B42589E-3235-453F-ACD4-1D619B9ED75F}" destId="{254DCE02-68A9-4A53-AEE6-E9543E0DAA5F}" srcOrd="0" destOrd="0" presId="urn:microsoft.com/office/officeart/2005/8/layout/cycle4"/>
    <dgm:cxn modelId="{A8F23008-8EC5-4D2B-AAF6-D8795E38B1F8}" type="presParOf" srcId="{5B42589E-3235-453F-ACD4-1D619B9ED75F}" destId="{4A2D91E1-C45D-46D4-AD70-532FA401CE1F}" srcOrd="1" destOrd="0" presId="urn:microsoft.com/office/officeart/2005/8/layout/cycle4"/>
    <dgm:cxn modelId="{14B6F0D8-CA42-453A-BD4F-3B50F965EABA}" type="presParOf" srcId="{5DEB5F32-B97B-444E-BE77-D8D26BCC5A10}" destId="{9AFAF0D2-3EB4-478C-B980-48EF39E1AB66}" srcOrd="3" destOrd="0" presId="urn:microsoft.com/office/officeart/2005/8/layout/cycle4"/>
    <dgm:cxn modelId="{09F93F0C-DC28-469E-94F1-258F18B8E985}" type="presParOf" srcId="{9AFAF0D2-3EB4-478C-B980-48EF39E1AB66}" destId="{8D327E0F-8E1D-4E7B-A123-FAADCCFDA89B}" srcOrd="0" destOrd="0" presId="urn:microsoft.com/office/officeart/2005/8/layout/cycle4"/>
    <dgm:cxn modelId="{9DCB964B-B3B0-4447-A41C-974DECC71866}" type="presParOf" srcId="{9AFAF0D2-3EB4-478C-B980-48EF39E1AB66}" destId="{4A383FE3-BBC9-4B44-B65E-F39FAC168EB9}" srcOrd="1" destOrd="0" presId="urn:microsoft.com/office/officeart/2005/8/layout/cycle4"/>
    <dgm:cxn modelId="{66CB2BC7-6CA2-438A-A273-7CCBAF2AE291}" type="presParOf" srcId="{5DEB5F32-B97B-444E-BE77-D8D26BCC5A10}" destId="{581F65BD-8C88-4C3C-B995-E40315091F68}" srcOrd="4" destOrd="0" presId="urn:microsoft.com/office/officeart/2005/8/layout/cycle4"/>
    <dgm:cxn modelId="{F30BEF36-288C-4A9C-83D8-99E426EE25F4}" type="presParOf" srcId="{9819F97A-D5E4-4FB2-90B4-EB7B86D27BC3}" destId="{C33DC263-50F6-4DAB-A578-B192E5EC5A8F}" srcOrd="1" destOrd="0" presId="urn:microsoft.com/office/officeart/2005/8/layout/cycle4"/>
    <dgm:cxn modelId="{5912CB30-FA1C-4AD1-B1DC-A9697B2DA330}" type="presParOf" srcId="{C33DC263-50F6-4DAB-A578-B192E5EC5A8F}" destId="{F06B8A0B-43F0-4CE9-BB6C-08EDB14915D6}" srcOrd="0" destOrd="0" presId="urn:microsoft.com/office/officeart/2005/8/layout/cycle4"/>
    <dgm:cxn modelId="{4CF92846-1421-4F2C-B582-3F35504B13C3}" type="presParOf" srcId="{C33DC263-50F6-4DAB-A578-B192E5EC5A8F}" destId="{CB9CBF57-06ED-4E4F-A31F-268839756B8E}" srcOrd="1" destOrd="0" presId="urn:microsoft.com/office/officeart/2005/8/layout/cycle4"/>
    <dgm:cxn modelId="{BE15B88C-5389-4D55-82DC-2687CC724365}" type="presParOf" srcId="{C33DC263-50F6-4DAB-A578-B192E5EC5A8F}" destId="{2EC4471C-4E64-4490-81AD-E3A569475A10}" srcOrd="2" destOrd="0" presId="urn:microsoft.com/office/officeart/2005/8/layout/cycle4"/>
    <dgm:cxn modelId="{DFFB9751-B1A6-4AE4-8E26-18C37668DC8A}" type="presParOf" srcId="{C33DC263-50F6-4DAB-A578-B192E5EC5A8F}" destId="{4CD1C412-15AA-4DC1-98A3-6ACE81F6E1B5}" srcOrd="3" destOrd="0" presId="urn:microsoft.com/office/officeart/2005/8/layout/cycle4"/>
    <dgm:cxn modelId="{DF6B073B-3E0D-4594-BAC7-A1339F654693}" type="presParOf" srcId="{C33DC263-50F6-4DAB-A578-B192E5EC5A8F}" destId="{94A502BD-9503-4668-BF55-B34A1537A47E}" srcOrd="4" destOrd="0" presId="urn:microsoft.com/office/officeart/2005/8/layout/cycle4"/>
    <dgm:cxn modelId="{756B8002-F6EA-4525-B095-1BF3DA8F6F6A}" type="presParOf" srcId="{9819F97A-D5E4-4FB2-90B4-EB7B86D27BC3}" destId="{E7AEF277-AFE0-49B4-A8BD-008E91789FB4}" srcOrd="2" destOrd="0" presId="urn:microsoft.com/office/officeart/2005/8/layout/cycle4"/>
    <dgm:cxn modelId="{5288CE51-3539-4540-A006-22E92823EBB4}" type="presParOf" srcId="{9819F97A-D5E4-4FB2-90B4-EB7B86D27BC3}" destId="{C1AD7FB8-EE47-4CA6-8729-C550E7073BD1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DCE02-68A9-4A53-AEE6-E9543E0DAA5F}">
      <dsp:nvSpPr>
        <dsp:cNvPr id="0" name=""/>
        <dsp:cNvSpPr/>
      </dsp:nvSpPr>
      <dsp:spPr>
        <a:xfrm>
          <a:off x="5650204" y="2443987"/>
          <a:ext cx="1775485" cy="11501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 err="1"/>
            <a:t>Subnetting</a:t>
          </a:r>
          <a:r>
            <a:rPr lang="es-ES" sz="1200" kern="1200" dirty="0"/>
            <a:t> y otras cosas</a:t>
          </a:r>
        </a:p>
      </dsp:txBody>
      <dsp:txXfrm>
        <a:off x="6208114" y="2756780"/>
        <a:ext cx="1192311" cy="812056"/>
      </dsp:txXfrm>
    </dsp:sp>
    <dsp:sp modelId="{8D327E0F-8E1D-4E7B-A123-FAADCCFDA89B}">
      <dsp:nvSpPr>
        <dsp:cNvPr id="0" name=""/>
        <dsp:cNvSpPr/>
      </dsp:nvSpPr>
      <dsp:spPr>
        <a:xfrm>
          <a:off x="2753359" y="2443987"/>
          <a:ext cx="1775485" cy="11501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Sistemas operativos mono puestos</a:t>
          </a:r>
        </a:p>
      </dsp:txBody>
      <dsp:txXfrm>
        <a:off x="2778623" y="2756780"/>
        <a:ext cx="1192311" cy="812056"/>
      </dsp:txXfrm>
    </dsp:sp>
    <dsp:sp modelId="{518464C1-B98A-456B-BDD5-5C5B7B646A25}">
      <dsp:nvSpPr>
        <dsp:cNvPr id="0" name=""/>
        <dsp:cNvSpPr/>
      </dsp:nvSpPr>
      <dsp:spPr>
        <a:xfrm>
          <a:off x="5650204" y="0"/>
          <a:ext cx="1775485" cy="11501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Vemos los componentes del ordenador</a:t>
          </a:r>
        </a:p>
      </dsp:txBody>
      <dsp:txXfrm>
        <a:off x="6208114" y="25264"/>
        <a:ext cx="1192311" cy="812056"/>
      </dsp:txXfrm>
    </dsp:sp>
    <dsp:sp modelId="{416138E7-9BAE-4A66-8192-725374DF88D6}">
      <dsp:nvSpPr>
        <dsp:cNvPr id="0" name=""/>
        <dsp:cNvSpPr/>
      </dsp:nvSpPr>
      <dsp:spPr>
        <a:xfrm>
          <a:off x="2753359" y="0"/>
          <a:ext cx="1775485" cy="11501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Aplicaciones ofimáticas en general </a:t>
          </a:r>
        </a:p>
      </dsp:txBody>
      <dsp:txXfrm>
        <a:off x="2778623" y="25264"/>
        <a:ext cx="1192311" cy="812056"/>
      </dsp:txXfrm>
    </dsp:sp>
    <dsp:sp modelId="{F06B8A0B-43F0-4CE9-BB6C-08EDB14915D6}">
      <dsp:nvSpPr>
        <dsp:cNvPr id="0" name=""/>
        <dsp:cNvSpPr/>
      </dsp:nvSpPr>
      <dsp:spPr>
        <a:xfrm>
          <a:off x="3497338" y="204863"/>
          <a:ext cx="1556245" cy="1556245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7000"/>
                <a:satMod val="105000"/>
                <a:lumMod val="11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73000"/>
                <a:satMod val="103000"/>
                <a:lumMod val="10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APLOF</a:t>
          </a:r>
        </a:p>
      </dsp:txBody>
      <dsp:txXfrm>
        <a:off x="3953152" y="660677"/>
        <a:ext cx="1100431" cy="1100431"/>
      </dsp:txXfrm>
    </dsp:sp>
    <dsp:sp modelId="{CB9CBF57-06ED-4E4F-A31F-268839756B8E}">
      <dsp:nvSpPr>
        <dsp:cNvPr id="0" name=""/>
        <dsp:cNvSpPr/>
      </dsp:nvSpPr>
      <dsp:spPr>
        <a:xfrm rot="5400000">
          <a:off x="5125465" y="204863"/>
          <a:ext cx="1556245" cy="1556245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7000"/>
                <a:satMod val="105000"/>
                <a:lumMod val="11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73000"/>
                <a:satMod val="103000"/>
                <a:lumMod val="10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MONTAJE</a:t>
          </a:r>
        </a:p>
      </dsp:txBody>
      <dsp:txXfrm rot="-5400000">
        <a:off x="5125465" y="660677"/>
        <a:ext cx="1100431" cy="1100431"/>
      </dsp:txXfrm>
    </dsp:sp>
    <dsp:sp modelId="{2EC4471C-4E64-4490-81AD-E3A569475A10}">
      <dsp:nvSpPr>
        <dsp:cNvPr id="0" name=""/>
        <dsp:cNvSpPr/>
      </dsp:nvSpPr>
      <dsp:spPr>
        <a:xfrm rot="10800000">
          <a:off x="5125465" y="1832991"/>
          <a:ext cx="1556245" cy="1556245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7000"/>
                <a:satMod val="105000"/>
                <a:lumMod val="11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73000"/>
                <a:satMod val="103000"/>
                <a:lumMod val="10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REDES</a:t>
          </a:r>
        </a:p>
      </dsp:txBody>
      <dsp:txXfrm rot="10800000">
        <a:off x="5125465" y="1832991"/>
        <a:ext cx="1100431" cy="1100431"/>
      </dsp:txXfrm>
    </dsp:sp>
    <dsp:sp modelId="{4CD1C412-15AA-4DC1-98A3-6ACE81F6E1B5}">
      <dsp:nvSpPr>
        <dsp:cNvPr id="0" name=""/>
        <dsp:cNvSpPr/>
      </dsp:nvSpPr>
      <dsp:spPr>
        <a:xfrm rot="16200000">
          <a:off x="3497338" y="1832991"/>
          <a:ext cx="1556245" cy="1556245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7000"/>
                <a:satMod val="105000"/>
                <a:lumMod val="11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73000"/>
                <a:satMod val="103000"/>
                <a:lumMod val="10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SOM</a:t>
          </a:r>
        </a:p>
      </dsp:txBody>
      <dsp:txXfrm rot="5400000">
        <a:off x="3953152" y="1832991"/>
        <a:ext cx="1100431" cy="1100431"/>
      </dsp:txXfrm>
    </dsp:sp>
    <dsp:sp modelId="{E7AEF277-AFE0-49B4-A8BD-008E91789FB4}">
      <dsp:nvSpPr>
        <dsp:cNvPr id="0" name=""/>
        <dsp:cNvSpPr/>
      </dsp:nvSpPr>
      <dsp:spPr>
        <a:xfrm>
          <a:off x="4820866" y="1473581"/>
          <a:ext cx="537317" cy="467233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7000"/>
                <a:satMod val="105000"/>
                <a:lumMod val="110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tint val="73000"/>
                <a:satMod val="103000"/>
                <a:lumMod val="105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400000" scaled="0"/>
        </a:gra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C1AD7FB8-EE47-4CA6-8729-C550E7073BD1}">
      <dsp:nvSpPr>
        <dsp:cNvPr id="0" name=""/>
        <dsp:cNvSpPr/>
      </dsp:nvSpPr>
      <dsp:spPr>
        <a:xfrm rot="10800000">
          <a:off x="4820866" y="1653286"/>
          <a:ext cx="537317" cy="467233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7000"/>
                <a:satMod val="105000"/>
                <a:lumMod val="110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tint val="73000"/>
                <a:satMod val="103000"/>
                <a:lumMod val="105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81000"/>
                <a:satMod val="109000"/>
                <a:lumMod val="105000"/>
              </a:schemeClr>
            </a:gs>
          </a:gsLst>
          <a:lin ang="5400000" scaled="0"/>
        </a:gradFill>
        <a:ln w="635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1/12/2024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1/12/2024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gif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62477-4720-7D2F-2E76-D53A068C65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Practica 11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797B87-116B-9F2C-C28B-852EDB75FE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Sergio carrasco gallardo</a:t>
            </a:r>
          </a:p>
        </p:txBody>
      </p:sp>
    </p:spTree>
    <p:extLst>
      <p:ext uri="{BB962C8B-B14F-4D97-AF65-F5344CB8AC3E}">
        <p14:creationId xmlns:p14="http://schemas.microsoft.com/office/powerpoint/2010/main" val="3185884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3CC3240-A5C9-C31A-A1C0-1AD376E0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Smr</a:t>
            </a:r>
            <a:r>
              <a:rPr lang="es-ES" dirty="0"/>
              <a:t>: Sistemas Microinformáticos y Redes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327436-B19B-1D44-EBE8-B04422FF7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Es una titulación de educación técnica y profesional que se centra en la formación de profesionales en el ámbito de la informática y las redes. </a:t>
            </a:r>
          </a:p>
          <a:p>
            <a:r>
              <a:rPr lang="es-ES" dirty="0"/>
              <a:t>Duración: 2 años</a:t>
            </a:r>
          </a:p>
          <a:p>
            <a:r>
              <a:rPr lang="es-ES" dirty="0"/>
              <a:t>Objetivos: El programa tiene como objetivo formar a los estudiantes en el diseño, montaje, mantenimiento y reparación de sistemas microinformáticos y redes locales, así como en la administración de servicios de red.</a:t>
            </a:r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6BA81382-D591-230E-7B1A-198FB6B116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917" r="13917"/>
          <a:stretch>
            <a:fillRect/>
          </a:stretch>
        </p:blipFill>
        <p:spPr/>
      </p:pic>
      <p:sp>
        <p:nvSpPr>
          <p:cNvPr id="2" name="Rectángulo 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F847D6A-9E13-6523-9D35-19C737CA3F5B}"/>
              </a:ext>
            </a:extLst>
          </p:cNvPr>
          <p:cNvSpPr/>
          <p:nvPr/>
        </p:nvSpPr>
        <p:spPr>
          <a:xfrm>
            <a:off x="8001000" y="6007100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former</a:t>
            </a:r>
            <a:endParaRPr lang="es-ES" dirty="0"/>
          </a:p>
        </p:txBody>
      </p:sp>
      <p:sp>
        <p:nvSpPr>
          <p:cNvPr id="5" name="Rectángulo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40304F7-751B-7334-E3F7-8F98167D7A93}"/>
              </a:ext>
            </a:extLst>
          </p:cNvPr>
          <p:cNvSpPr/>
          <p:nvPr/>
        </p:nvSpPr>
        <p:spPr>
          <a:xfrm>
            <a:off x="9817100" y="5990811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next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8728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1DA31E7-E327-FC1B-20DC-543F4C22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IES San Sebastián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8CDB45-2EE3-CAEC-4D9D-F52E7C0A7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MI INSTITUTO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963B3D91-3862-2D6A-4806-3E710E854A33}"/>
              </a:ext>
            </a:extLst>
          </p:cNvPr>
          <p:cNvSpPr txBox="1">
            <a:spLocks/>
          </p:cNvSpPr>
          <p:nvPr/>
        </p:nvSpPr>
        <p:spPr>
          <a:xfrm>
            <a:off x="6178578" y="4096224"/>
            <a:ext cx="994744" cy="1037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None/>
              <a:defRPr sz="1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MI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ACD5D0C5-B749-4DC6-6C9D-EAD56D79B686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45673EE-D56B-5A22-D9D4-1F1CD7435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64" y="0"/>
            <a:ext cx="7378390" cy="7028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ágenes de Dibujo Nino - Descarga gratuita en Freepik">
            <a:extLst>
              <a:ext uri="{FF2B5EF4-FFF2-40B4-BE49-F238E27FC236}">
                <a16:creationId xmlns:a16="http://schemas.microsoft.com/office/drawing/2014/main" id="{0CBC3AE9-FE02-F7DB-ACAB-03D8938A3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950" y="3944892"/>
            <a:ext cx="1810221" cy="2913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Bocadillo: ovalado 11">
            <a:extLst>
              <a:ext uri="{FF2B5EF4-FFF2-40B4-BE49-F238E27FC236}">
                <a16:creationId xmlns:a16="http://schemas.microsoft.com/office/drawing/2014/main" id="{3C8115A1-ED6A-3A93-691F-705D23A90FA1}"/>
              </a:ext>
            </a:extLst>
          </p:cNvPr>
          <p:cNvSpPr/>
          <p:nvPr/>
        </p:nvSpPr>
        <p:spPr>
          <a:xfrm>
            <a:off x="5563518" y="2761777"/>
            <a:ext cx="1949985" cy="1012354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¡¡Estudiamos SMR!!</a:t>
            </a:r>
          </a:p>
        </p:txBody>
      </p:sp>
      <p:sp>
        <p:nvSpPr>
          <p:cNvPr id="2" name="Rectángulo 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0A87190-9267-75F5-7EB3-0271B91BA1B1}"/>
              </a:ext>
            </a:extLst>
          </p:cNvPr>
          <p:cNvSpPr/>
          <p:nvPr/>
        </p:nvSpPr>
        <p:spPr>
          <a:xfrm>
            <a:off x="8001000" y="6007100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former</a:t>
            </a:r>
            <a:endParaRPr lang="es-ES" dirty="0"/>
          </a:p>
        </p:txBody>
      </p:sp>
      <p:sp>
        <p:nvSpPr>
          <p:cNvPr id="6" name="Rectángulo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0E61220-3F1F-2ABA-AD0A-19A2B061F58D}"/>
              </a:ext>
            </a:extLst>
          </p:cNvPr>
          <p:cNvSpPr/>
          <p:nvPr/>
        </p:nvSpPr>
        <p:spPr>
          <a:xfrm>
            <a:off x="9817100" y="5990811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next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5264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1C147AF-9DD7-C6C7-F644-E8E391987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259" y="2207620"/>
            <a:ext cx="2466975" cy="1847850"/>
          </a:xfrm>
          <a:prstGeom prst="rect">
            <a:avLst/>
          </a:prstGeom>
        </p:spPr>
      </p:pic>
      <p:pic>
        <p:nvPicPr>
          <p:cNvPr id="10" name="Picture 2" descr="Cómo montar un ordenador paso a paso: la guía 2016">
            <a:extLst>
              <a:ext uri="{FF2B5EF4-FFF2-40B4-BE49-F238E27FC236}">
                <a16:creationId xmlns:a16="http://schemas.microsoft.com/office/drawing/2014/main" id="{6A2427FD-77A3-E29D-73EF-1EA03B477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06" y="1599638"/>
            <a:ext cx="2123558" cy="1391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8E214A3-2638-862A-6B1E-84140AF68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471" y="309102"/>
            <a:ext cx="2876550" cy="1590675"/>
          </a:xfrm>
          <a:prstGeom prst="rect">
            <a:avLst/>
          </a:prstGeom>
        </p:spPr>
      </p:pic>
      <p:pic>
        <p:nvPicPr>
          <p:cNvPr id="12" name="Picture 4" descr="Redes Informáticas - Concepto, tipos de red y elementos">
            <a:extLst>
              <a:ext uri="{FF2B5EF4-FFF2-40B4-BE49-F238E27FC236}">
                <a16:creationId xmlns:a16="http://schemas.microsoft.com/office/drawing/2014/main" id="{680F5CCD-96CA-DC54-6B48-7CDB62F3E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616" y="1599638"/>
            <a:ext cx="2065664" cy="1032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La Escuela">
            <a:extLst>
              <a:ext uri="{FF2B5EF4-FFF2-40B4-BE49-F238E27FC236}">
                <a16:creationId xmlns:a16="http://schemas.microsoft.com/office/drawing/2014/main" id="{CF2F045A-D8DF-80A9-D4DD-8C26C8C3A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021" y="4055470"/>
            <a:ext cx="1852097" cy="202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ntroducción a los sistemas operativos | Universo Digital">
            <a:extLst>
              <a:ext uri="{FF2B5EF4-FFF2-40B4-BE49-F238E27FC236}">
                <a16:creationId xmlns:a16="http://schemas.microsoft.com/office/drawing/2014/main" id="{70AC1290-F623-1A17-DB0C-B4A2619E4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865" y="4530631"/>
            <a:ext cx="2577947" cy="14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7CE86DF-3DFD-2E10-A579-71BD503F4A50}"/>
              </a:ext>
            </a:extLst>
          </p:cNvPr>
          <p:cNvSpPr/>
          <p:nvPr/>
        </p:nvSpPr>
        <p:spPr>
          <a:xfrm>
            <a:off x="8001000" y="6007100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former</a:t>
            </a:r>
            <a:endParaRPr lang="es-ES" dirty="0"/>
          </a:p>
        </p:txBody>
      </p:sp>
      <p:sp>
        <p:nvSpPr>
          <p:cNvPr id="3" name="Rectángulo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11B8455-2C87-9FA4-121E-040FF6D42DA7}"/>
              </a:ext>
            </a:extLst>
          </p:cNvPr>
          <p:cNvSpPr/>
          <p:nvPr/>
        </p:nvSpPr>
        <p:spPr>
          <a:xfrm>
            <a:off x="9817100" y="5990811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next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2547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058AD-EE92-4725-03FF-639D41CA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CALENDARIO DE NOVIEMBRE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DCAFDB5-43EB-5BA5-B9EE-4C35AD6755D5}"/>
              </a:ext>
            </a:extLst>
          </p:cNvPr>
          <p:cNvSpPr txBox="1">
            <a:spLocks/>
          </p:cNvSpPr>
          <p:nvPr/>
        </p:nvSpPr>
        <p:spPr>
          <a:xfrm>
            <a:off x="1921830" y="1641513"/>
            <a:ext cx="3718765" cy="75436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NOVIEMBRE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EC240EB-1AB1-B8D7-4814-CBF1CAD57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778670"/>
              </p:ext>
            </p:extLst>
          </p:nvPr>
        </p:nvGraphicFramePr>
        <p:xfrm>
          <a:off x="2031999" y="2206545"/>
          <a:ext cx="81280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72579314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9681412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1129899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57739845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728066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26547037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6573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Lun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Jue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Sab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026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1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8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88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405322"/>
                  </a:ext>
                </a:extLst>
              </a:tr>
            </a:tbl>
          </a:graphicData>
        </a:graphic>
      </p:graphicFrame>
      <p:sp>
        <p:nvSpPr>
          <p:cNvPr id="3" name="Rectángulo 2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DA07A3A-08BA-A661-EECC-E0590C6BEAC3}"/>
              </a:ext>
            </a:extLst>
          </p:cNvPr>
          <p:cNvSpPr/>
          <p:nvPr/>
        </p:nvSpPr>
        <p:spPr>
          <a:xfrm>
            <a:off x="8001000" y="6007100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former</a:t>
            </a:r>
            <a:endParaRPr lang="es-ES" dirty="0"/>
          </a:p>
        </p:txBody>
      </p:sp>
      <p:sp>
        <p:nvSpPr>
          <p:cNvPr id="6" name="Rectángulo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DD26DAF-6395-2D00-7F89-067BDA3C116A}"/>
              </a:ext>
            </a:extLst>
          </p:cNvPr>
          <p:cNvSpPr/>
          <p:nvPr/>
        </p:nvSpPr>
        <p:spPr>
          <a:xfrm>
            <a:off x="9817100" y="5990811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next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62048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A181813-D864-2166-C756-FE9186697B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2357490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ángulo 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CCB6785-EBC1-1BB3-9420-F87381B8ECC9}"/>
              </a:ext>
            </a:extLst>
          </p:cNvPr>
          <p:cNvSpPr/>
          <p:nvPr/>
        </p:nvSpPr>
        <p:spPr>
          <a:xfrm>
            <a:off x="8001000" y="6007100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former</a:t>
            </a:r>
            <a:endParaRPr lang="es-ES" dirty="0"/>
          </a:p>
        </p:txBody>
      </p:sp>
      <p:sp>
        <p:nvSpPr>
          <p:cNvPr id="3" name="Rectángulo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BC4D6FB-9009-6162-7223-CBE48B5A1614}"/>
              </a:ext>
            </a:extLst>
          </p:cNvPr>
          <p:cNvSpPr/>
          <p:nvPr/>
        </p:nvSpPr>
        <p:spPr>
          <a:xfrm>
            <a:off x="9817100" y="5990811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next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5648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956AA-2D1C-4C93-5624-E913F191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SMR es un ciclo fantástico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B6F536-A5AB-F2ED-CCDC-07A7525A4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5951" y="2732418"/>
            <a:ext cx="4800600" cy="353367"/>
          </a:xfrm>
        </p:spPr>
        <p:txBody>
          <a:bodyPr/>
          <a:lstStyle/>
          <a:p>
            <a:r>
              <a:rPr lang="es-ES" sz="1800" b="1" i="0" dirty="0">
                <a:effectLst/>
                <a:latin typeface="Söhne"/>
              </a:rPr>
              <a:t>Técnico Superior en Desarrollo de Aplicaciones Multiplataforma:</a:t>
            </a:r>
          </a:p>
          <a:p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3E4D15-589F-3D6A-8D4C-6877566893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74151"/>
                </a:solidFill>
                <a:effectLst/>
                <a:latin typeface="Söhne"/>
              </a:rPr>
              <a:t>Enfoque: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s-ES" b="1" i="0" dirty="0">
                <a:solidFill>
                  <a:srgbClr val="374151"/>
                </a:solidFill>
                <a:effectLst/>
                <a:latin typeface="Söhne"/>
              </a:rPr>
              <a:t>Multiplataforma: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 Se centra en el desarrollo de aplicaciones que pueden ejecutarse en diferentes plataformas y dispositivos, como sistemas operativos de escritorio, móviles y web.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74151"/>
                </a:solidFill>
                <a:effectLst/>
                <a:latin typeface="Söhne"/>
              </a:rPr>
              <a:t>Contenido del Curso: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Desarrollo de aplicaciones para sistemas operativos como Windows, Linux y macOS.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Programación en lenguajes versátiles como Java, C# o Python.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Desarrollo de aplicaciones móviles para iOS y Android.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Conexión y acceso a bases de datos.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74151"/>
                </a:solidFill>
                <a:effectLst/>
                <a:latin typeface="Söhne"/>
              </a:rPr>
              <a:t>Habilidades Adquiridas: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Competencias en programación multiplataforma.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Desarrollo de aplicaciones para dispositivos móviles.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Conocimientos sobre interfaces de usuario y experiencia del usuario (UI/UX).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74151"/>
                </a:solidFill>
                <a:effectLst/>
                <a:latin typeface="Söhne"/>
              </a:rPr>
              <a:t>Salidas Profesionales: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Desarrollador de aplicaciones multiplataforma.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Programador de aplicaciones móviles.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Analista de sistemas.</a:t>
            </a:r>
          </a:p>
          <a:p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018674-9D83-4C20-AED1-D2C037960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864" y="2453256"/>
            <a:ext cx="4800600" cy="632529"/>
          </a:xfrm>
        </p:spPr>
        <p:txBody>
          <a:bodyPr/>
          <a:lstStyle/>
          <a:p>
            <a:r>
              <a:rPr lang="es-ES" sz="1800" b="1" i="0" dirty="0">
                <a:effectLst/>
                <a:latin typeface="Söhne"/>
              </a:rPr>
              <a:t>Técnico Superior en Desarrollo de Aplicaciones Web:</a:t>
            </a:r>
          </a:p>
          <a:p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92DD737-4D2C-F7F8-79A0-159D36B2FE5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4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74151"/>
                </a:solidFill>
                <a:effectLst/>
                <a:latin typeface="Söhne"/>
              </a:rPr>
              <a:t>Enfoque: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s-ES" b="1" i="0" dirty="0">
                <a:solidFill>
                  <a:srgbClr val="374151"/>
                </a:solidFill>
                <a:effectLst/>
                <a:latin typeface="Söhne"/>
              </a:rPr>
              <a:t>Desarrollo Web: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 Se enfoca específicamente en el diseño, desarrollo y mantenimiento de aplicaciones web.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74151"/>
                </a:solidFill>
                <a:effectLst/>
                <a:latin typeface="Söhne"/>
              </a:rPr>
              <a:t>Contenido del Curso: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Programación en lenguajes web como HTML, CSS, JavaScript, PHP, entre otros.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Desarrollo de aplicaciones web </a:t>
            </a:r>
            <a:r>
              <a:rPr lang="es-ES" b="0" i="0" dirty="0" err="1">
                <a:solidFill>
                  <a:srgbClr val="374151"/>
                </a:solidFill>
                <a:effectLst/>
                <a:latin typeface="Söhne"/>
              </a:rPr>
              <a:t>front-end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 y back-</a:t>
            </a:r>
            <a:r>
              <a:rPr lang="es-ES" b="0" i="0" dirty="0" err="1">
                <a:solidFill>
                  <a:srgbClr val="374151"/>
                </a:solidFill>
                <a:effectLst/>
                <a:latin typeface="Söhne"/>
              </a:rPr>
              <a:t>end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Diseño y administración de bases de datos para aplicaciones web.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74151"/>
                </a:solidFill>
                <a:effectLst/>
                <a:latin typeface="Söhne"/>
              </a:rPr>
              <a:t>Habilidades Adquiridas: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Competencias en desarrollo web </a:t>
            </a:r>
            <a:r>
              <a:rPr lang="es-ES" b="0" i="0" dirty="0" err="1">
                <a:solidFill>
                  <a:srgbClr val="374151"/>
                </a:solidFill>
                <a:effectLst/>
                <a:latin typeface="Söhne"/>
              </a:rPr>
              <a:t>front-end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 y back-</a:t>
            </a:r>
            <a:r>
              <a:rPr lang="es-ES" b="0" i="0" dirty="0" err="1">
                <a:solidFill>
                  <a:srgbClr val="374151"/>
                </a:solidFill>
                <a:effectLst/>
                <a:latin typeface="Söhne"/>
              </a:rPr>
              <a:t>end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Conocimientos detallados de tecnologías web y protocolos.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Experiencia en la creación y mantenimiento de sitios web dinámicos.</a:t>
            </a:r>
          </a:p>
          <a:p>
            <a:pPr algn="l">
              <a:buFont typeface="+mj-lt"/>
              <a:buAutoNum type="arabicPeriod"/>
            </a:pPr>
            <a:r>
              <a:rPr lang="es-ES" b="1" i="0" dirty="0">
                <a:solidFill>
                  <a:srgbClr val="374151"/>
                </a:solidFill>
                <a:effectLst/>
                <a:latin typeface="Söhne"/>
              </a:rPr>
              <a:t>Salidas Profesionales: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Desarrollador web </a:t>
            </a:r>
            <a:r>
              <a:rPr lang="es-ES" b="0" i="0" dirty="0" err="1">
                <a:solidFill>
                  <a:srgbClr val="374151"/>
                </a:solidFill>
                <a:effectLst/>
                <a:latin typeface="Söhne"/>
              </a:rPr>
              <a:t>front-end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Desarrollador web back-</a:t>
            </a:r>
            <a:r>
              <a:rPr lang="es-ES" b="0" i="0" dirty="0" err="1">
                <a:solidFill>
                  <a:srgbClr val="374151"/>
                </a:solidFill>
                <a:effectLst/>
                <a:latin typeface="Söhne"/>
              </a:rPr>
              <a:t>end</a:t>
            </a: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s-ES" b="0" i="0" dirty="0">
                <a:solidFill>
                  <a:srgbClr val="374151"/>
                </a:solidFill>
                <a:effectLst/>
                <a:latin typeface="Söhne"/>
              </a:rPr>
              <a:t>Administrador de sistemas web.</a:t>
            </a:r>
          </a:p>
          <a:p>
            <a:endParaRPr lang="es-ES" dirty="0"/>
          </a:p>
        </p:txBody>
      </p:sp>
      <p:sp>
        <p:nvSpPr>
          <p:cNvPr id="7" name="Rectángulo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567A07E-4ED4-656E-3394-11C4EB58F211}"/>
              </a:ext>
            </a:extLst>
          </p:cNvPr>
          <p:cNvSpPr/>
          <p:nvPr/>
        </p:nvSpPr>
        <p:spPr>
          <a:xfrm>
            <a:off x="9880600" y="491711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next</a:t>
            </a:r>
            <a:endParaRPr lang="es-ES" dirty="0"/>
          </a:p>
        </p:txBody>
      </p:sp>
      <p:sp>
        <p:nvSpPr>
          <p:cNvPr id="8" name="Rectángulo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819D5CA-129E-87AC-EDAD-4D629A0289C6}"/>
              </a:ext>
            </a:extLst>
          </p:cNvPr>
          <p:cNvSpPr/>
          <p:nvPr/>
        </p:nvSpPr>
        <p:spPr>
          <a:xfrm>
            <a:off x="8001000" y="6007100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former</a:t>
            </a:r>
            <a:endParaRPr lang="es-ES" dirty="0"/>
          </a:p>
        </p:txBody>
      </p:sp>
      <p:sp>
        <p:nvSpPr>
          <p:cNvPr id="9" name="Rectángulo 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A423258-E3BC-27B0-79D8-7DF64173DE6F}"/>
              </a:ext>
            </a:extLst>
          </p:cNvPr>
          <p:cNvSpPr/>
          <p:nvPr/>
        </p:nvSpPr>
        <p:spPr>
          <a:xfrm>
            <a:off x="9817100" y="5990811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next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70857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380C3-722A-284E-ECF2-58DDEBA40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2277287"/>
            <a:ext cx="10178322" cy="1492132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sz="4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PRESENTACION RESULTADOS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80A92D2-6DE0-7BEC-F3E4-6F2ED955CFC0}"/>
              </a:ext>
            </a:extLst>
          </p:cNvPr>
          <p:cNvSpPr/>
          <p:nvPr/>
        </p:nvSpPr>
        <p:spPr>
          <a:xfrm>
            <a:off x="1251678" y="2902167"/>
            <a:ext cx="9144000" cy="12118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strella: 5 puntas 4">
            <a:extLst>
              <a:ext uri="{FF2B5EF4-FFF2-40B4-BE49-F238E27FC236}">
                <a16:creationId xmlns:a16="http://schemas.microsoft.com/office/drawing/2014/main" id="{A59D522E-5E62-6646-A732-BB30F5477FBC}"/>
              </a:ext>
            </a:extLst>
          </p:cNvPr>
          <p:cNvSpPr/>
          <p:nvPr/>
        </p:nvSpPr>
        <p:spPr>
          <a:xfrm>
            <a:off x="1576643" y="1820627"/>
            <a:ext cx="341522" cy="26440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strella: 5 puntas 5">
            <a:extLst>
              <a:ext uri="{FF2B5EF4-FFF2-40B4-BE49-F238E27FC236}">
                <a16:creationId xmlns:a16="http://schemas.microsoft.com/office/drawing/2014/main" id="{4DC0617B-51ED-870E-A42F-0D1B5977CAF6}"/>
              </a:ext>
            </a:extLst>
          </p:cNvPr>
          <p:cNvSpPr/>
          <p:nvPr/>
        </p:nvSpPr>
        <p:spPr>
          <a:xfrm rot="20943089">
            <a:off x="1080917" y="1982856"/>
            <a:ext cx="341522" cy="26440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493F1D6-5E6B-0A32-F136-AC127BCA6AD8}"/>
              </a:ext>
            </a:extLst>
          </p:cNvPr>
          <p:cNvSpPr/>
          <p:nvPr/>
        </p:nvSpPr>
        <p:spPr>
          <a:xfrm>
            <a:off x="8001000" y="6007100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former</a:t>
            </a:r>
            <a:endParaRPr lang="es-ES" dirty="0"/>
          </a:p>
        </p:txBody>
      </p:sp>
      <p:sp>
        <p:nvSpPr>
          <p:cNvPr id="8" name="Rectángulo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7F2A324-2987-AA09-391C-666B00414450}"/>
              </a:ext>
            </a:extLst>
          </p:cNvPr>
          <p:cNvSpPr/>
          <p:nvPr/>
        </p:nvSpPr>
        <p:spPr>
          <a:xfrm>
            <a:off x="9817100" y="5990811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next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2636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69467-BFEF-9F35-8069-12F1D92CFBC5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sz="4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Donde estudiar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4F9CE-CA5F-D452-0488-B4FB4913B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91F4A17-7225-2B58-4BEF-2E5ACC7379C4}"/>
              </a:ext>
            </a:extLst>
          </p:cNvPr>
          <p:cNvSpPr/>
          <p:nvPr/>
        </p:nvSpPr>
        <p:spPr>
          <a:xfrm>
            <a:off x="1251678" y="1027359"/>
            <a:ext cx="5669822" cy="110711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565C2AD-77BA-ED3E-7E32-85B09EC95345}"/>
              </a:ext>
            </a:extLst>
          </p:cNvPr>
          <p:cNvSpPr/>
          <p:nvPr/>
        </p:nvSpPr>
        <p:spPr>
          <a:xfrm>
            <a:off x="8001000" y="6007100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former</a:t>
            </a:r>
            <a:endParaRPr lang="es-ES" dirty="0"/>
          </a:p>
        </p:txBody>
      </p:sp>
      <p:sp>
        <p:nvSpPr>
          <p:cNvPr id="10" name="Rectángulo 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FBD5AA-CDD2-82B5-2579-6A08444A8A6D}"/>
              </a:ext>
            </a:extLst>
          </p:cNvPr>
          <p:cNvSpPr/>
          <p:nvPr/>
        </p:nvSpPr>
        <p:spPr>
          <a:xfrm>
            <a:off x="9817100" y="5990811"/>
            <a:ext cx="1701800" cy="470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next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BD5A5BC-31D6-D237-03B2-3B8B1732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318" y="1706267"/>
            <a:ext cx="4654598" cy="417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08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Distintivo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72</TotalTime>
  <Words>389</Words>
  <Application>Microsoft Office PowerPoint</Application>
  <PresentationFormat>Panorámica</PresentationFormat>
  <Paragraphs>78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Gill Sans MT</vt:lpstr>
      <vt:lpstr>Impact</vt:lpstr>
      <vt:lpstr>Söhne</vt:lpstr>
      <vt:lpstr>Distintivo</vt:lpstr>
      <vt:lpstr>Practica 11</vt:lpstr>
      <vt:lpstr>Smr: Sistemas Microinformáticos y Redes</vt:lpstr>
      <vt:lpstr>El IES San Sebastián</vt:lpstr>
      <vt:lpstr>Presentación de PowerPoint</vt:lpstr>
      <vt:lpstr>CALENDARIO DE NOVIEMBRE</vt:lpstr>
      <vt:lpstr>Presentación de PowerPoint</vt:lpstr>
      <vt:lpstr>SMR es un ciclo fantástico </vt:lpstr>
      <vt:lpstr>PRESENTACION RESULTADOS</vt:lpstr>
      <vt:lpstr>Donde estudiar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 11</dc:title>
  <dc:creator>alumno</dc:creator>
  <cp:lastModifiedBy>alumno</cp:lastModifiedBy>
  <cp:revision>4</cp:revision>
  <dcterms:created xsi:type="dcterms:W3CDTF">2024-01-11T08:04:58Z</dcterms:created>
  <dcterms:modified xsi:type="dcterms:W3CDTF">2024-01-12T11:17:11Z</dcterms:modified>
</cp:coreProperties>
</file>