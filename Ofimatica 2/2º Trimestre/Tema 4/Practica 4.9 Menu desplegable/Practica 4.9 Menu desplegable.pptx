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D32EC-DC26-A672-A84F-2845155A6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4D9746-235B-0A61-5D06-617616988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C16B59-BBB5-08C0-2EBF-B58EFD365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6F4A13-7170-9E0E-29C1-2F3F990A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727288-754D-BFA3-FC3F-472B1E83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197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0430D1-78DF-C5C2-CCE8-A34A1CE30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791DF4-8BD1-4996-A727-246D11A73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4AD2B9-FD88-95B5-C920-1DB6996ED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8BC9B1-C7F5-3AFB-2CC6-87F9EF85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38FFD5-2D45-E79D-B11A-80C83CF4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927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BE46A-9F9B-0F89-9E48-76E8C02E0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979A85-553F-3CE6-A691-A1A6A5204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8485B-A4ED-CE22-6C43-72834389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F2D35C-4DAA-614A-3AF0-700AF0A7A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A7CA0D-A3CF-90FD-42DE-5A682AE17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048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AFB85-2E7A-3542-D236-E7E967E8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DDB9EA-5140-F34A-8F3F-1259052A0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B76886-0793-EC61-3294-003EF4017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31CEF0-E401-5FE0-6A98-E82190C91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CE9320-C99E-A449-8D17-A134E2420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4A638E-F6AE-A4EE-D59D-35C5C37DF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450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D9010-FAA9-4A69-AA1D-29A90C6E7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41B887-A059-7EF7-CD31-7D02ECA76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EBCADC-2D15-9575-8E6A-C76A3D26D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5A0BAE6-D470-8D0B-4B46-3BF5FC147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D8CEB99-E79D-2B40-8FA0-C5EAE86598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A78CE73-D4AD-A07B-753B-D46C1CF75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289DF9-4DB6-F3D4-7B81-BA063007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2AB29B-C9E1-280E-F5F5-7C778DBD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272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E4C60-F546-D361-3E4C-E59F01309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548E484-DEF4-B720-7DF3-EEC57165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F33146-BF31-117D-4FC9-04CAC72C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3DD8AB-4C1A-9F6D-C170-28C4AB7B2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0874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6A15DBF-36F2-C3CE-553A-A9E151605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0D86BA4-C4B9-9CD1-0210-D49BCCF03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92EDEA-0C26-5D19-2D5D-4D84DD333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655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953E8-9490-3811-DA93-FB0FEB60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AC755A-0531-E29B-CB70-68824D0C6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D8D9B3-34F2-86B0-2212-3F789DAC5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63014A-B867-6C34-B872-E1DAA9735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292609-B6CD-4239-9E18-6D911CDE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6B3AAF-500D-E04A-D46F-5B07ED2D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515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7D6A-A18A-9963-C3B7-32BE257FA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FEE3AF-85B4-8A00-5961-9399031CC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748F53-F222-3D28-CB78-94EC4E983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4254EC-7C8F-A040-5246-0788C2488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437FA9-C837-8B09-D809-CF64ADD0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62B972-55CD-34E4-5F24-216D9EAE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3618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DDB2A-27B9-FF08-7135-98A9C343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D091DB-5563-BCAF-5598-866867F62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4408AA-109A-AC44-B6BC-9EFF73BE6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47E134-D11E-7C13-16B3-020B9BBA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EAC55C-2A34-9A45-2159-9C88B904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6588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36DE33-1861-DED2-6448-B774ABAB1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6EDB5E-EEDF-3E7A-58E1-F4ACDED2B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811F59-0216-A0E0-15B2-3D2C3CFAD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B2AA70-DFE9-30B2-C3EE-EF88958D5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B489C-E57E-F765-96C0-FA6885704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2088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2B0B39-0B49-6CB3-81AA-19D640D55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232CC3-FFBF-192E-5788-A75F77BC8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82DF23-2BB1-A905-4657-ECB6E28D6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521CFA-D7BD-DD60-36EF-3DB7C1B90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D1D74D-BBF6-1398-9DF5-EAB7079A3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3676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amburguesa bañada en salsa de queso - Cookidoo® – la plataforma de recetas  oficial de Thermomix®">
            <a:extLst>
              <a:ext uri="{FF2B5EF4-FFF2-40B4-BE49-F238E27FC236}">
                <a16:creationId xmlns:a16="http://schemas.microsoft.com/office/drawing/2014/main" id="{9B6AF0AC-C46E-3BCA-FEE2-844801233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57676"/>
            <a:ext cx="12192000" cy="1015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D579124A-F6B0-F14C-25DF-0B4BAA26FE20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19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5A8653F7-2D44-2C35-886D-4F45BEB69598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20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6CCE31AD-5261-96D4-85FE-A0B6B1CC60BD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21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CC1B70BA-1A6B-2F83-7B7D-430A06A1EF8C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22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32CB8704-E299-1C11-AA11-DA3E0096BD4B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23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5913810D-67B9-4A0D-4A67-6464E3EB1668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24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96E05682-AC1B-A6C4-4C45-4EB954A4534B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25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C2952423-A3CF-C9E0-F381-8A221968E07B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26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AA7EED49-65A5-56A0-A3AA-087F28302F67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27" name="FRANCES">
            <a:extLst>
              <a:ext uri="{FF2B5EF4-FFF2-40B4-BE49-F238E27FC236}">
                <a16:creationId xmlns:a16="http://schemas.microsoft.com/office/drawing/2014/main" id="{A895D367-F64B-5456-BBFF-8AA1F12F1C9B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28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348FC7EE-CBF5-5380-3D3E-10E827387304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29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B7D422A9-D5D8-D06F-961D-D55ACC23573F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30" name="FRANCES">
            <a:extLst>
              <a:ext uri="{FF2B5EF4-FFF2-40B4-BE49-F238E27FC236}">
                <a16:creationId xmlns:a16="http://schemas.microsoft.com/office/drawing/2014/main" id="{CD7051F3-E96C-E39C-43F3-1E66EA73FBA9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31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9F86CDA8-75C4-B41A-D610-0F0C300D34CE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32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1907A593-E468-AB92-7A47-4BFA50935131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17255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104B95C-FA81-DC15-B28F-C463E6742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62063"/>
            <a:ext cx="12192000" cy="8120063"/>
          </a:xfrm>
          <a:prstGeom prst="rect">
            <a:avLst/>
          </a:prstGeom>
        </p:spPr>
      </p:pic>
      <p:sp>
        <p:nvSpPr>
          <p:cNvPr id="52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29AB9ABD-F2CD-E068-71ED-8473A323AF91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53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8835DF51-81B3-D063-6DB5-24BC3C974CC1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54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1203F8CA-2DA6-95C3-3536-BB036D9B9A7E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55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838B7B5C-387B-2966-175B-C4661821626C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56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FD75E2B0-795F-0D4D-0625-90B5A2280EC5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57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D406F05B-B18C-708A-4232-66B6BD23275F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58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DD6DAF3A-9B58-59BC-A115-D880B49F33F7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59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8C1FD2F5-A06B-7F90-DD63-6837FAFBB208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60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FD0059D9-D6FF-F2E4-C7BB-205C0D36B5AE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61" name="FRANCES">
            <a:extLst>
              <a:ext uri="{FF2B5EF4-FFF2-40B4-BE49-F238E27FC236}">
                <a16:creationId xmlns:a16="http://schemas.microsoft.com/office/drawing/2014/main" id="{B096A982-93AB-CB67-A594-C6A20FF343AF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62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A36614AA-5425-47DB-320D-02E56CF06F99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63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C9198DD2-B236-C7BB-6744-114290647C16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64" name="FRANCES">
            <a:extLst>
              <a:ext uri="{FF2B5EF4-FFF2-40B4-BE49-F238E27FC236}">
                <a16:creationId xmlns:a16="http://schemas.microsoft.com/office/drawing/2014/main" id="{5606959C-F4E1-2135-9DA1-88B73B04FBEE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65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1BC67806-3E83-D307-80A9-522ACC07A079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66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198443D8-185B-F1AC-7B8A-BE63D62F3DDA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134247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7" grpId="0" animBg="1"/>
      <p:bldP spid="57" grpId="1" animBg="1"/>
      <p:bldP spid="57" grpId="2" animBg="1"/>
      <p:bldP spid="58" grpId="0" animBg="1"/>
      <p:bldP spid="58" grpId="1" animBg="1"/>
      <p:bldP spid="58" grpId="2" animBg="1"/>
      <p:bldP spid="59" grpId="0" animBg="1"/>
      <p:bldP spid="59" grpId="1" animBg="1"/>
      <p:bldP spid="59" grpId="2" animBg="1"/>
      <p:bldP spid="60" grpId="0" animBg="1"/>
      <p:bldP spid="60" grpId="1" animBg="1"/>
      <p:bldP spid="60" grpId="2" animBg="1"/>
      <p:bldP spid="61" grpId="0" animBg="1"/>
      <p:bldP spid="61" grpId="1" animBg="1"/>
      <p:bldP spid="61" grpId="2" animBg="1"/>
      <p:bldP spid="62" grpId="0" animBg="1"/>
      <p:bldP spid="62" grpId="1" animBg="1"/>
      <p:bldP spid="62" grpId="2" animBg="1"/>
      <p:bldP spid="63" grpId="0" animBg="1"/>
      <p:bldP spid="63" grpId="1" animBg="1"/>
      <p:bldP spid="63" grpId="2" animBg="1"/>
      <p:bldP spid="64" grpId="0" animBg="1"/>
      <p:bldP spid="64" grpId="1" animBg="1"/>
      <p:bldP spid="64" grpId="2" animBg="1"/>
      <p:bldP spid="65" grpId="0" animBg="1"/>
      <p:bldP spid="65" grpId="1" animBg="1"/>
      <p:bldP spid="65" grpId="2" animBg="1"/>
      <p:bldP spid="66" grpId="0" animBg="1"/>
      <p:bldP spid="66" grpId="1" animBg="1"/>
      <p:bldP spid="66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4E88823-BA94-A5AA-3179-039577F75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8" y="-749300"/>
            <a:ext cx="12194548" cy="810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CCECF299-DBF8-EF79-CDDA-331E5DF241E1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6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5F74E384-7D66-465E-84A0-AB4A66A70803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7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AC0C41E5-3E2B-FA39-BA1D-F4494F009868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8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1481699F-D8C7-0BFC-F828-CFD1626674CB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9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BA0FB44E-8D28-8867-FA77-B6AC6334AFE7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40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435B3883-DC23-E53A-EBD7-13497321BD47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41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9E0BE3E0-AACF-7374-E525-E77AD49E6A45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42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7B751E79-27DC-8634-E28B-59B366CDDBD5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43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69DEF5BF-EF6A-F31F-345F-A0F6D778F799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4" name="FRANCES">
            <a:extLst>
              <a:ext uri="{FF2B5EF4-FFF2-40B4-BE49-F238E27FC236}">
                <a16:creationId xmlns:a16="http://schemas.microsoft.com/office/drawing/2014/main" id="{36CC1C61-AD36-9FAA-1395-AB36A66E7E21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5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55607179-F037-6B72-6F75-FFEF6904495A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6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ACDED5E1-F3E9-5F09-E282-8E55F93C6B8B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7" name="FRANCES">
            <a:extLst>
              <a:ext uri="{FF2B5EF4-FFF2-40B4-BE49-F238E27FC236}">
                <a16:creationId xmlns:a16="http://schemas.microsoft.com/office/drawing/2014/main" id="{9189D18E-8F72-AFAA-4CC7-1B0DDABE1054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8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E55B0B14-1A06-A0F1-71C0-D59ED3CFF11E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9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266B61E0-411F-E325-62B6-1D4D802391F6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67396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  <p:bldP spid="46" grpId="0" animBg="1"/>
      <p:bldP spid="46" grpId="1" animBg="1"/>
      <p:bldP spid="46" grpId="2" animBg="1"/>
      <p:bldP spid="47" grpId="0" animBg="1"/>
      <p:bldP spid="47" grpId="1" animBg="1"/>
      <p:bldP spid="47" grpId="2" animBg="1"/>
      <p:bldP spid="48" grpId="0" animBg="1"/>
      <p:bldP spid="48" grpId="1" animBg="1"/>
      <p:bldP spid="48" grpId="2" animBg="1"/>
      <p:bldP spid="49" grpId="0" animBg="1"/>
      <p:bldP spid="49" grpId="1" animBg="1"/>
      <p:bldP spid="49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5A04F12-0331-A3F8-210A-AFC44D83E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846E1D8F-ACBF-AB7D-018F-D3A46342FBF0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9AE1F193-CDB9-F735-27F1-1FB9831C01AC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9DA4B983-7672-51F1-B750-00E4ECB60CB8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666262BE-6154-D2C1-140C-D87CC2DCE33C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6335466B-EC1E-5EAA-CADD-AC40E923AAB5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002AC1E7-9A08-C045-6215-66CAC9A7C8AE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B874E649-4F2D-BC65-8D2C-4DA5C6B29441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024F1621-FCD1-738B-4019-CE123EB22B84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F1C7FF78-B2F3-A2B6-9249-2AAA8F6CC63F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D15FC9AB-2C1F-BD14-1CCB-6D8BA007C978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54170AD2-C87B-0BEB-6891-16D566E33B9B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3B39E494-ACCD-6CB2-1A12-7A7D5EA23A44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8AEC3288-C0C1-20AF-0E2F-39D4D4A33F57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A764B388-E3B6-1A1B-24D1-BEA5B21387FB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3C234778-BF9F-2DF5-013F-83207F15BFCD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258342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5FE385D-B2C0-A4D6-A121-49579D063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" y="-1644650"/>
            <a:ext cx="12189937" cy="900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A76D268E-23FD-F47E-B9E1-0302A5E42C11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EFEB5F6B-77CE-446E-4499-59E6B9A02C37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FFF75FE2-4ADB-32FE-C175-17D3EB97B179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4214297F-A3B4-5AE7-1B51-60F976218DAD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D377D07F-EF67-D121-CC90-CF5E6371D3D8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2FA6C40E-AFD8-B0CF-EF2A-D4562446D4BF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81CF8EA8-884C-1C1F-DA62-05318F61E7A6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F29E8372-29A8-D697-6A1C-C6082BD72C5A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D3F48E8B-28FB-DF47-D40F-668D5B035107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ED17A915-19D0-E18C-CC5B-87CD3B8C01C2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04C90E44-B429-41F0-E2C7-40C37112EB65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87A235EE-354C-0C6B-A2CC-B8B869E8758C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AA064869-0318-9D2A-31D4-11DDB13B472C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A63E27CD-1565-E81D-800C-AD7DCB2658CF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BF366642-D813-A549-17A2-16883651BAC5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85485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BC7F650-1697-09FA-FE7C-D54D08814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F269E70C-6468-37ED-A99C-488F46DB7E3A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8988DED1-F615-03EF-63A0-FF1526850A08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9241D2D9-2D71-D30F-5FC7-B69EBB0D0F34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D48F7601-0033-ECD7-4BA0-EC7F970E5C1B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BB43D8D2-4121-B5B7-D0BA-17A1A6177E6F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CA52100E-8663-7779-5348-705523F65F9C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F58DB5A1-433B-B00F-65B3-1F12D0C76036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BB9B1305-0B89-5ACE-BBC8-49505EA4338E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8D6AEF60-9530-C98E-3A5B-4CD1F7558460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0FA9854F-9EE5-B92A-39AE-0049AB9769DB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B90EE2ED-5170-E613-B4F0-6DDAEC87F074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0CDC1880-F3B4-1815-7BE7-72A3C50C67BB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1FDF0FEE-BC2A-036C-DC48-0D5DA1514AC2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65FE7457-8A99-F43B-95FB-17D9B3126811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B8DEF9C9-159B-5CE6-FAA4-8DB363FBE15A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305991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opa de repollo y patata - Recetas para mi bebé">
            <a:extLst>
              <a:ext uri="{FF2B5EF4-FFF2-40B4-BE49-F238E27FC236}">
                <a16:creationId xmlns:a16="http://schemas.microsoft.com/office/drawing/2014/main" id="{C9D7BC8D-B949-5AC1-E692-7F5C0A0EF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4050"/>
            <a:ext cx="12249150" cy="816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2AA17573-AA76-2D42-C323-8FF3790043EB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670B1EA2-9EBF-41F3-D741-67D2E2C4F5D1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0288C1C2-28AB-4850-B969-C446C2BD31EE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DEE734BB-E84D-C0C1-3B9F-81233841481F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69C36E30-228F-969D-9E47-2D710E1FB930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75585242-DDDF-DB13-3848-1D6FA5A3C46D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F1D4CF12-7713-7924-9F7B-DDCAFF0E2CA8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6A971D95-00CA-6563-F16F-A268C07032FC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283BC724-9979-998D-3E46-3FCB6D04CD01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3F05145A-5521-1007-573B-8AD90343BCEE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AE3DD0B9-90ED-9283-C908-8070DF8B8E2A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D911D91A-37EE-D76A-3DB0-380B47B60570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ACEB407E-291C-DF09-E95D-0409C7BE784C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A9B0672D-D400-6693-B997-0498BDA60156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7325C0A6-E9A7-B721-7B00-D265095A2E3A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222054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Costillas al horno al estilo americano de Luisiana">
            <a:extLst>
              <a:ext uri="{FF2B5EF4-FFF2-40B4-BE49-F238E27FC236}">
                <a16:creationId xmlns:a16="http://schemas.microsoft.com/office/drawing/2014/main" id="{0A8A6513-EEA0-9E49-5214-BA9E71E0B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812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5E153DF1-750E-13EF-8046-3ADC0BD4EC81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50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77332108-5680-E35D-5B4D-869E40B18D92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51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EB061B8C-5913-46D5-385E-A86EBF3247B4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52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DB3E2C72-6352-3929-11BE-700E3C750284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53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3D769193-6A12-029D-A226-29C71E2F8DAB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54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CA61C545-CD6F-CFDD-45FE-B6809774D97C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55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497BC0A4-1396-AF70-1C1E-E09D87450624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56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B5A35340-7A72-F45E-E1E4-109F38491672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57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88E6ACCC-E3B8-49FD-56FC-57399F033F54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58" name="FRANCES">
            <a:extLst>
              <a:ext uri="{FF2B5EF4-FFF2-40B4-BE49-F238E27FC236}">
                <a16:creationId xmlns:a16="http://schemas.microsoft.com/office/drawing/2014/main" id="{B8370148-64A2-7105-E1AC-78124591CD52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59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94C800B7-2052-4FE8-0559-C2A0BE973303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60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A588F200-759A-28B9-7C75-1D5E77764F83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61" name="FRANCES">
            <a:extLst>
              <a:ext uri="{FF2B5EF4-FFF2-40B4-BE49-F238E27FC236}">
                <a16:creationId xmlns:a16="http://schemas.microsoft.com/office/drawing/2014/main" id="{2017F4E0-8ED3-553C-0774-218CC3AF87BD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62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2E156E71-3ED6-B64E-BD78-D75A1321A208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63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EC9D7720-8C74-C6CC-AE94-DCB21D1D570F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50010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2" grpId="2" animBg="1"/>
      <p:bldP spid="53" grpId="0" animBg="1"/>
      <p:bldP spid="53" grpId="1" animBg="1"/>
      <p:bldP spid="53" grpId="2" animBg="1"/>
      <p:bldP spid="54" grpId="0" animBg="1"/>
      <p:bldP spid="54" grpId="1" animBg="1"/>
      <p:bldP spid="54" grpId="2" animBg="1"/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7" grpId="0" animBg="1"/>
      <p:bldP spid="57" grpId="1" animBg="1"/>
      <p:bldP spid="57" grpId="2" animBg="1"/>
      <p:bldP spid="58" grpId="0" animBg="1"/>
      <p:bldP spid="58" grpId="1" animBg="1"/>
      <p:bldP spid="58" grpId="2" animBg="1"/>
      <p:bldP spid="59" grpId="0" animBg="1"/>
      <p:bldP spid="59" grpId="1" animBg="1"/>
      <p:bldP spid="59" grpId="2" animBg="1"/>
      <p:bldP spid="60" grpId="0" animBg="1"/>
      <p:bldP spid="60" grpId="1" animBg="1"/>
      <p:bldP spid="60" grpId="2" animBg="1"/>
      <p:bldP spid="61" grpId="0" animBg="1"/>
      <p:bldP spid="61" grpId="1" animBg="1"/>
      <p:bldP spid="61" grpId="2" animBg="1"/>
      <p:bldP spid="62" grpId="0" animBg="1"/>
      <p:bldP spid="62" grpId="1" animBg="1"/>
      <p:bldP spid="62" grpId="2" animBg="1"/>
      <p:bldP spid="63" grpId="0" animBg="1"/>
      <p:bldP spid="63" grpId="1" animBg="1"/>
      <p:bldP spid="63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Ensalada César, la receta original y fácil para hacer en casa">
            <a:extLst>
              <a:ext uri="{FF2B5EF4-FFF2-40B4-BE49-F238E27FC236}">
                <a16:creationId xmlns:a16="http://schemas.microsoft.com/office/drawing/2014/main" id="{C87DC251-C3F3-6F6B-7B74-5D164074F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5800"/>
            <a:ext cx="12344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0834E908-2532-124B-D29E-31A6EE9A391A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6C193CFD-2646-C410-0C45-0D9A394EB836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12E1F6E6-4CE6-2156-C915-E06D4B0530D0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43419E8A-CAE4-F09F-5EDC-48707BB3BE6C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AC797C08-5E6D-FCF4-E370-1D89D1B89F6C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97CF4089-91D1-D3C1-2622-066B2816A96E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1AD719ED-D779-8BBD-3289-CDFCDA6EE9F0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2CB0B3D9-9F26-ABDC-FD29-9589E1DE0847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917342A8-EB0A-ABF7-0304-C12C7FA7D2BA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5855DA12-BE51-A6C0-0DF0-5CA2E0559F9F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7EA66FD2-DE15-F7F8-1555-7E9671925469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C5FC7611-F747-BC26-E770-E81D5AE706C0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6CDAD86D-41C8-23AB-DA3D-98800D8404B1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84B36CBA-F470-3AF9-1BD8-CF79F3EE8CEB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2D12F912-CE76-D0CE-5128-15C72DF6CCD6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3153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La historia de la pizza - Sabor a Italia MX">
            <a:extLst>
              <a:ext uri="{FF2B5EF4-FFF2-40B4-BE49-F238E27FC236}">
                <a16:creationId xmlns:a16="http://schemas.microsoft.com/office/drawing/2014/main" id="{16C3E779-0B00-41BA-E392-1E6D0E380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800" y="-676871"/>
            <a:ext cx="12293600" cy="8211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5CB40D41-53CC-87FD-0EB1-6917BBB15904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997B9831-4EA1-1FFD-1925-E2990D878B57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38B0D817-6424-E3B9-AA38-CB1D76211E0C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54DF7CE9-B938-A260-739A-572791749D80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EE9791E9-5352-8840-83DD-83F7FD13CEF2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E1D1C849-D7AB-0C5E-94CA-1A128942DFB2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52B434ED-4A67-8BF2-D927-CEF8B307C42D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E1018E8F-2FD6-8B2F-C5BB-D5FFDFF4E097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870D5C08-D061-312C-7E7C-3DA5EEB08B84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2CC47DB8-04F1-4F41-5D61-2AF45B19C5DB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B4981B57-E7D2-FEE6-EEB3-0809D377E9A4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404D19F3-1686-CC98-2B73-B62CBC83EF41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8A06F92C-B08E-FAF1-1FC8-2737DC5A029E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8B9449A0-750D-2842-2478-43E9056FB504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DBDFA9AB-B918-B590-0E2D-7B2C53DF5507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98884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Pin en Recetas que me gustan">
            <a:extLst>
              <a:ext uri="{FF2B5EF4-FFF2-40B4-BE49-F238E27FC236}">
                <a16:creationId xmlns:a16="http://schemas.microsoft.com/office/drawing/2014/main" id="{4BE707B5-AF75-AEA5-1979-46E86731B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59015"/>
            <a:ext cx="12192000" cy="8360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F81A059C-91B4-64DA-7CB0-AD5B85658F49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4F408674-A4EE-02EE-D6BD-3D693A399CA5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4E289D65-C95E-6B94-1566-C3C6D16AC95A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C0A8A9D1-21E0-14C8-059E-901715159063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568381B0-A444-91FC-1E4C-E3AD5397DD2D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B6025214-A745-0EED-2F6A-6857EA16BC17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864B754C-F04B-83E2-BA35-9802C29FEA29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2CB20FA3-50B7-8F67-E575-EF27BEFA4B49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ECDC24F2-BEA0-674E-1CA5-6BACB4B2C412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B18E6822-3184-0FB7-63BE-052A5BCF633F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D7B90BC6-5546-0F1C-2102-85660424B3A5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F3BE0865-0E31-6224-6CAD-B6A47B595579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B2A5CC81-C397-2877-5F47-A5A49FC29657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AAB4636B-822C-4552-2615-97A2A75B2B38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E72580DB-6185-D83B-9586-91BE5B527B65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109014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l sushi engorda o no? - Descubre las calorías que tiene y los tipos que  son más saludables">
            <a:extLst>
              <a:ext uri="{FF2B5EF4-FFF2-40B4-BE49-F238E27FC236}">
                <a16:creationId xmlns:a16="http://schemas.microsoft.com/office/drawing/2014/main" id="{7DA4AD9E-48B8-3133-29AC-483E4BADF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85850"/>
            <a:ext cx="12216704" cy="814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35653F37-CDF5-635A-14A7-037B0955E0BC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2CDACC0E-42A0-73DA-28B2-F2675C6BC4E2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22AB51D8-A461-477B-77EA-F7187512CBF6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8113D3D4-251D-169B-A302-5864D041AC51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0A3B2167-28C0-7E98-DEF4-94742F8EE91E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41E6E051-D21A-6C4B-DE65-090E4565EB3E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86FFE333-5741-4B56-A1A3-6D6EC30BEC1C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DBA82D4A-0A27-01DB-6F84-7B56822E4771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01CA018E-34D4-7750-F025-BD5BCE682000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41D80911-B7A7-AE81-1A83-5C4E83B0F52D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6D118D13-7D32-E361-8B41-961AB441CB17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CB49E208-0AF7-EDB6-AF69-86E7AC164833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DBF8A0B7-AFF6-53E3-F5AB-5595466593A7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FF95DBE2-D343-8530-0B76-C6613B0E5BB2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A70CF265-C506-101D-3F27-4AC88CE52A49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248244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Las mejores recetas de crema de verduras - Mejor con Salud">
            <a:extLst>
              <a:ext uri="{FF2B5EF4-FFF2-40B4-BE49-F238E27FC236}">
                <a16:creationId xmlns:a16="http://schemas.microsoft.com/office/drawing/2014/main" id="{617DE806-D6D2-D0F1-F9BA-FD3F3B8C7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64931"/>
            <a:ext cx="12192000" cy="7987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38F0DA6B-0CE1-DBA2-CA06-05483D241CFF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18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0279E8DF-AE07-EA3F-A319-DB39BD196BA1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19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A3191DA1-2215-430C-82D1-0CB5A1FB360E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20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4E733D89-905A-8895-A097-69A517F05CDD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21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A0F8EBDE-5680-2A44-787C-64E62EF796F0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22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36BE9824-90A9-CDFB-7233-869DDACDC8A7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23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5BDDF35F-2426-0207-56E7-700E35B1966D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24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19FB57B9-13B8-9C61-D02C-BC4D885B1143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25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7C939979-2CC9-789E-80CB-EB7AD03DD203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26" name="FRANCES">
            <a:extLst>
              <a:ext uri="{FF2B5EF4-FFF2-40B4-BE49-F238E27FC236}">
                <a16:creationId xmlns:a16="http://schemas.microsoft.com/office/drawing/2014/main" id="{CA390CB8-54B5-4D43-FDA5-2CE7E63EE34E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27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BAC688CB-7477-BF7A-056E-C0360488147B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28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C0DC0AD3-B4AC-9E33-E3CC-68876D3629C8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29" name="FRANCES">
            <a:extLst>
              <a:ext uri="{FF2B5EF4-FFF2-40B4-BE49-F238E27FC236}">
                <a16:creationId xmlns:a16="http://schemas.microsoft.com/office/drawing/2014/main" id="{0E825F41-F6E8-306F-64EE-BAA7DE3DA357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30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9E753381-CF53-71DB-FB3F-A43A3079D336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31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430C33F4-0065-5B2F-C92D-2F01AC7FEFCE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147047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0" grpId="2" animBg="1"/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260</Words>
  <Application>Microsoft Office PowerPoint</Application>
  <PresentationFormat>Panorámica</PresentationFormat>
  <Paragraphs>195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Baskerville Old Face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alumno</dc:creator>
  <cp:lastModifiedBy>alumno</cp:lastModifiedBy>
  <cp:revision>1</cp:revision>
  <dcterms:created xsi:type="dcterms:W3CDTF">2024-01-12T12:14:38Z</dcterms:created>
  <dcterms:modified xsi:type="dcterms:W3CDTF">2024-01-12T12:30:04Z</dcterms:modified>
</cp:coreProperties>
</file>