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8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16" autoAdjust="0"/>
    <p:restoredTop sz="94660"/>
  </p:normalViewPr>
  <p:slideViewPr>
    <p:cSldViewPr snapToGrid="0">
      <p:cViewPr varScale="1">
        <p:scale>
          <a:sx n="76" d="100"/>
          <a:sy n="76" d="100"/>
        </p:scale>
        <p:origin x="126" y="9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74D32EC-DC26-A672-A84F-2845155A6E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C4D9746-235B-0A61-5D06-6176169886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3C16B59-BBB5-08C0-2EBF-B58EFD3652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AA49A2-7492-439D-A101-83189B9EC0CD}" type="datetimeFigureOut">
              <a:rPr lang="es-ES" smtClean="0"/>
              <a:t>12/01/2024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D6F4A13-7170-9E0E-29C1-2F3F990ADC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A727288-754D-BFA3-FC3F-472B1E8365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B97B1-AB6C-4A49-BA27-E540B4C8441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019739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B0430D1-78DF-C5C2-CCE8-A34A1CE309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F791DF4-8BD1-4996-A727-246D11A73C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04AD2B9-FD88-95B5-C920-1DB6996ED0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AA49A2-7492-439D-A101-83189B9EC0CD}" type="datetimeFigureOut">
              <a:rPr lang="es-ES" smtClean="0"/>
              <a:t>12/01/2024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E8BC9B1-C7F5-3AFB-2CC6-87F9EF8507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F38FFD5-2D45-E79D-B11A-80C83CF4B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B97B1-AB6C-4A49-BA27-E540B4C8441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692738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B4BE46A-9F9B-0F89-9E48-76E8C02E0D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E979A85-553F-3CE6-A691-A1A6A52049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8B8485B-A4ED-CE22-6C43-72834389C5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AA49A2-7492-439D-A101-83189B9EC0CD}" type="datetimeFigureOut">
              <a:rPr lang="es-ES" smtClean="0"/>
              <a:t>12/01/2024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6F2D35C-4DAA-614A-3AF0-700AF0A7A3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CA7CA0D-A3CF-90FD-42DE-5A682AE171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B97B1-AB6C-4A49-BA27-E540B4C8441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004801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3FAFB85-2E7A-3542-D236-E7E967E82C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4DDB9EA-5140-F34A-8F3F-1259052A09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5B76886-0793-EC61-3294-003EF40178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431CEF0-E401-5FE0-6A98-E82190C919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AA49A2-7492-439D-A101-83189B9EC0CD}" type="datetimeFigureOut">
              <a:rPr lang="es-ES" smtClean="0"/>
              <a:t>12/01/2024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FCE9320-C99E-A449-8D17-A134E2420D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14A638E-F6AE-A4EE-D59D-35C5C37DF3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B97B1-AB6C-4A49-BA27-E540B4C8441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845002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CAD9010-FAA9-4A69-AA1D-29A90C6E70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A41B887-A059-7EF7-CD31-7D02ECA761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5EBCADC-2D15-9575-8E6A-C76A3D26DD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55A0BAE6-D470-8D0B-4B46-3BF5FC14730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1D8CEB99-E79D-2B40-8FA0-C5EAE86598E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9A78CE73-D4AD-A07B-753B-D46C1CF752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AA49A2-7492-439D-A101-83189B9EC0CD}" type="datetimeFigureOut">
              <a:rPr lang="es-ES" smtClean="0"/>
              <a:t>12/01/2024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B7289DF9-4DB6-F3D4-7B81-BA0630079D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392AB29B-C9E1-280E-F5F5-7C778DBDD9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B97B1-AB6C-4A49-BA27-E540B4C8441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327202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DE4C60-F546-D361-3E4C-E59F013096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F548E484-DEF4-B720-7DF3-EEC5716593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AA49A2-7492-439D-A101-83189B9EC0CD}" type="datetimeFigureOut">
              <a:rPr lang="es-ES" smtClean="0"/>
              <a:t>12/01/2024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CF33146-BF31-117D-4FC9-04CAC72C7A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7E3DD8AB-4C1A-9F6D-C170-28C4AB7B25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B97B1-AB6C-4A49-BA27-E540B4C8441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808747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B6A15DBF-36F2-C3CE-553A-A9E151605A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AA49A2-7492-439D-A101-83189B9EC0CD}" type="datetimeFigureOut">
              <a:rPr lang="es-ES" smtClean="0"/>
              <a:t>12/01/2024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40D86BA4-C4B9-9CD1-0210-D49BCCF036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592EDEA-0C26-5D19-2D5D-4D84DD333D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B97B1-AB6C-4A49-BA27-E540B4C8441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365572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3C953E8-9490-3811-DA93-FB0FEB603B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8AC755A-0531-E29B-CB70-68824D0C6E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DBD8D9B3-34F2-86B0-2212-3F789DAC5A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463014A-B867-6C34-B872-E1DAA9735C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AA49A2-7492-439D-A101-83189B9EC0CD}" type="datetimeFigureOut">
              <a:rPr lang="es-ES" smtClean="0"/>
              <a:t>12/01/2024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1292609-B6CD-4239-9E18-6D911CDE05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B6B3AAF-500D-E04A-D46F-5B07ED2DBC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B97B1-AB6C-4A49-BA27-E540B4C8441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551550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C3B7D6A-A18A-9963-C3B7-32BE257FA4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81FEE3AF-85B4-8A00-5961-9399031CC01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F748F53-F222-3D28-CB78-94EC4E983B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D4254EC-7C8F-A040-5246-0788C2488D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AA49A2-7492-439D-A101-83189B9EC0CD}" type="datetimeFigureOut">
              <a:rPr lang="es-ES" smtClean="0"/>
              <a:t>12/01/2024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C437FA9-C837-8B09-D809-CF64ADD087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462B972-55CD-34E4-5F24-216D9EAED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B97B1-AB6C-4A49-BA27-E540B4C8441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536184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BDDB2A-27B9-FF08-7135-98A9C343C7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41D091DB-5563-BCAF-5598-866867F62E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D4408AA-109A-AC44-B6BC-9EFF73BE6C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AA49A2-7492-439D-A101-83189B9EC0CD}" type="datetimeFigureOut">
              <a:rPr lang="es-ES" smtClean="0"/>
              <a:t>12/01/2024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047E134-D11E-7C13-16B3-020B9BBAE5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FEAC55C-2A34-9A45-2159-9C88B90480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B97B1-AB6C-4A49-BA27-E540B4C8441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865885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736DE33-1861-DED2-6448-B774ABAB177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0B6EDB5E-EEDF-3E7A-58E1-F4ACDED2B0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7811F59-0216-A0E0-15B2-3D2C3CFAD2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AA49A2-7492-439D-A101-83189B9EC0CD}" type="datetimeFigureOut">
              <a:rPr lang="es-ES" smtClean="0"/>
              <a:t>12/01/2024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1B2AA70-DFE9-30B2-C3EE-EF88958D5B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22B489C-E57E-F765-96C0-FA6885704E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B97B1-AB6C-4A49-BA27-E540B4C8441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620888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4D2B0B39-0B49-6CB3-81AA-19D640D55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E232CC3-FFBF-192E-5788-A75F77BC86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E82DF23-2BB1-A905-4657-ECB6E28D63A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AA49A2-7492-439D-A101-83189B9EC0CD}" type="datetimeFigureOut">
              <a:rPr lang="es-ES" smtClean="0"/>
              <a:t>12/01/2024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F521CFA-D7BD-DD60-36EF-3DB7C1B902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CD1D74D-BBF6-1398-9DF5-EAB7079A3D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DB97B1-AB6C-4A49-BA27-E540B4C8441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736764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slide" Target="slide6.xml"/><Relationship Id="rId13" Type="http://schemas.openxmlformats.org/officeDocument/2006/relationships/slide" Target="slide9.xml"/><Relationship Id="rId3" Type="http://schemas.openxmlformats.org/officeDocument/2006/relationships/slide" Target="slide1.xml"/><Relationship Id="rId7" Type="http://schemas.openxmlformats.org/officeDocument/2006/relationships/slide" Target="slide5.xml"/><Relationship Id="rId12" Type="http://schemas.openxmlformats.org/officeDocument/2006/relationships/slide" Target="slide13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slide" Target="slide4.xml"/><Relationship Id="rId11" Type="http://schemas.openxmlformats.org/officeDocument/2006/relationships/slide" Target="slide11.xml"/><Relationship Id="rId5" Type="http://schemas.openxmlformats.org/officeDocument/2006/relationships/slide" Target="slide3.xml"/><Relationship Id="rId10" Type="http://schemas.openxmlformats.org/officeDocument/2006/relationships/slide" Target="slide10.xml"/><Relationship Id="rId4" Type="http://schemas.openxmlformats.org/officeDocument/2006/relationships/slide" Target="slide2.xml"/><Relationship Id="rId9" Type="http://schemas.openxmlformats.org/officeDocument/2006/relationships/slide" Target="slide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" Target="slide6.xml"/><Relationship Id="rId13" Type="http://schemas.openxmlformats.org/officeDocument/2006/relationships/slide" Target="slide9.xml"/><Relationship Id="rId3" Type="http://schemas.openxmlformats.org/officeDocument/2006/relationships/slide" Target="slide1.xml"/><Relationship Id="rId7" Type="http://schemas.openxmlformats.org/officeDocument/2006/relationships/slide" Target="slide5.xml"/><Relationship Id="rId12" Type="http://schemas.openxmlformats.org/officeDocument/2006/relationships/slide" Target="slide13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6" Type="http://schemas.openxmlformats.org/officeDocument/2006/relationships/slide" Target="slide4.xml"/><Relationship Id="rId11" Type="http://schemas.openxmlformats.org/officeDocument/2006/relationships/slide" Target="slide11.xml"/><Relationship Id="rId5" Type="http://schemas.openxmlformats.org/officeDocument/2006/relationships/slide" Target="slide3.xml"/><Relationship Id="rId10" Type="http://schemas.openxmlformats.org/officeDocument/2006/relationships/slide" Target="slide10.xml"/><Relationship Id="rId4" Type="http://schemas.openxmlformats.org/officeDocument/2006/relationships/slide" Target="slide2.xml"/><Relationship Id="rId9" Type="http://schemas.openxmlformats.org/officeDocument/2006/relationships/slide" Target="slide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slide" Target="slide6.xml"/><Relationship Id="rId13" Type="http://schemas.openxmlformats.org/officeDocument/2006/relationships/slide" Target="slide9.xml"/><Relationship Id="rId3" Type="http://schemas.openxmlformats.org/officeDocument/2006/relationships/slide" Target="slide1.xml"/><Relationship Id="rId7" Type="http://schemas.openxmlformats.org/officeDocument/2006/relationships/slide" Target="slide5.xml"/><Relationship Id="rId12" Type="http://schemas.openxmlformats.org/officeDocument/2006/relationships/slide" Target="slide13.xm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6" Type="http://schemas.openxmlformats.org/officeDocument/2006/relationships/slide" Target="slide4.xml"/><Relationship Id="rId11" Type="http://schemas.openxmlformats.org/officeDocument/2006/relationships/slide" Target="slide11.xml"/><Relationship Id="rId5" Type="http://schemas.openxmlformats.org/officeDocument/2006/relationships/slide" Target="slide3.xml"/><Relationship Id="rId10" Type="http://schemas.openxmlformats.org/officeDocument/2006/relationships/slide" Target="slide10.xml"/><Relationship Id="rId4" Type="http://schemas.openxmlformats.org/officeDocument/2006/relationships/slide" Target="slide2.xml"/><Relationship Id="rId9" Type="http://schemas.openxmlformats.org/officeDocument/2006/relationships/slide" Target="slide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slide" Target="slide6.xml"/><Relationship Id="rId13" Type="http://schemas.openxmlformats.org/officeDocument/2006/relationships/slide" Target="slide9.xml"/><Relationship Id="rId3" Type="http://schemas.openxmlformats.org/officeDocument/2006/relationships/slide" Target="slide1.xml"/><Relationship Id="rId7" Type="http://schemas.openxmlformats.org/officeDocument/2006/relationships/slide" Target="slide5.xml"/><Relationship Id="rId12" Type="http://schemas.openxmlformats.org/officeDocument/2006/relationships/slide" Target="slide13.xml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6" Type="http://schemas.openxmlformats.org/officeDocument/2006/relationships/slide" Target="slide4.xml"/><Relationship Id="rId11" Type="http://schemas.openxmlformats.org/officeDocument/2006/relationships/slide" Target="slide11.xml"/><Relationship Id="rId5" Type="http://schemas.openxmlformats.org/officeDocument/2006/relationships/slide" Target="slide3.xml"/><Relationship Id="rId10" Type="http://schemas.openxmlformats.org/officeDocument/2006/relationships/slide" Target="slide10.xml"/><Relationship Id="rId4" Type="http://schemas.openxmlformats.org/officeDocument/2006/relationships/slide" Target="slide2.xml"/><Relationship Id="rId9" Type="http://schemas.openxmlformats.org/officeDocument/2006/relationships/slide" Target="slide7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slide" Target="slide6.xml"/><Relationship Id="rId13" Type="http://schemas.openxmlformats.org/officeDocument/2006/relationships/slide" Target="slide9.xml"/><Relationship Id="rId3" Type="http://schemas.openxmlformats.org/officeDocument/2006/relationships/slide" Target="slide1.xml"/><Relationship Id="rId7" Type="http://schemas.openxmlformats.org/officeDocument/2006/relationships/slide" Target="slide5.xml"/><Relationship Id="rId12" Type="http://schemas.openxmlformats.org/officeDocument/2006/relationships/slide" Target="slide13.xml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Relationship Id="rId6" Type="http://schemas.openxmlformats.org/officeDocument/2006/relationships/slide" Target="slide4.xml"/><Relationship Id="rId11" Type="http://schemas.openxmlformats.org/officeDocument/2006/relationships/slide" Target="slide11.xml"/><Relationship Id="rId5" Type="http://schemas.openxmlformats.org/officeDocument/2006/relationships/slide" Target="slide3.xml"/><Relationship Id="rId10" Type="http://schemas.openxmlformats.org/officeDocument/2006/relationships/slide" Target="slide10.xml"/><Relationship Id="rId4" Type="http://schemas.openxmlformats.org/officeDocument/2006/relationships/slide" Target="slide2.xml"/><Relationship Id="rId9" Type="http://schemas.openxmlformats.org/officeDocument/2006/relationships/slide" Target="slide7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slide" Target="slide6.xml"/><Relationship Id="rId13" Type="http://schemas.openxmlformats.org/officeDocument/2006/relationships/slide" Target="slide9.xml"/><Relationship Id="rId3" Type="http://schemas.openxmlformats.org/officeDocument/2006/relationships/slide" Target="slide1.xml"/><Relationship Id="rId7" Type="http://schemas.openxmlformats.org/officeDocument/2006/relationships/slide" Target="slide5.xml"/><Relationship Id="rId12" Type="http://schemas.openxmlformats.org/officeDocument/2006/relationships/slide" Target="slide13.xml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Relationship Id="rId6" Type="http://schemas.openxmlformats.org/officeDocument/2006/relationships/slide" Target="slide4.xml"/><Relationship Id="rId11" Type="http://schemas.openxmlformats.org/officeDocument/2006/relationships/slide" Target="slide11.xml"/><Relationship Id="rId5" Type="http://schemas.openxmlformats.org/officeDocument/2006/relationships/slide" Target="slide3.xml"/><Relationship Id="rId10" Type="http://schemas.openxmlformats.org/officeDocument/2006/relationships/slide" Target="slide10.xml"/><Relationship Id="rId4" Type="http://schemas.openxmlformats.org/officeDocument/2006/relationships/slide" Target="slide2.xml"/><Relationship Id="rId9" Type="http://schemas.openxmlformats.org/officeDocument/2006/relationships/slide" Target="slide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slide" Target="slide6.xml"/><Relationship Id="rId13" Type="http://schemas.openxmlformats.org/officeDocument/2006/relationships/slide" Target="slide9.xml"/><Relationship Id="rId3" Type="http://schemas.openxmlformats.org/officeDocument/2006/relationships/slide" Target="slide1.xml"/><Relationship Id="rId7" Type="http://schemas.openxmlformats.org/officeDocument/2006/relationships/slide" Target="slide5.xml"/><Relationship Id="rId12" Type="http://schemas.openxmlformats.org/officeDocument/2006/relationships/slide" Target="slide13.xml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Relationship Id="rId6" Type="http://schemas.openxmlformats.org/officeDocument/2006/relationships/slide" Target="slide4.xml"/><Relationship Id="rId11" Type="http://schemas.openxmlformats.org/officeDocument/2006/relationships/slide" Target="slide11.xml"/><Relationship Id="rId5" Type="http://schemas.openxmlformats.org/officeDocument/2006/relationships/slide" Target="slide3.xml"/><Relationship Id="rId10" Type="http://schemas.openxmlformats.org/officeDocument/2006/relationships/slide" Target="slide10.xml"/><Relationship Id="rId4" Type="http://schemas.openxmlformats.org/officeDocument/2006/relationships/slide" Target="slide2.xml"/><Relationship Id="rId9" Type="http://schemas.openxmlformats.org/officeDocument/2006/relationships/slide" Target="slide7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slide" Target="slide6.xml"/><Relationship Id="rId13" Type="http://schemas.openxmlformats.org/officeDocument/2006/relationships/slide" Target="slide9.xml"/><Relationship Id="rId3" Type="http://schemas.openxmlformats.org/officeDocument/2006/relationships/slide" Target="slide1.xml"/><Relationship Id="rId7" Type="http://schemas.openxmlformats.org/officeDocument/2006/relationships/slide" Target="slide5.xml"/><Relationship Id="rId12" Type="http://schemas.openxmlformats.org/officeDocument/2006/relationships/slide" Target="slide13.xml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Relationship Id="rId6" Type="http://schemas.openxmlformats.org/officeDocument/2006/relationships/slide" Target="slide4.xml"/><Relationship Id="rId11" Type="http://schemas.openxmlformats.org/officeDocument/2006/relationships/slide" Target="slide11.xml"/><Relationship Id="rId5" Type="http://schemas.openxmlformats.org/officeDocument/2006/relationships/slide" Target="slide3.xml"/><Relationship Id="rId10" Type="http://schemas.openxmlformats.org/officeDocument/2006/relationships/slide" Target="slide10.xml"/><Relationship Id="rId4" Type="http://schemas.openxmlformats.org/officeDocument/2006/relationships/slide" Target="slide2.xml"/><Relationship Id="rId9" Type="http://schemas.openxmlformats.org/officeDocument/2006/relationships/slide" Target="slide7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slide" Target="slide6.xml"/><Relationship Id="rId13" Type="http://schemas.openxmlformats.org/officeDocument/2006/relationships/slide" Target="slide9.xml"/><Relationship Id="rId3" Type="http://schemas.openxmlformats.org/officeDocument/2006/relationships/slide" Target="slide1.xml"/><Relationship Id="rId7" Type="http://schemas.openxmlformats.org/officeDocument/2006/relationships/slide" Target="slide5.xml"/><Relationship Id="rId12" Type="http://schemas.openxmlformats.org/officeDocument/2006/relationships/slide" Target="slide13.xml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Relationship Id="rId6" Type="http://schemas.openxmlformats.org/officeDocument/2006/relationships/slide" Target="slide4.xml"/><Relationship Id="rId11" Type="http://schemas.openxmlformats.org/officeDocument/2006/relationships/slide" Target="slide11.xml"/><Relationship Id="rId5" Type="http://schemas.openxmlformats.org/officeDocument/2006/relationships/slide" Target="slide3.xml"/><Relationship Id="rId10" Type="http://schemas.openxmlformats.org/officeDocument/2006/relationships/slide" Target="slide10.xml"/><Relationship Id="rId4" Type="http://schemas.openxmlformats.org/officeDocument/2006/relationships/slide" Target="slide2.xml"/><Relationship Id="rId9" Type="http://schemas.openxmlformats.org/officeDocument/2006/relationships/slide" Target="slide7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slide" Target="slide6.xml"/><Relationship Id="rId13" Type="http://schemas.openxmlformats.org/officeDocument/2006/relationships/slide" Target="slide9.xml"/><Relationship Id="rId3" Type="http://schemas.openxmlformats.org/officeDocument/2006/relationships/slide" Target="slide1.xml"/><Relationship Id="rId7" Type="http://schemas.openxmlformats.org/officeDocument/2006/relationships/slide" Target="slide5.xml"/><Relationship Id="rId12" Type="http://schemas.openxmlformats.org/officeDocument/2006/relationships/slide" Target="slide13.xml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Relationship Id="rId6" Type="http://schemas.openxmlformats.org/officeDocument/2006/relationships/slide" Target="slide4.xml"/><Relationship Id="rId11" Type="http://schemas.openxmlformats.org/officeDocument/2006/relationships/slide" Target="slide11.xml"/><Relationship Id="rId5" Type="http://schemas.openxmlformats.org/officeDocument/2006/relationships/slide" Target="slide3.xml"/><Relationship Id="rId10" Type="http://schemas.openxmlformats.org/officeDocument/2006/relationships/slide" Target="slide10.xml"/><Relationship Id="rId4" Type="http://schemas.openxmlformats.org/officeDocument/2006/relationships/slide" Target="slide2.xml"/><Relationship Id="rId9" Type="http://schemas.openxmlformats.org/officeDocument/2006/relationships/slide" Target="slide7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slide" Target="slide6.xml"/><Relationship Id="rId13" Type="http://schemas.openxmlformats.org/officeDocument/2006/relationships/slide" Target="slide9.xml"/><Relationship Id="rId3" Type="http://schemas.openxmlformats.org/officeDocument/2006/relationships/slide" Target="slide1.xml"/><Relationship Id="rId7" Type="http://schemas.openxmlformats.org/officeDocument/2006/relationships/slide" Target="slide5.xml"/><Relationship Id="rId12" Type="http://schemas.openxmlformats.org/officeDocument/2006/relationships/slide" Target="slide13.xml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Relationship Id="rId6" Type="http://schemas.openxmlformats.org/officeDocument/2006/relationships/slide" Target="slide4.xml"/><Relationship Id="rId11" Type="http://schemas.openxmlformats.org/officeDocument/2006/relationships/slide" Target="slide11.xml"/><Relationship Id="rId5" Type="http://schemas.openxmlformats.org/officeDocument/2006/relationships/slide" Target="slide3.xml"/><Relationship Id="rId10" Type="http://schemas.openxmlformats.org/officeDocument/2006/relationships/slide" Target="slide10.xml"/><Relationship Id="rId4" Type="http://schemas.openxmlformats.org/officeDocument/2006/relationships/slide" Target="slide2.xml"/><Relationship Id="rId9" Type="http://schemas.openxmlformats.org/officeDocument/2006/relationships/slide" Target="slide7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slide" Target="slide6.xml"/><Relationship Id="rId13" Type="http://schemas.openxmlformats.org/officeDocument/2006/relationships/slide" Target="slide9.xml"/><Relationship Id="rId3" Type="http://schemas.openxmlformats.org/officeDocument/2006/relationships/slide" Target="slide1.xml"/><Relationship Id="rId7" Type="http://schemas.openxmlformats.org/officeDocument/2006/relationships/slide" Target="slide5.xml"/><Relationship Id="rId12" Type="http://schemas.openxmlformats.org/officeDocument/2006/relationships/slide" Target="slide13.xml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Relationship Id="rId6" Type="http://schemas.openxmlformats.org/officeDocument/2006/relationships/slide" Target="slide4.xml"/><Relationship Id="rId11" Type="http://schemas.openxmlformats.org/officeDocument/2006/relationships/slide" Target="slide11.xml"/><Relationship Id="rId5" Type="http://schemas.openxmlformats.org/officeDocument/2006/relationships/slide" Target="slide3.xml"/><Relationship Id="rId10" Type="http://schemas.openxmlformats.org/officeDocument/2006/relationships/slide" Target="slide10.xml"/><Relationship Id="rId4" Type="http://schemas.openxmlformats.org/officeDocument/2006/relationships/slide" Target="slide2.xml"/><Relationship Id="rId9" Type="http://schemas.openxmlformats.org/officeDocument/2006/relationships/slide" Target="slide7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slide" Target="slide6.xml"/><Relationship Id="rId13" Type="http://schemas.openxmlformats.org/officeDocument/2006/relationships/slide" Target="slide9.xml"/><Relationship Id="rId3" Type="http://schemas.openxmlformats.org/officeDocument/2006/relationships/slide" Target="slide1.xml"/><Relationship Id="rId7" Type="http://schemas.openxmlformats.org/officeDocument/2006/relationships/slide" Target="slide5.xml"/><Relationship Id="rId12" Type="http://schemas.openxmlformats.org/officeDocument/2006/relationships/slide" Target="slide13.xml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Relationship Id="rId6" Type="http://schemas.openxmlformats.org/officeDocument/2006/relationships/slide" Target="slide4.xml"/><Relationship Id="rId11" Type="http://schemas.openxmlformats.org/officeDocument/2006/relationships/slide" Target="slide11.xml"/><Relationship Id="rId5" Type="http://schemas.openxmlformats.org/officeDocument/2006/relationships/slide" Target="slide3.xml"/><Relationship Id="rId10" Type="http://schemas.openxmlformats.org/officeDocument/2006/relationships/slide" Target="slide10.xml"/><Relationship Id="rId4" Type="http://schemas.openxmlformats.org/officeDocument/2006/relationships/slide" Target="slide2.xml"/><Relationship Id="rId9" Type="http://schemas.openxmlformats.org/officeDocument/2006/relationships/slide" Target="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 descr="Hamburguesa bañada en salsa de queso - Cookidoo® – la plataforma de recetas  oficial de Thermomix®">
            <a:extLst>
              <a:ext uri="{FF2B5EF4-FFF2-40B4-BE49-F238E27FC236}">
                <a16:creationId xmlns:a16="http://schemas.microsoft.com/office/drawing/2014/main" id="{9B6AF0AC-C46E-3BCA-FEE2-844801233E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2157676"/>
            <a:ext cx="12192000" cy="101573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BEBIDA FRIA">
            <a:hlinkClick r:id="rId3" action="ppaction://hlinksldjump"/>
            <a:extLst>
              <a:ext uri="{FF2B5EF4-FFF2-40B4-BE49-F238E27FC236}">
                <a16:creationId xmlns:a16="http://schemas.microsoft.com/office/drawing/2014/main" id="{D579124A-F6B0-F14C-25DF-0B4BAA26FE20}"/>
              </a:ext>
            </a:extLst>
          </p:cNvPr>
          <p:cNvSpPr/>
          <p:nvPr/>
        </p:nvSpPr>
        <p:spPr>
          <a:xfrm>
            <a:off x="3295650" y="0"/>
            <a:ext cx="2457450" cy="885825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400" dirty="0">
                <a:latin typeface="Baskerville Old Face" panose="02020602080505020303" pitchFamily="18" charset="0"/>
              </a:rPr>
              <a:t>ALMUERZO</a:t>
            </a:r>
            <a:endParaRPr lang="es-ES" dirty="0"/>
          </a:p>
        </p:txBody>
      </p:sp>
      <p:sp>
        <p:nvSpPr>
          <p:cNvPr id="19" name="COMIDA">
            <a:hlinkClick r:id="rId3" action="ppaction://hlinksldjump"/>
            <a:extLst>
              <a:ext uri="{FF2B5EF4-FFF2-40B4-BE49-F238E27FC236}">
                <a16:creationId xmlns:a16="http://schemas.microsoft.com/office/drawing/2014/main" id="{5A8653F7-2D44-2C35-886D-4F45BEB69598}"/>
              </a:ext>
            </a:extLst>
          </p:cNvPr>
          <p:cNvSpPr/>
          <p:nvPr/>
        </p:nvSpPr>
        <p:spPr>
          <a:xfrm>
            <a:off x="533400" y="0"/>
            <a:ext cx="2457450" cy="885825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400" dirty="0">
                <a:latin typeface="Baskerville Old Face" panose="02020602080505020303" pitchFamily="18" charset="0"/>
              </a:rPr>
              <a:t>DESAYUNO</a:t>
            </a:r>
          </a:p>
        </p:txBody>
      </p:sp>
      <p:sp>
        <p:nvSpPr>
          <p:cNvPr id="20" name="CAFE">
            <a:hlinkClick r:id="rId3" action="ppaction://hlinksldjump"/>
            <a:extLst>
              <a:ext uri="{FF2B5EF4-FFF2-40B4-BE49-F238E27FC236}">
                <a16:creationId xmlns:a16="http://schemas.microsoft.com/office/drawing/2014/main" id="{6CCE31AD-5261-96D4-85FE-A0B6B1CC60BD}"/>
              </a:ext>
            </a:extLst>
          </p:cNvPr>
          <p:cNvSpPr/>
          <p:nvPr/>
        </p:nvSpPr>
        <p:spPr>
          <a:xfrm>
            <a:off x="6096000" y="0"/>
            <a:ext cx="2457450" cy="885825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400" dirty="0">
                <a:latin typeface="Baskerville Old Face" panose="02020602080505020303" pitchFamily="18" charset="0"/>
              </a:rPr>
              <a:t>CENA</a:t>
            </a:r>
          </a:p>
        </p:txBody>
      </p:sp>
      <p:sp>
        <p:nvSpPr>
          <p:cNvPr id="21" name="CHURROS">
            <a:hlinkClick r:id="rId4" action="ppaction://hlinksldjump"/>
            <a:extLst>
              <a:ext uri="{FF2B5EF4-FFF2-40B4-BE49-F238E27FC236}">
                <a16:creationId xmlns:a16="http://schemas.microsoft.com/office/drawing/2014/main" id="{CC1B70BA-1A6B-2F83-7B7D-430A06A1EF8C}"/>
              </a:ext>
            </a:extLst>
          </p:cNvPr>
          <p:cNvSpPr/>
          <p:nvPr/>
        </p:nvSpPr>
        <p:spPr>
          <a:xfrm>
            <a:off x="533400" y="885825"/>
            <a:ext cx="2457450" cy="885825"/>
          </a:xfrm>
          <a:prstGeom prst="rect">
            <a:avLst/>
          </a:prstGeom>
          <a:solidFill>
            <a:schemeClr val="dk1">
              <a:alpha val="73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CONTINENTAL</a:t>
            </a:r>
          </a:p>
        </p:txBody>
      </p:sp>
      <p:sp>
        <p:nvSpPr>
          <p:cNvPr id="22" name="QUESO">
            <a:hlinkClick r:id="rId5" action="ppaction://hlinksldjump"/>
            <a:extLst>
              <a:ext uri="{FF2B5EF4-FFF2-40B4-BE49-F238E27FC236}">
                <a16:creationId xmlns:a16="http://schemas.microsoft.com/office/drawing/2014/main" id="{32CB8704-E299-1C11-AA11-DA3E0096BD4B}"/>
              </a:ext>
            </a:extLst>
          </p:cNvPr>
          <p:cNvSpPr/>
          <p:nvPr/>
        </p:nvSpPr>
        <p:spPr>
          <a:xfrm>
            <a:off x="533400" y="1771650"/>
            <a:ext cx="2457450" cy="885825"/>
          </a:xfrm>
          <a:prstGeom prst="rect">
            <a:avLst/>
          </a:prstGeom>
          <a:solidFill>
            <a:schemeClr val="dk1">
              <a:alpha val="73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BOL DE FRUTAS</a:t>
            </a:r>
          </a:p>
        </p:txBody>
      </p:sp>
      <p:sp>
        <p:nvSpPr>
          <p:cNvPr id="23" name="FRANCES">
            <a:hlinkClick r:id="rId6" action="ppaction://hlinksldjump"/>
            <a:extLst>
              <a:ext uri="{FF2B5EF4-FFF2-40B4-BE49-F238E27FC236}">
                <a16:creationId xmlns:a16="http://schemas.microsoft.com/office/drawing/2014/main" id="{5913810D-67B9-4A0D-4A67-6464E3EB1668}"/>
              </a:ext>
            </a:extLst>
          </p:cNvPr>
          <p:cNvSpPr/>
          <p:nvPr/>
        </p:nvSpPr>
        <p:spPr>
          <a:xfrm>
            <a:off x="533400" y="2643187"/>
            <a:ext cx="2457450" cy="885825"/>
          </a:xfrm>
          <a:prstGeom prst="rect">
            <a:avLst/>
          </a:prstGeom>
          <a:solidFill>
            <a:schemeClr val="dk1">
              <a:alpha val="73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CEREALES</a:t>
            </a:r>
          </a:p>
        </p:txBody>
      </p:sp>
      <p:sp>
        <p:nvSpPr>
          <p:cNvPr id="24" name="SUBEME NOTA">
            <a:hlinkClick r:id="rId7" action="ppaction://hlinksldjump"/>
            <a:extLst>
              <a:ext uri="{FF2B5EF4-FFF2-40B4-BE49-F238E27FC236}">
                <a16:creationId xmlns:a16="http://schemas.microsoft.com/office/drawing/2014/main" id="{96E05682-AC1B-A6C4-4C45-4EB954A4534B}"/>
              </a:ext>
            </a:extLst>
          </p:cNvPr>
          <p:cNvSpPr/>
          <p:nvPr/>
        </p:nvSpPr>
        <p:spPr>
          <a:xfrm>
            <a:off x="533400" y="3514724"/>
            <a:ext cx="2457450" cy="885825"/>
          </a:xfrm>
          <a:prstGeom prst="rect">
            <a:avLst/>
          </a:prstGeom>
          <a:solidFill>
            <a:schemeClr val="dk1">
              <a:alpha val="73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TORTITAS</a:t>
            </a:r>
          </a:p>
        </p:txBody>
      </p:sp>
      <p:sp>
        <p:nvSpPr>
          <p:cNvPr id="25" name="CHURROS">
            <a:hlinkClick r:id="rId8" action="ppaction://hlinksldjump"/>
            <a:extLst>
              <a:ext uri="{FF2B5EF4-FFF2-40B4-BE49-F238E27FC236}">
                <a16:creationId xmlns:a16="http://schemas.microsoft.com/office/drawing/2014/main" id="{C2952423-A3CF-C9E0-F381-8A221968E07B}"/>
              </a:ext>
            </a:extLst>
          </p:cNvPr>
          <p:cNvSpPr/>
          <p:nvPr/>
        </p:nvSpPr>
        <p:spPr>
          <a:xfrm>
            <a:off x="3295650" y="885825"/>
            <a:ext cx="2457450" cy="885825"/>
          </a:xfrm>
          <a:prstGeom prst="rect">
            <a:avLst/>
          </a:prstGeom>
          <a:solidFill>
            <a:schemeClr val="dk1">
              <a:alpha val="73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ESPAGETI</a:t>
            </a:r>
          </a:p>
        </p:txBody>
      </p:sp>
      <p:sp>
        <p:nvSpPr>
          <p:cNvPr id="26" name="QUESO">
            <a:hlinkClick r:id="rId9" action="ppaction://hlinksldjump"/>
            <a:extLst>
              <a:ext uri="{FF2B5EF4-FFF2-40B4-BE49-F238E27FC236}">
                <a16:creationId xmlns:a16="http://schemas.microsoft.com/office/drawing/2014/main" id="{AA7EED49-65A5-56A0-A3AA-087F28302F67}"/>
              </a:ext>
            </a:extLst>
          </p:cNvPr>
          <p:cNvSpPr/>
          <p:nvPr/>
        </p:nvSpPr>
        <p:spPr>
          <a:xfrm>
            <a:off x="3295650" y="1771650"/>
            <a:ext cx="2457450" cy="885825"/>
          </a:xfrm>
          <a:prstGeom prst="rect">
            <a:avLst/>
          </a:prstGeom>
          <a:solidFill>
            <a:schemeClr val="dk1">
              <a:alpha val="73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SOPA</a:t>
            </a:r>
          </a:p>
        </p:txBody>
      </p:sp>
      <p:sp>
        <p:nvSpPr>
          <p:cNvPr id="27" name="FRANCES">
            <a:extLst>
              <a:ext uri="{FF2B5EF4-FFF2-40B4-BE49-F238E27FC236}">
                <a16:creationId xmlns:a16="http://schemas.microsoft.com/office/drawing/2014/main" id="{A895D367-F64B-5456-BBFF-8AA1F12F1C9B}"/>
              </a:ext>
            </a:extLst>
          </p:cNvPr>
          <p:cNvSpPr/>
          <p:nvPr/>
        </p:nvSpPr>
        <p:spPr>
          <a:xfrm>
            <a:off x="3295650" y="2643187"/>
            <a:ext cx="2457450" cy="885825"/>
          </a:xfrm>
          <a:prstGeom prst="rect">
            <a:avLst/>
          </a:prstGeom>
          <a:solidFill>
            <a:schemeClr val="dk1">
              <a:alpha val="73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COSTILLAS</a:t>
            </a:r>
          </a:p>
        </p:txBody>
      </p:sp>
      <p:sp>
        <p:nvSpPr>
          <p:cNvPr id="28" name="CHURROS">
            <a:hlinkClick r:id="rId10" action="ppaction://hlinksldjump"/>
            <a:extLst>
              <a:ext uri="{FF2B5EF4-FFF2-40B4-BE49-F238E27FC236}">
                <a16:creationId xmlns:a16="http://schemas.microsoft.com/office/drawing/2014/main" id="{348FC7EE-CBF5-5380-3D3E-10E827387304}"/>
              </a:ext>
            </a:extLst>
          </p:cNvPr>
          <p:cNvSpPr/>
          <p:nvPr/>
        </p:nvSpPr>
        <p:spPr>
          <a:xfrm>
            <a:off x="6096000" y="885825"/>
            <a:ext cx="2457450" cy="885825"/>
          </a:xfrm>
          <a:prstGeom prst="rect">
            <a:avLst/>
          </a:prstGeom>
          <a:solidFill>
            <a:schemeClr val="dk1">
              <a:alpha val="73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PIZZA</a:t>
            </a:r>
          </a:p>
        </p:txBody>
      </p:sp>
      <p:sp>
        <p:nvSpPr>
          <p:cNvPr id="29" name="QUESO">
            <a:hlinkClick r:id="rId11" action="ppaction://hlinksldjump"/>
            <a:extLst>
              <a:ext uri="{FF2B5EF4-FFF2-40B4-BE49-F238E27FC236}">
                <a16:creationId xmlns:a16="http://schemas.microsoft.com/office/drawing/2014/main" id="{B7D422A9-D5D8-D06F-961D-D55ACC23573F}"/>
              </a:ext>
            </a:extLst>
          </p:cNvPr>
          <p:cNvSpPr/>
          <p:nvPr/>
        </p:nvSpPr>
        <p:spPr>
          <a:xfrm>
            <a:off x="6096000" y="1771650"/>
            <a:ext cx="2457450" cy="885825"/>
          </a:xfrm>
          <a:prstGeom prst="rect">
            <a:avLst/>
          </a:prstGeom>
          <a:solidFill>
            <a:schemeClr val="dk1">
              <a:alpha val="73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EMBUTIDO</a:t>
            </a:r>
          </a:p>
        </p:txBody>
      </p:sp>
      <p:sp>
        <p:nvSpPr>
          <p:cNvPr id="30" name="FRANCES">
            <a:extLst>
              <a:ext uri="{FF2B5EF4-FFF2-40B4-BE49-F238E27FC236}">
                <a16:creationId xmlns:a16="http://schemas.microsoft.com/office/drawing/2014/main" id="{CD7051F3-E96C-E39C-43F3-1E66EA73FBA9}"/>
              </a:ext>
            </a:extLst>
          </p:cNvPr>
          <p:cNvSpPr/>
          <p:nvPr/>
        </p:nvSpPr>
        <p:spPr>
          <a:xfrm>
            <a:off x="6096000" y="2643187"/>
            <a:ext cx="2457450" cy="885825"/>
          </a:xfrm>
          <a:prstGeom prst="rect">
            <a:avLst/>
          </a:prstGeom>
          <a:solidFill>
            <a:schemeClr val="dk1">
              <a:alpha val="73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SUSHI</a:t>
            </a:r>
          </a:p>
        </p:txBody>
      </p:sp>
      <p:sp>
        <p:nvSpPr>
          <p:cNvPr id="31" name="SUBEME NOTA">
            <a:hlinkClick r:id="rId12" action="ppaction://hlinksldjump"/>
            <a:extLst>
              <a:ext uri="{FF2B5EF4-FFF2-40B4-BE49-F238E27FC236}">
                <a16:creationId xmlns:a16="http://schemas.microsoft.com/office/drawing/2014/main" id="{9F86CDA8-75C4-B41A-D610-0F0C300D34CE}"/>
              </a:ext>
            </a:extLst>
          </p:cNvPr>
          <p:cNvSpPr/>
          <p:nvPr/>
        </p:nvSpPr>
        <p:spPr>
          <a:xfrm>
            <a:off x="6096000" y="3514724"/>
            <a:ext cx="2457450" cy="885825"/>
          </a:xfrm>
          <a:prstGeom prst="rect">
            <a:avLst/>
          </a:prstGeom>
          <a:solidFill>
            <a:schemeClr val="dk1">
              <a:alpha val="73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CREMA DE VERDURAS</a:t>
            </a:r>
          </a:p>
        </p:txBody>
      </p:sp>
      <p:sp>
        <p:nvSpPr>
          <p:cNvPr id="32" name="SUBEME NOTA">
            <a:hlinkClick r:id="rId13" action="ppaction://hlinksldjump"/>
            <a:extLst>
              <a:ext uri="{FF2B5EF4-FFF2-40B4-BE49-F238E27FC236}">
                <a16:creationId xmlns:a16="http://schemas.microsoft.com/office/drawing/2014/main" id="{1907A593-E468-AB92-7A47-4BFA50935131}"/>
              </a:ext>
            </a:extLst>
          </p:cNvPr>
          <p:cNvSpPr/>
          <p:nvPr/>
        </p:nvSpPr>
        <p:spPr>
          <a:xfrm>
            <a:off x="3295650" y="3514723"/>
            <a:ext cx="2457450" cy="885825"/>
          </a:xfrm>
          <a:prstGeom prst="rect">
            <a:avLst/>
          </a:prstGeom>
          <a:solidFill>
            <a:schemeClr val="dk1">
              <a:alpha val="73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ENSALADA CESAR</a:t>
            </a:r>
          </a:p>
        </p:txBody>
      </p:sp>
    </p:spTree>
    <p:extLst>
      <p:ext uri="{BB962C8B-B14F-4D97-AF65-F5344CB8AC3E}">
        <p14:creationId xmlns:p14="http://schemas.microsoft.com/office/powerpoint/2010/main" val="1725597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78 -0.50717 L -3.75E-6 -3.33333E-6 " pathEditMode="relative" rAng="0" ptsTypes="AA">
                                      <p:cBhvr>
                                        <p:cTn id="8" dur="2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9" y="2534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7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6" restart="whenNotActive" fill="hold" evtFilter="cancelBubble" nodeType="interactiveSeq">
                <p:stCondLst>
                  <p:cond evt="onClick" delay="0">
                    <p:tgtEl>
                      <p:spTgt spid="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" fill="hold">
                      <p:stCondLst>
                        <p:cond delay="0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78 -0.50717 L -1.25E-6 2.96296E-6 " pathEditMode="relative" rAng="0" ptsTypes="AA">
                                      <p:cBhvr>
                                        <p:cTn id="28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9" y="25231"/>
                                    </p:animMotion>
                                  </p:childTnLst>
                                </p:cTn>
                              </p:par>
                              <p:par>
                                <p:cTn id="29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25E-6 -0.38542 L -1.25E-6 -4.81481E-6 " pathEditMode="relative" rAng="0" ptsTypes="AA">
                                      <p:cBhvr>
                                        <p:cTn id="30" dur="2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9375"/>
                                    </p:animMotion>
                                  </p:childTnLst>
                                </p:cTn>
                              </p:par>
                              <p:par>
                                <p:cTn id="31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25E-6 -0.25 L -1.25E-6 -0.00116 " pathEditMode="relative" rAng="0" ptsTypes="AA">
                                      <p:cBhvr>
                                        <p:cTn id="32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2431"/>
                                    </p:animMotion>
                                  </p:childTnLst>
                                </p:cTn>
                              </p:par>
                              <p:par>
                                <p:cTn id="33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25E-6 -0.12083 L -1.25E-6 2.77556E-17 " pathEditMode="relative" rAng="0" ptsTypes="AA">
                                      <p:cBhvr>
                                        <p:cTn id="34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604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7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47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47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47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"/>
                  </p:tgtEl>
                </p:cond>
              </p:nextCondLst>
            </p:seq>
            <p:seq concurrent="1" nextAc="seek">
              <p:cTn id="57" restart="whenNotActive" fill="hold" evtFilter="cancelBubble" nodeType="interactiveSeq">
                <p:stCondLst>
                  <p:cond evt="onClick" delay="0">
                    <p:tgtEl>
                      <p:spTgt spid="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8" fill="hold">
                      <p:stCondLst>
                        <p:cond delay="0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75E-6 -0.38542 L -3.75E-6 0 " pathEditMode="relative" rAng="0" ptsTypes="AA">
                                      <p:cBhvr>
                                        <p:cTn id="67" dur="2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9259"/>
                                    </p:animMotion>
                                  </p:childTnLst>
                                </p:cTn>
                              </p:par>
                              <p:par>
                                <p:cTn id="68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75E-6 -0.25 L -3.75E-6 -0.00116 " pathEditMode="relative" rAng="0" ptsTypes="AA">
                                      <p:cBhvr>
                                        <p:cTn id="69" dur="2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2431"/>
                                    </p:animMotion>
                                  </p:childTnLst>
                                </p:cTn>
                              </p:par>
                              <p:par>
                                <p:cTn id="70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25E-6 -0.12083 L -1.25E-6 2.77556E-17 " pathEditMode="relative" rAng="0" ptsTypes="AA">
                                      <p:cBhvr>
                                        <p:cTn id="71" dur="2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604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47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5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10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10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47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0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1" dur="10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10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47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5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6" dur="10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10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"/>
                  </p:tgtEl>
                </p:cond>
              </p:nextCondLst>
            </p:seq>
            <p:seq concurrent="1" nextAc="seek">
              <p:cTn id="89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0" fill="hold">
                      <p:stCondLst>
                        <p:cond delay="0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6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0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78 -0.50717 L -1.25E-6 -3.33333E-6 " pathEditMode="relative" rAng="0" ptsTypes="AA">
                                      <p:cBhvr>
                                        <p:cTn id="101" dur="2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9" y="25347"/>
                                    </p:animMotion>
                                  </p:childTnLst>
                                </p:cTn>
                              </p:par>
                              <p:par>
                                <p:cTn id="102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25E-6 -0.38542 L -1.25E-6 0 " pathEditMode="relative" rAng="0" ptsTypes="AA">
                                      <p:cBhvr>
                                        <p:cTn id="103" dur="2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9259"/>
                                    </p:animMotion>
                                  </p:childTnLst>
                                </p:cTn>
                              </p:par>
                              <p:par>
                                <p:cTn id="104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25E-6 -0.25 L -1.25E-6 -0.00116 " pathEditMode="relative" rAng="0" ptsTypes="AA">
                                      <p:cBhvr>
                                        <p:cTn id="105" dur="2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2431"/>
                                    </p:animMotion>
                                  </p:childTnLst>
                                </p:cTn>
                              </p:par>
                              <p:par>
                                <p:cTn id="106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25E-6 -0.12083 L -1.25E-6 2.77556E-17 " pathEditMode="relative" rAng="0" ptsTypes="AA">
                                      <p:cBhvr>
                                        <p:cTn id="107" dur="2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604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47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1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2" dur="10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10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47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6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7" dur="10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10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0" presetID="47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1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2" dur="10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10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47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6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7" dur="10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10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</p:childTnLst>
        </p:cTn>
      </p:par>
    </p:tnLst>
    <p:bldLst>
      <p:bldP spid="21" grpId="0" animBg="1"/>
      <p:bldP spid="21" grpId="1" animBg="1"/>
      <p:bldP spid="21" grpId="2" animBg="1"/>
      <p:bldP spid="22" grpId="0" animBg="1"/>
      <p:bldP spid="22" grpId="1" animBg="1"/>
      <p:bldP spid="22" grpId="2" animBg="1"/>
      <p:bldP spid="23" grpId="0" animBg="1"/>
      <p:bldP spid="23" grpId="1" animBg="1"/>
      <p:bldP spid="23" grpId="2" animBg="1"/>
      <p:bldP spid="24" grpId="0" animBg="1"/>
      <p:bldP spid="24" grpId="1" animBg="1"/>
      <p:bldP spid="24" grpId="2" animBg="1"/>
      <p:bldP spid="25" grpId="0" animBg="1"/>
      <p:bldP spid="25" grpId="1" animBg="1"/>
      <p:bldP spid="25" grpId="2" animBg="1"/>
      <p:bldP spid="26" grpId="0" animBg="1"/>
      <p:bldP spid="26" grpId="1" animBg="1"/>
      <p:bldP spid="26" grpId="2" animBg="1"/>
      <p:bldP spid="27" grpId="0" animBg="1"/>
      <p:bldP spid="27" grpId="1" animBg="1"/>
      <p:bldP spid="27" grpId="2" animBg="1"/>
      <p:bldP spid="28" grpId="0" animBg="1"/>
      <p:bldP spid="28" grpId="1" animBg="1"/>
      <p:bldP spid="28" grpId="2" animBg="1"/>
      <p:bldP spid="29" grpId="0" animBg="1"/>
      <p:bldP spid="29" grpId="1" animBg="1"/>
      <p:bldP spid="29" grpId="2" animBg="1"/>
      <p:bldP spid="30" grpId="0" animBg="1"/>
      <p:bldP spid="30" grpId="1" animBg="1"/>
      <p:bldP spid="30" grpId="2" animBg="1"/>
      <p:bldP spid="31" grpId="0" animBg="1"/>
      <p:bldP spid="31" grpId="1" animBg="1"/>
      <p:bldP spid="31" grpId="2" animBg="1"/>
      <p:bldP spid="32" grpId="0" animBg="1"/>
      <p:bldP spid="32" grpId="1" animBg="1"/>
      <p:bldP spid="32" grpId="2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B104B95C-FA81-DC15-B28F-C463E67424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262063"/>
            <a:ext cx="12192000" cy="8120063"/>
          </a:xfrm>
          <a:prstGeom prst="rect">
            <a:avLst/>
          </a:prstGeom>
        </p:spPr>
      </p:pic>
      <p:sp>
        <p:nvSpPr>
          <p:cNvPr id="52" name="BEBIDA FRIA">
            <a:hlinkClick r:id="rId3" action="ppaction://hlinksldjump"/>
            <a:extLst>
              <a:ext uri="{FF2B5EF4-FFF2-40B4-BE49-F238E27FC236}">
                <a16:creationId xmlns:a16="http://schemas.microsoft.com/office/drawing/2014/main" id="{29AB9ABD-F2CD-E068-71ED-8473A323AF91}"/>
              </a:ext>
            </a:extLst>
          </p:cNvPr>
          <p:cNvSpPr/>
          <p:nvPr/>
        </p:nvSpPr>
        <p:spPr>
          <a:xfrm>
            <a:off x="3295650" y="0"/>
            <a:ext cx="2457450" cy="885825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400" dirty="0">
                <a:latin typeface="Baskerville Old Face" panose="02020602080505020303" pitchFamily="18" charset="0"/>
              </a:rPr>
              <a:t>ALMUERZO</a:t>
            </a:r>
            <a:endParaRPr lang="es-ES" dirty="0"/>
          </a:p>
        </p:txBody>
      </p:sp>
      <p:sp>
        <p:nvSpPr>
          <p:cNvPr id="53" name="COMIDA">
            <a:hlinkClick r:id="rId3" action="ppaction://hlinksldjump"/>
            <a:extLst>
              <a:ext uri="{FF2B5EF4-FFF2-40B4-BE49-F238E27FC236}">
                <a16:creationId xmlns:a16="http://schemas.microsoft.com/office/drawing/2014/main" id="{8835DF51-81B3-D063-6DB5-24BC3C974CC1}"/>
              </a:ext>
            </a:extLst>
          </p:cNvPr>
          <p:cNvSpPr/>
          <p:nvPr/>
        </p:nvSpPr>
        <p:spPr>
          <a:xfrm>
            <a:off x="533400" y="0"/>
            <a:ext cx="2457450" cy="885825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400" dirty="0">
                <a:latin typeface="Baskerville Old Face" panose="02020602080505020303" pitchFamily="18" charset="0"/>
              </a:rPr>
              <a:t>DESAYUNO</a:t>
            </a:r>
          </a:p>
        </p:txBody>
      </p:sp>
      <p:sp>
        <p:nvSpPr>
          <p:cNvPr id="54" name="CAFE">
            <a:hlinkClick r:id="rId3" action="ppaction://hlinksldjump"/>
            <a:extLst>
              <a:ext uri="{FF2B5EF4-FFF2-40B4-BE49-F238E27FC236}">
                <a16:creationId xmlns:a16="http://schemas.microsoft.com/office/drawing/2014/main" id="{1203F8CA-2DA6-95C3-3536-BB036D9B9A7E}"/>
              </a:ext>
            </a:extLst>
          </p:cNvPr>
          <p:cNvSpPr/>
          <p:nvPr/>
        </p:nvSpPr>
        <p:spPr>
          <a:xfrm>
            <a:off x="6096000" y="0"/>
            <a:ext cx="2457450" cy="885825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400" dirty="0">
                <a:latin typeface="Baskerville Old Face" panose="02020602080505020303" pitchFamily="18" charset="0"/>
              </a:rPr>
              <a:t>CENA</a:t>
            </a:r>
          </a:p>
        </p:txBody>
      </p:sp>
      <p:sp>
        <p:nvSpPr>
          <p:cNvPr id="55" name="CHURROS">
            <a:hlinkClick r:id="rId4" action="ppaction://hlinksldjump"/>
            <a:extLst>
              <a:ext uri="{FF2B5EF4-FFF2-40B4-BE49-F238E27FC236}">
                <a16:creationId xmlns:a16="http://schemas.microsoft.com/office/drawing/2014/main" id="{838B7B5C-387B-2966-175B-C4661821626C}"/>
              </a:ext>
            </a:extLst>
          </p:cNvPr>
          <p:cNvSpPr/>
          <p:nvPr/>
        </p:nvSpPr>
        <p:spPr>
          <a:xfrm>
            <a:off x="533400" y="885825"/>
            <a:ext cx="2457450" cy="885825"/>
          </a:xfrm>
          <a:prstGeom prst="rect">
            <a:avLst/>
          </a:prstGeom>
          <a:solidFill>
            <a:schemeClr val="dk1">
              <a:alpha val="73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CONTINENTAL</a:t>
            </a:r>
          </a:p>
        </p:txBody>
      </p:sp>
      <p:sp>
        <p:nvSpPr>
          <p:cNvPr id="56" name="QUESO">
            <a:hlinkClick r:id="rId5" action="ppaction://hlinksldjump"/>
            <a:extLst>
              <a:ext uri="{FF2B5EF4-FFF2-40B4-BE49-F238E27FC236}">
                <a16:creationId xmlns:a16="http://schemas.microsoft.com/office/drawing/2014/main" id="{FD75E2B0-795F-0D4D-0625-90B5A2280EC5}"/>
              </a:ext>
            </a:extLst>
          </p:cNvPr>
          <p:cNvSpPr/>
          <p:nvPr/>
        </p:nvSpPr>
        <p:spPr>
          <a:xfrm>
            <a:off x="533400" y="1771650"/>
            <a:ext cx="2457450" cy="885825"/>
          </a:xfrm>
          <a:prstGeom prst="rect">
            <a:avLst/>
          </a:prstGeom>
          <a:solidFill>
            <a:schemeClr val="dk1">
              <a:alpha val="73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BOL DE FRUTAS</a:t>
            </a:r>
          </a:p>
        </p:txBody>
      </p:sp>
      <p:sp>
        <p:nvSpPr>
          <p:cNvPr id="57" name="FRANCES">
            <a:hlinkClick r:id="rId6" action="ppaction://hlinksldjump"/>
            <a:extLst>
              <a:ext uri="{FF2B5EF4-FFF2-40B4-BE49-F238E27FC236}">
                <a16:creationId xmlns:a16="http://schemas.microsoft.com/office/drawing/2014/main" id="{D406F05B-B18C-708A-4232-66B6BD23275F}"/>
              </a:ext>
            </a:extLst>
          </p:cNvPr>
          <p:cNvSpPr/>
          <p:nvPr/>
        </p:nvSpPr>
        <p:spPr>
          <a:xfrm>
            <a:off x="533400" y="2643187"/>
            <a:ext cx="2457450" cy="885825"/>
          </a:xfrm>
          <a:prstGeom prst="rect">
            <a:avLst/>
          </a:prstGeom>
          <a:solidFill>
            <a:schemeClr val="dk1">
              <a:alpha val="73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CEREALES</a:t>
            </a:r>
          </a:p>
        </p:txBody>
      </p:sp>
      <p:sp>
        <p:nvSpPr>
          <p:cNvPr id="58" name="SUBEME NOTA">
            <a:hlinkClick r:id="rId7" action="ppaction://hlinksldjump"/>
            <a:extLst>
              <a:ext uri="{FF2B5EF4-FFF2-40B4-BE49-F238E27FC236}">
                <a16:creationId xmlns:a16="http://schemas.microsoft.com/office/drawing/2014/main" id="{DD6DAF3A-9B58-59BC-A115-D880B49F33F7}"/>
              </a:ext>
            </a:extLst>
          </p:cNvPr>
          <p:cNvSpPr/>
          <p:nvPr/>
        </p:nvSpPr>
        <p:spPr>
          <a:xfrm>
            <a:off x="533400" y="3514724"/>
            <a:ext cx="2457450" cy="885825"/>
          </a:xfrm>
          <a:prstGeom prst="rect">
            <a:avLst/>
          </a:prstGeom>
          <a:solidFill>
            <a:schemeClr val="dk1">
              <a:alpha val="73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TORTITAS</a:t>
            </a:r>
          </a:p>
        </p:txBody>
      </p:sp>
      <p:sp>
        <p:nvSpPr>
          <p:cNvPr id="59" name="CHURROS">
            <a:hlinkClick r:id="rId8" action="ppaction://hlinksldjump"/>
            <a:extLst>
              <a:ext uri="{FF2B5EF4-FFF2-40B4-BE49-F238E27FC236}">
                <a16:creationId xmlns:a16="http://schemas.microsoft.com/office/drawing/2014/main" id="{8C1FD2F5-A06B-7F90-DD63-6837FAFBB208}"/>
              </a:ext>
            </a:extLst>
          </p:cNvPr>
          <p:cNvSpPr/>
          <p:nvPr/>
        </p:nvSpPr>
        <p:spPr>
          <a:xfrm>
            <a:off x="3295650" y="885825"/>
            <a:ext cx="2457450" cy="885825"/>
          </a:xfrm>
          <a:prstGeom prst="rect">
            <a:avLst/>
          </a:prstGeom>
          <a:solidFill>
            <a:schemeClr val="dk1">
              <a:alpha val="73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ESPAGETI</a:t>
            </a:r>
          </a:p>
        </p:txBody>
      </p:sp>
      <p:sp>
        <p:nvSpPr>
          <p:cNvPr id="60" name="QUESO">
            <a:hlinkClick r:id="rId9" action="ppaction://hlinksldjump"/>
            <a:extLst>
              <a:ext uri="{FF2B5EF4-FFF2-40B4-BE49-F238E27FC236}">
                <a16:creationId xmlns:a16="http://schemas.microsoft.com/office/drawing/2014/main" id="{FD0059D9-D6FF-F2E4-C7BB-205C0D36B5AE}"/>
              </a:ext>
            </a:extLst>
          </p:cNvPr>
          <p:cNvSpPr/>
          <p:nvPr/>
        </p:nvSpPr>
        <p:spPr>
          <a:xfrm>
            <a:off x="3295650" y="1771650"/>
            <a:ext cx="2457450" cy="885825"/>
          </a:xfrm>
          <a:prstGeom prst="rect">
            <a:avLst/>
          </a:prstGeom>
          <a:solidFill>
            <a:schemeClr val="dk1">
              <a:alpha val="73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SOPA</a:t>
            </a:r>
          </a:p>
        </p:txBody>
      </p:sp>
      <p:sp>
        <p:nvSpPr>
          <p:cNvPr id="61" name="FRANCES">
            <a:extLst>
              <a:ext uri="{FF2B5EF4-FFF2-40B4-BE49-F238E27FC236}">
                <a16:creationId xmlns:a16="http://schemas.microsoft.com/office/drawing/2014/main" id="{B096A982-93AB-CB67-A594-C6A20FF343AF}"/>
              </a:ext>
            </a:extLst>
          </p:cNvPr>
          <p:cNvSpPr/>
          <p:nvPr/>
        </p:nvSpPr>
        <p:spPr>
          <a:xfrm>
            <a:off x="3295650" y="2643187"/>
            <a:ext cx="2457450" cy="885825"/>
          </a:xfrm>
          <a:prstGeom prst="rect">
            <a:avLst/>
          </a:prstGeom>
          <a:solidFill>
            <a:schemeClr val="dk1">
              <a:alpha val="73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COSTILLAS</a:t>
            </a:r>
          </a:p>
        </p:txBody>
      </p:sp>
      <p:sp>
        <p:nvSpPr>
          <p:cNvPr id="62" name="CHURROS">
            <a:hlinkClick r:id="rId10" action="ppaction://hlinksldjump"/>
            <a:extLst>
              <a:ext uri="{FF2B5EF4-FFF2-40B4-BE49-F238E27FC236}">
                <a16:creationId xmlns:a16="http://schemas.microsoft.com/office/drawing/2014/main" id="{A36614AA-5425-47DB-320D-02E56CF06F99}"/>
              </a:ext>
            </a:extLst>
          </p:cNvPr>
          <p:cNvSpPr/>
          <p:nvPr/>
        </p:nvSpPr>
        <p:spPr>
          <a:xfrm>
            <a:off x="6096000" y="885825"/>
            <a:ext cx="2457450" cy="885825"/>
          </a:xfrm>
          <a:prstGeom prst="rect">
            <a:avLst/>
          </a:prstGeom>
          <a:solidFill>
            <a:schemeClr val="dk1">
              <a:alpha val="73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PIZZA</a:t>
            </a:r>
          </a:p>
        </p:txBody>
      </p:sp>
      <p:sp>
        <p:nvSpPr>
          <p:cNvPr id="63" name="QUESO">
            <a:hlinkClick r:id="rId11" action="ppaction://hlinksldjump"/>
            <a:extLst>
              <a:ext uri="{FF2B5EF4-FFF2-40B4-BE49-F238E27FC236}">
                <a16:creationId xmlns:a16="http://schemas.microsoft.com/office/drawing/2014/main" id="{C9198DD2-B236-C7BB-6744-114290647C16}"/>
              </a:ext>
            </a:extLst>
          </p:cNvPr>
          <p:cNvSpPr/>
          <p:nvPr/>
        </p:nvSpPr>
        <p:spPr>
          <a:xfrm>
            <a:off x="6096000" y="1771650"/>
            <a:ext cx="2457450" cy="885825"/>
          </a:xfrm>
          <a:prstGeom prst="rect">
            <a:avLst/>
          </a:prstGeom>
          <a:solidFill>
            <a:schemeClr val="dk1">
              <a:alpha val="73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EMBUTIDO</a:t>
            </a:r>
          </a:p>
        </p:txBody>
      </p:sp>
      <p:sp>
        <p:nvSpPr>
          <p:cNvPr id="64" name="FRANCES">
            <a:extLst>
              <a:ext uri="{FF2B5EF4-FFF2-40B4-BE49-F238E27FC236}">
                <a16:creationId xmlns:a16="http://schemas.microsoft.com/office/drawing/2014/main" id="{5606959C-F4E1-2135-9DA1-88B73B04FBEE}"/>
              </a:ext>
            </a:extLst>
          </p:cNvPr>
          <p:cNvSpPr/>
          <p:nvPr/>
        </p:nvSpPr>
        <p:spPr>
          <a:xfrm>
            <a:off x="6096000" y="2643187"/>
            <a:ext cx="2457450" cy="885825"/>
          </a:xfrm>
          <a:prstGeom prst="rect">
            <a:avLst/>
          </a:prstGeom>
          <a:solidFill>
            <a:schemeClr val="dk1">
              <a:alpha val="73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SUSHI</a:t>
            </a:r>
          </a:p>
        </p:txBody>
      </p:sp>
      <p:sp>
        <p:nvSpPr>
          <p:cNvPr id="65" name="SUBEME NOTA">
            <a:hlinkClick r:id="rId12" action="ppaction://hlinksldjump"/>
            <a:extLst>
              <a:ext uri="{FF2B5EF4-FFF2-40B4-BE49-F238E27FC236}">
                <a16:creationId xmlns:a16="http://schemas.microsoft.com/office/drawing/2014/main" id="{1BC67806-3E83-D307-80A9-522ACC07A079}"/>
              </a:ext>
            </a:extLst>
          </p:cNvPr>
          <p:cNvSpPr/>
          <p:nvPr/>
        </p:nvSpPr>
        <p:spPr>
          <a:xfrm>
            <a:off x="6096000" y="3514724"/>
            <a:ext cx="2457450" cy="885825"/>
          </a:xfrm>
          <a:prstGeom prst="rect">
            <a:avLst/>
          </a:prstGeom>
          <a:solidFill>
            <a:schemeClr val="dk1">
              <a:alpha val="73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CREMA DE VERDURAS</a:t>
            </a:r>
          </a:p>
        </p:txBody>
      </p:sp>
      <p:sp>
        <p:nvSpPr>
          <p:cNvPr id="66" name="SUBEME NOTA">
            <a:hlinkClick r:id="rId13" action="ppaction://hlinksldjump"/>
            <a:extLst>
              <a:ext uri="{FF2B5EF4-FFF2-40B4-BE49-F238E27FC236}">
                <a16:creationId xmlns:a16="http://schemas.microsoft.com/office/drawing/2014/main" id="{198443D8-185B-F1AC-7B8A-BE63D62F3DDA}"/>
              </a:ext>
            </a:extLst>
          </p:cNvPr>
          <p:cNvSpPr/>
          <p:nvPr/>
        </p:nvSpPr>
        <p:spPr>
          <a:xfrm>
            <a:off x="3295650" y="3514723"/>
            <a:ext cx="2457450" cy="885825"/>
          </a:xfrm>
          <a:prstGeom prst="rect">
            <a:avLst/>
          </a:prstGeom>
          <a:solidFill>
            <a:schemeClr val="dk1">
              <a:alpha val="73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ENSALADA CESAR</a:t>
            </a:r>
          </a:p>
        </p:txBody>
      </p:sp>
    </p:spTree>
    <p:extLst>
      <p:ext uri="{BB962C8B-B14F-4D97-AF65-F5344CB8AC3E}">
        <p14:creationId xmlns:p14="http://schemas.microsoft.com/office/powerpoint/2010/main" val="13424765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78 -0.50717 L -3.75E-6 -3.33333E-6 " pathEditMode="relative" rAng="0" ptsTypes="AA">
                                      <p:cBhvr>
                                        <p:cTn id="8" dur="2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9" y="2534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7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10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6" restart="whenNotActive" fill="hold" evtFilter="cancelBubble" nodeType="interactiveSeq">
                <p:stCondLst>
                  <p:cond evt="onClick" delay="0">
                    <p:tgtEl>
                      <p:spTgt spid="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" fill="hold">
                      <p:stCondLst>
                        <p:cond delay="0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78 -0.50717 L -1.25E-6 2.96296E-6 " pathEditMode="relative" rAng="0" ptsTypes="AA">
                                      <p:cBhvr>
                                        <p:cTn id="28" dur="2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9" y="25231"/>
                                    </p:animMotion>
                                  </p:childTnLst>
                                </p:cTn>
                              </p:par>
                              <p:par>
                                <p:cTn id="29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25E-6 -0.38542 L -1.25E-6 -4.81481E-6 " pathEditMode="relative" rAng="0" ptsTypes="AA">
                                      <p:cBhvr>
                                        <p:cTn id="30" dur="2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9375"/>
                                    </p:animMotion>
                                  </p:childTnLst>
                                </p:cTn>
                              </p:par>
                              <p:par>
                                <p:cTn id="31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25E-6 -0.25 L -1.25E-6 -0.00116 " pathEditMode="relative" rAng="0" ptsTypes="AA">
                                      <p:cBhvr>
                                        <p:cTn id="32" dur="2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2431"/>
                                    </p:animMotion>
                                  </p:childTnLst>
                                </p:cTn>
                              </p:par>
                              <p:par>
                                <p:cTn id="33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25E-6 -0.12083 L -1.25E-6 2.77556E-17 " pathEditMode="relative" rAng="0" ptsTypes="AA">
                                      <p:cBhvr>
                                        <p:cTn id="34" dur="2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604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7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" dur="10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47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" dur="10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47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" dur="1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47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" dur="1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3"/>
                  </p:tgtEl>
                </p:cond>
              </p:nextCondLst>
            </p:seq>
            <p:seq concurrent="1" nextAc="seek">
              <p:cTn id="57" restart="whenNotActive" fill="hold" evtFilter="cancelBubble" nodeType="interactiveSeq">
                <p:stCondLst>
                  <p:cond evt="onClick" delay="0">
                    <p:tgtEl>
                      <p:spTgt spid="5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8" fill="hold">
                      <p:stCondLst>
                        <p:cond delay="0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75E-6 -0.38542 L -3.75E-6 0 " pathEditMode="relative" rAng="0" ptsTypes="AA">
                                      <p:cBhvr>
                                        <p:cTn id="67" dur="2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9259"/>
                                    </p:animMotion>
                                  </p:childTnLst>
                                </p:cTn>
                              </p:par>
                              <p:par>
                                <p:cTn id="68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75E-6 -0.25 L -3.75E-6 -0.00116 " pathEditMode="relative" rAng="0" ptsTypes="AA">
                                      <p:cBhvr>
                                        <p:cTn id="69" dur="2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2431"/>
                                    </p:animMotion>
                                  </p:childTnLst>
                                </p:cTn>
                              </p:par>
                              <p:par>
                                <p:cTn id="70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25E-6 -0.12083 L -1.25E-6 2.77556E-17 " pathEditMode="relative" rAng="0" ptsTypes="AA">
                                      <p:cBhvr>
                                        <p:cTn id="71" dur="2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604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47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5" dur="10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1000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1000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47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0" dur="10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1" dur="1000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1000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47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5" dur="10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6" dur="1000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1000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2"/>
                  </p:tgtEl>
                </p:cond>
              </p:nextCondLst>
            </p:seq>
            <p:seq concurrent="1" nextAc="seek">
              <p:cTn id="89" restart="whenNotActive" fill="hold" evtFilter="cancelBubble" nodeType="interactiveSeq">
                <p:stCondLst>
                  <p:cond evt="onClick" delay="0">
                    <p:tgtEl>
                      <p:spTgt spid="5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0" fill="hold">
                      <p:stCondLst>
                        <p:cond delay="0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6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0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78 -0.50717 L -1.25E-6 -3.33333E-6 " pathEditMode="relative" rAng="0" ptsTypes="AA">
                                      <p:cBhvr>
                                        <p:cTn id="101" dur="2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9" y="25347"/>
                                    </p:animMotion>
                                  </p:childTnLst>
                                </p:cTn>
                              </p:par>
                              <p:par>
                                <p:cTn id="102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25E-6 -0.38542 L -1.25E-6 0 " pathEditMode="relative" rAng="0" ptsTypes="AA">
                                      <p:cBhvr>
                                        <p:cTn id="103" dur="20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9259"/>
                                    </p:animMotion>
                                  </p:childTnLst>
                                </p:cTn>
                              </p:par>
                              <p:par>
                                <p:cTn id="104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25E-6 -0.25 L -1.25E-6 -0.00116 " pathEditMode="relative" rAng="0" ptsTypes="AA">
                                      <p:cBhvr>
                                        <p:cTn id="105" dur="2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2431"/>
                                    </p:animMotion>
                                  </p:childTnLst>
                                </p:cTn>
                              </p:par>
                              <p:par>
                                <p:cTn id="106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25E-6 -0.12083 L -1.25E-6 2.77556E-17 " pathEditMode="relative" rAng="0" ptsTypes="AA">
                                      <p:cBhvr>
                                        <p:cTn id="107" dur="2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604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47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1" dur="10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2" dur="1000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1000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47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6" dur="10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7" dur="1000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1000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0" presetID="47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1" dur="10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2" dur="1000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1000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47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6" dur="10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7" dur="1000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1000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4"/>
                  </p:tgtEl>
                </p:cond>
              </p:nextCondLst>
            </p:seq>
          </p:childTnLst>
        </p:cTn>
      </p:par>
    </p:tnLst>
    <p:bldLst>
      <p:bldP spid="55" grpId="0" animBg="1"/>
      <p:bldP spid="55" grpId="1" animBg="1"/>
      <p:bldP spid="55" grpId="2" animBg="1"/>
      <p:bldP spid="56" grpId="0" animBg="1"/>
      <p:bldP spid="56" grpId="1" animBg="1"/>
      <p:bldP spid="56" grpId="2" animBg="1"/>
      <p:bldP spid="57" grpId="0" animBg="1"/>
      <p:bldP spid="57" grpId="1" animBg="1"/>
      <p:bldP spid="57" grpId="2" animBg="1"/>
      <p:bldP spid="58" grpId="0" animBg="1"/>
      <p:bldP spid="58" grpId="1" animBg="1"/>
      <p:bldP spid="58" grpId="2" animBg="1"/>
      <p:bldP spid="59" grpId="0" animBg="1"/>
      <p:bldP spid="59" grpId="1" animBg="1"/>
      <p:bldP spid="59" grpId="2" animBg="1"/>
      <p:bldP spid="60" grpId="0" animBg="1"/>
      <p:bldP spid="60" grpId="1" animBg="1"/>
      <p:bldP spid="60" grpId="2" animBg="1"/>
      <p:bldP spid="61" grpId="0" animBg="1"/>
      <p:bldP spid="61" grpId="1" animBg="1"/>
      <p:bldP spid="61" grpId="2" animBg="1"/>
      <p:bldP spid="62" grpId="0" animBg="1"/>
      <p:bldP spid="62" grpId="1" animBg="1"/>
      <p:bldP spid="62" grpId="2" animBg="1"/>
      <p:bldP spid="63" grpId="0" animBg="1"/>
      <p:bldP spid="63" grpId="1" animBg="1"/>
      <p:bldP spid="63" grpId="2" animBg="1"/>
      <p:bldP spid="64" grpId="0" animBg="1"/>
      <p:bldP spid="64" grpId="1" animBg="1"/>
      <p:bldP spid="64" grpId="2" animBg="1"/>
      <p:bldP spid="65" grpId="0" animBg="1"/>
      <p:bldP spid="65" grpId="1" animBg="1"/>
      <p:bldP spid="65" grpId="2" animBg="1"/>
      <p:bldP spid="66" grpId="0" animBg="1"/>
      <p:bldP spid="66" grpId="1" animBg="1"/>
      <p:bldP spid="66" grpId="2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D4E88823-BA94-A5AA-3179-039577F759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548" y="-749300"/>
            <a:ext cx="12194548" cy="8102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5" name="BEBIDA FRIA">
            <a:hlinkClick r:id="rId3" action="ppaction://hlinksldjump"/>
            <a:extLst>
              <a:ext uri="{FF2B5EF4-FFF2-40B4-BE49-F238E27FC236}">
                <a16:creationId xmlns:a16="http://schemas.microsoft.com/office/drawing/2014/main" id="{CCECF299-DBF8-EF79-CDDA-331E5DF241E1}"/>
              </a:ext>
            </a:extLst>
          </p:cNvPr>
          <p:cNvSpPr/>
          <p:nvPr/>
        </p:nvSpPr>
        <p:spPr>
          <a:xfrm>
            <a:off x="3295650" y="0"/>
            <a:ext cx="2457450" cy="885825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400" dirty="0">
                <a:latin typeface="Baskerville Old Face" panose="02020602080505020303" pitchFamily="18" charset="0"/>
              </a:rPr>
              <a:t>ALMUERZO</a:t>
            </a:r>
            <a:endParaRPr lang="es-ES" dirty="0"/>
          </a:p>
        </p:txBody>
      </p:sp>
      <p:sp>
        <p:nvSpPr>
          <p:cNvPr id="36" name="COMIDA">
            <a:hlinkClick r:id="rId3" action="ppaction://hlinksldjump"/>
            <a:extLst>
              <a:ext uri="{FF2B5EF4-FFF2-40B4-BE49-F238E27FC236}">
                <a16:creationId xmlns:a16="http://schemas.microsoft.com/office/drawing/2014/main" id="{5F74E384-7D66-465E-84A0-AB4A66A70803}"/>
              </a:ext>
            </a:extLst>
          </p:cNvPr>
          <p:cNvSpPr/>
          <p:nvPr/>
        </p:nvSpPr>
        <p:spPr>
          <a:xfrm>
            <a:off x="533400" y="0"/>
            <a:ext cx="2457450" cy="885825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400" dirty="0">
                <a:latin typeface="Baskerville Old Face" panose="02020602080505020303" pitchFamily="18" charset="0"/>
              </a:rPr>
              <a:t>DESAYUNO</a:t>
            </a:r>
          </a:p>
        </p:txBody>
      </p:sp>
      <p:sp>
        <p:nvSpPr>
          <p:cNvPr id="37" name="CAFE">
            <a:hlinkClick r:id="rId3" action="ppaction://hlinksldjump"/>
            <a:extLst>
              <a:ext uri="{FF2B5EF4-FFF2-40B4-BE49-F238E27FC236}">
                <a16:creationId xmlns:a16="http://schemas.microsoft.com/office/drawing/2014/main" id="{AC0C41E5-3E2B-FA39-BA1D-F4494F009868}"/>
              </a:ext>
            </a:extLst>
          </p:cNvPr>
          <p:cNvSpPr/>
          <p:nvPr/>
        </p:nvSpPr>
        <p:spPr>
          <a:xfrm>
            <a:off x="6096000" y="0"/>
            <a:ext cx="2457450" cy="885825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400" dirty="0">
                <a:latin typeface="Baskerville Old Face" panose="02020602080505020303" pitchFamily="18" charset="0"/>
              </a:rPr>
              <a:t>CENA</a:t>
            </a:r>
          </a:p>
        </p:txBody>
      </p:sp>
      <p:sp>
        <p:nvSpPr>
          <p:cNvPr id="38" name="CHURROS">
            <a:hlinkClick r:id="rId4" action="ppaction://hlinksldjump"/>
            <a:extLst>
              <a:ext uri="{FF2B5EF4-FFF2-40B4-BE49-F238E27FC236}">
                <a16:creationId xmlns:a16="http://schemas.microsoft.com/office/drawing/2014/main" id="{1481699F-D8C7-0BFC-F828-CFD1626674CB}"/>
              </a:ext>
            </a:extLst>
          </p:cNvPr>
          <p:cNvSpPr/>
          <p:nvPr/>
        </p:nvSpPr>
        <p:spPr>
          <a:xfrm>
            <a:off x="533400" y="885825"/>
            <a:ext cx="2457450" cy="885825"/>
          </a:xfrm>
          <a:prstGeom prst="rect">
            <a:avLst/>
          </a:prstGeom>
          <a:solidFill>
            <a:schemeClr val="dk1">
              <a:alpha val="73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CONTINENTAL</a:t>
            </a:r>
          </a:p>
        </p:txBody>
      </p:sp>
      <p:sp>
        <p:nvSpPr>
          <p:cNvPr id="39" name="QUESO">
            <a:hlinkClick r:id="rId5" action="ppaction://hlinksldjump"/>
            <a:extLst>
              <a:ext uri="{FF2B5EF4-FFF2-40B4-BE49-F238E27FC236}">
                <a16:creationId xmlns:a16="http://schemas.microsoft.com/office/drawing/2014/main" id="{BA0FB44E-8D28-8867-FA77-B6AC6334AFE7}"/>
              </a:ext>
            </a:extLst>
          </p:cNvPr>
          <p:cNvSpPr/>
          <p:nvPr/>
        </p:nvSpPr>
        <p:spPr>
          <a:xfrm>
            <a:off x="533400" y="1771650"/>
            <a:ext cx="2457450" cy="885825"/>
          </a:xfrm>
          <a:prstGeom prst="rect">
            <a:avLst/>
          </a:prstGeom>
          <a:solidFill>
            <a:schemeClr val="dk1">
              <a:alpha val="73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BOL DE FRUTAS</a:t>
            </a:r>
          </a:p>
        </p:txBody>
      </p:sp>
      <p:sp>
        <p:nvSpPr>
          <p:cNvPr id="40" name="FRANCES">
            <a:hlinkClick r:id="rId6" action="ppaction://hlinksldjump"/>
            <a:extLst>
              <a:ext uri="{FF2B5EF4-FFF2-40B4-BE49-F238E27FC236}">
                <a16:creationId xmlns:a16="http://schemas.microsoft.com/office/drawing/2014/main" id="{435B3883-DC23-E53A-EBD7-13497321BD47}"/>
              </a:ext>
            </a:extLst>
          </p:cNvPr>
          <p:cNvSpPr/>
          <p:nvPr/>
        </p:nvSpPr>
        <p:spPr>
          <a:xfrm>
            <a:off x="533400" y="2643187"/>
            <a:ext cx="2457450" cy="885825"/>
          </a:xfrm>
          <a:prstGeom prst="rect">
            <a:avLst/>
          </a:prstGeom>
          <a:solidFill>
            <a:schemeClr val="dk1">
              <a:alpha val="73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CEREALES</a:t>
            </a:r>
          </a:p>
        </p:txBody>
      </p:sp>
      <p:sp>
        <p:nvSpPr>
          <p:cNvPr id="41" name="SUBEME NOTA">
            <a:hlinkClick r:id="rId7" action="ppaction://hlinksldjump"/>
            <a:extLst>
              <a:ext uri="{FF2B5EF4-FFF2-40B4-BE49-F238E27FC236}">
                <a16:creationId xmlns:a16="http://schemas.microsoft.com/office/drawing/2014/main" id="{9E0BE3E0-AACF-7374-E525-E77AD49E6A45}"/>
              </a:ext>
            </a:extLst>
          </p:cNvPr>
          <p:cNvSpPr/>
          <p:nvPr/>
        </p:nvSpPr>
        <p:spPr>
          <a:xfrm>
            <a:off x="533400" y="3514724"/>
            <a:ext cx="2457450" cy="885825"/>
          </a:xfrm>
          <a:prstGeom prst="rect">
            <a:avLst/>
          </a:prstGeom>
          <a:solidFill>
            <a:schemeClr val="dk1">
              <a:alpha val="73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TORTITAS</a:t>
            </a:r>
          </a:p>
        </p:txBody>
      </p:sp>
      <p:sp>
        <p:nvSpPr>
          <p:cNvPr id="42" name="CHURROS">
            <a:hlinkClick r:id="rId8" action="ppaction://hlinksldjump"/>
            <a:extLst>
              <a:ext uri="{FF2B5EF4-FFF2-40B4-BE49-F238E27FC236}">
                <a16:creationId xmlns:a16="http://schemas.microsoft.com/office/drawing/2014/main" id="{7B751E79-27DC-8634-E28B-59B366CDDBD5}"/>
              </a:ext>
            </a:extLst>
          </p:cNvPr>
          <p:cNvSpPr/>
          <p:nvPr/>
        </p:nvSpPr>
        <p:spPr>
          <a:xfrm>
            <a:off x="3295650" y="885825"/>
            <a:ext cx="2457450" cy="885825"/>
          </a:xfrm>
          <a:prstGeom prst="rect">
            <a:avLst/>
          </a:prstGeom>
          <a:solidFill>
            <a:schemeClr val="dk1">
              <a:alpha val="73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ESPAGETI</a:t>
            </a:r>
          </a:p>
        </p:txBody>
      </p:sp>
      <p:sp>
        <p:nvSpPr>
          <p:cNvPr id="43" name="QUESO">
            <a:hlinkClick r:id="rId9" action="ppaction://hlinksldjump"/>
            <a:extLst>
              <a:ext uri="{FF2B5EF4-FFF2-40B4-BE49-F238E27FC236}">
                <a16:creationId xmlns:a16="http://schemas.microsoft.com/office/drawing/2014/main" id="{69DEF5BF-EF6A-F31F-345F-A0F6D778F799}"/>
              </a:ext>
            </a:extLst>
          </p:cNvPr>
          <p:cNvSpPr/>
          <p:nvPr/>
        </p:nvSpPr>
        <p:spPr>
          <a:xfrm>
            <a:off x="3295650" y="1771650"/>
            <a:ext cx="2457450" cy="885825"/>
          </a:xfrm>
          <a:prstGeom prst="rect">
            <a:avLst/>
          </a:prstGeom>
          <a:solidFill>
            <a:schemeClr val="dk1">
              <a:alpha val="73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SOPA</a:t>
            </a:r>
          </a:p>
        </p:txBody>
      </p:sp>
      <p:sp>
        <p:nvSpPr>
          <p:cNvPr id="44" name="FRANCES">
            <a:extLst>
              <a:ext uri="{FF2B5EF4-FFF2-40B4-BE49-F238E27FC236}">
                <a16:creationId xmlns:a16="http://schemas.microsoft.com/office/drawing/2014/main" id="{36CC1C61-AD36-9FAA-1395-AB36A66E7E21}"/>
              </a:ext>
            </a:extLst>
          </p:cNvPr>
          <p:cNvSpPr/>
          <p:nvPr/>
        </p:nvSpPr>
        <p:spPr>
          <a:xfrm>
            <a:off x="3295650" y="2643187"/>
            <a:ext cx="2457450" cy="885825"/>
          </a:xfrm>
          <a:prstGeom prst="rect">
            <a:avLst/>
          </a:prstGeom>
          <a:solidFill>
            <a:schemeClr val="dk1">
              <a:alpha val="73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COSTILLAS</a:t>
            </a:r>
          </a:p>
        </p:txBody>
      </p:sp>
      <p:sp>
        <p:nvSpPr>
          <p:cNvPr id="45" name="CHURROS">
            <a:hlinkClick r:id="rId10" action="ppaction://hlinksldjump"/>
            <a:extLst>
              <a:ext uri="{FF2B5EF4-FFF2-40B4-BE49-F238E27FC236}">
                <a16:creationId xmlns:a16="http://schemas.microsoft.com/office/drawing/2014/main" id="{55607179-F037-6B72-6F75-FFEF6904495A}"/>
              </a:ext>
            </a:extLst>
          </p:cNvPr>
          <p:cNvSpPr/>
          <p:nvPr/>
        </p:nvSpPr>
        <p:spPr>
          <a:xfrm>
            <a:off x="6096000" y="885825"/>
            <a:ext cx="2457450" cy="885825"/>
          </a:xfrm>
          <a:prstGeom prst="rect">
            <a:avLst/>
          </a:prstGeom>
          <a:solidFill>
            <a:schemeClr val="dk1">
              <a:alpha val="73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PIZZA</a:t>
            </a:r>
          </a:p>
        </p:txBody>
      </p:sp>
      <p:sp>
        <p:nvSpPr>
          <p:cNvPr id="46" name="QUESO">
            <a:hlinkClick r:id="rId11" action="ppaction://hlinksldjump"/>
            <a:extLst>
              <a:ext uri="{FF2B5EF4-FFF2-40B4-BE49-F238E27FC236}">
                <a16:creationId xmlns:a16="http://schemas.microsoft.com/office/drawing/2014/main" id="{ACDED5E1-F3E9-5F09-E282-8E55F93C6B8B}"/>
              </a:ext>
            </a:extLst>
          </p:cNvPr>
          <p:cNvSpPr/>
          <p:nvPr/>
        </p:nvSpPr>
        <p:spPr>
          <a:xfrm>
            <a:off x="6096000" y="1771650"/>
            <a:ext cx="2457450" cy="885825"/>
          </a:xfrm>
          <a:prstGeom prst="rect">
            <a:avLst/>
          </a:prstGeom>
          <a:solidFill>
            <a:schemeClr val="dk1">
              <a:alpha val="73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EMBUTIDO</a:t>
            </a:r>
          </a:p>
        </p:txBody>
      </p:sp>
      <p:sp>
        <p:nvSpPr>
          <p:cNvPr id="47" name="FRANCES">
            <a:extLst>
              <a:ext uri="{FF2B5EF4-FFF2-40B4-BE49-F238E27FC236}">
                <a16:creationId xmlns:a16="http://schemas.microsoft.com/office/drawing/2014/main" id="{9189D18E-8F72-AFAA-4CC7-1B0DDABE1054}"/>
              </a:ext>
            </a:extLst>
          </p:cNvPr>
          <p:cNvSpPr/>
          <p:nvPr/>
        </p:nvSpPr>
        <p:spPr>
          <a:xfrm>
            <a:off x="6096000" y="2643187"/>
            <a:ext cx="2457450" cy="885825"/>
          </a:xfrm>
          <a:prstGeom prst="rect">
            <a:avLst/>
          </a:prstGeom>
          <a:solidFill>
            <a:schemeClr val="dk1">
              <a:alpha val="73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SUSHI</a:t>
            </a:r>
          </a:p>
        </p:txBody>
      </p:sp>
      <p:sp>
        <p:nvSpPr>
          <p:cNvPr id="48" name="SUBEME NOTA">
            <a:hlinkClick r:id="rId12" action="ppaction://hlinksldjump"/>
            <a:extLst>
              <a:ext uri="{FF2B5EF4-FFF2-40B4-BE49-F238E27FC236}">
                <a16:creationId xmlns:a16="http://schemas.microsoft.com/office/drawing/2014/main" id="{E55B0B14-1A06-A0F1-71C0-D59ED3CFF11E}"/>
              </a:ext>
            </a:extLst>
          </p:cNvPr>
          <p:cNvSpPr/>
          <p:nvPr/>
        </p:nvSpPr>
        <p:spPr>
          <a:xfrm>
            <a:off x="6096000" y="3514724"/>
            <a:ext cx="2457450" cy="885825"/>
          </a:xfrm>
          <a:prstGeom prst="rect">
            <a:avLst/>
          </a:prstGeom>
          <a:solidFill>
            <a:schemeClr val="dk1">
              <a:alpha val="73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CREMA DE VERDURAS</a:t>
            </a:r>
          </a:p>
        </p:txBody>
      </p:sp>
      <p:sp>
        <p:nvSpPr>
          <p:cNvPr id="49" name="SUBEME NOTA">
            <a:hlinkClick r:id="rId13" action="ppaction://hlinksldjump"/>
            <a:extLst>
              <a:ext uri="{FF2B5EF4-FFF2-40B4-BE49-F238E27FC236}">
                <a16:creationId xmlns:a16="http://schemas.microsoft.com/office/drawing/2014/main" id="{266B61E0-411F-E325-62B6-1D4D802391F6}"/>
              </a:ext>
            </a:extLst>
          </p:cNvPr>
          <p:cNvSpPr/>
          <p:nvPr/>
        </p:nvSpPr>
        <p:spPr>
          <a:xfrm>
            <a:off x="3295650" y="3514723"/>
            <a:ext cx="2457450" cy="885825"/>
          </a:xfrm>
          <a:prstGeom prst="rect">
            <a:avLst/>
          </a:prstGeom>
          <a:solidFill>
            <a:schemeClr val="dk1">
              <a:alpha val="73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ENSALADA CESAR</a:t>
            </a:r>
          </a:p>
        </p:txBody>
      </p:sp>
    </p:spTree>
    <p:extLst>
      <p:ext uri="{BB962C8B-B14F-4D97-AF65-F5344CB8AC3E}">
        <p14:creationId xmlns:p14="http://schemas.microsoft.com/office/powerpoint/2010/main" val="6739607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78 -0.50717 L -3.75E-6 -3.33333E-6 " pathEditMode="relative" rAng="0" ptsTypes="AA">
                                      <p:cBhvr>
                                        <p:cTn id="8" dur="2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9" y="2534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7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1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6" restart="whenNotActive" fill="hold" evtFilter="cancelBubble" nodeType="interactiveSeq">
                <p:stCondLst>
                  <p:cond evt="onClick" delay="0">
                    <p:tgtEl>
                      <p:spTgt spid="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" fill="hold">
                      <p:stCondLst>
                        <p:cond delay="0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78 -0.50717 L -1.25E-6 2.96296E-6 " pathEditMode="relative" rAng="0" ptsTypes="AA">
                                      <p:cBhvr>
                                        <p:cTn id="28" dur="2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9" y="25231"/>
                                    </p:animMotion>
                                  </p:childTnLst>
                                </p:cTn>
                              </p:par>
                              <p:par>
                                <p:cTn id="29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25E-6 -0.38542 L -1.25E-6 -4.81481E-6 " pathEditMode="relative" rAng="0" ptsTypes="AA">
                                      <p:cBhvr>
                                        <p:cTn id="30" dur="2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9375"/>
                                    </p:animMotion>
                                  </p:childTnLst>
                                </p:cTn>
                              </p:par>
                              <p:par>
                                <p:cTn id="31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25E-6 -0.25 L -1.25E-6 -0.00116 " pathEditMode="relative" rAng="0" ptsTypes="AA">
                                      <p:cBhvr>
                                        <p:cTn id="32" dur="2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2431"/>
                                    </p:animMotion>
                                  </p:childTnLst>
                                </p:cTn>
                              </p:par>
                              <p:par>
                                <p:cTn id="33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25E-6 -0.12083 L -1.25E-6 2.77556E-17 " pathEditMode="relative" rAng="0" ptsTypes="AA">
                                      <p:cBhvr>
                                        <p:cTn id="34" dur="2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604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7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47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47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47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6"/>
                  </p:tgtEl>
                </p:cond>
              </p:nextCondLst>
            </p:seq>
            <p:seq concurrent="1" nextAc="seek">
              <p:cTn id="57" restart="whenNotActive" fill="hold" evtFilter="cancelBubble" nodeType="interactiveSeq">
                <p:stCondLst>
                  <p:cond evt="onClick" delay="0">
                    <p:tgtEl>
                      <p:spTgt spid="3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8" fill="hold">
                      <p:stCondLst>
                        <p:cond delay="0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75E-6 -0.38542 L -3.75E-6 0 " pathEditMode="relative" rAng="0" ptsTypes="AA">
                                      <p:cBhvr>
                                        <p:cTn id="67" dur="2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9259"/>
                                    </p:animMotion>
                                  </p:childTnLst>
                                </p:cTn>
                              </p:par>
                              <p:par>
                                <p:cTn id="68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75E-6 -0.25 L -3.75E-6 -0.00116 " pathEditMode="relative" rAng="0" ptsTypes="AA">
                                      <p:cBhvr>
                                        <p:cTn id="69" dur="2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2431"/>
                                    </p:animMotion>
                                  </p:childTnLst>
                                </p:cTn>
                              </p:par>
                              <p:par>
                                <p:cTn id="70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25E-6 -0.12083 L -1.25E-6 2.77556E-17 " pathEditMode="relative" rAng="0" ptsTypes="AA">
                                      <p:cBhvr>
                                        <p:cTn id="71" dur="2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604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47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5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1000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1000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47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0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1" dur="1000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1000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47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5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6" dur="1000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1000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5"/>
                  </p:tgtEl>
                </p:cond>
              </p:nextCondLst>
            </p:seq>
            <p:seq concurrent="1" nextAc="seek">
              <p:cTn id="89" restart="whenNotActive" fill="hold" evtFilter="cancelBubble" nodeType="interactiveSeq">
                <p:stCondLst>
                  <p:cond evt="onClick" delay="0">
                    <p:tgtEl>
                      <p:spTgt spid="3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0" fill="hold">
                      <p:stCondLst>
                        <p:cond delay="0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6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0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78 -0.50717 L -1.25E-6 -3.33333E-6 " pathEditMode="relative" rAng="0" ptsTypes="AA">
                                      <p:cBhvr>
                                        <p:cTn id="101" dur="2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9" y="25347"/>
                                    </p:animMotion>
                                  </p:childTnLst>
                                </p:cTn>
                              </p:par>
                              <p:par>
                                <p:cTn id="102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25E-6 -0.38542 L -1.25E-6 0 " pathEditMode="relative" rAng="0" ptsTypes="AA">
                                      <p:cBhvr>
                                        <p:cTn id="103" dur="2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9259"/>
                                    </p:animMotion>
                                  </p:childTnLst>
                                </p:cTn>
                              </p:par>
                              <p:par>
                                <p:cTn id="104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25E-6 -0.25 L -1.25E-6 -0.00116 " pathEditMode="relative" rAng="0" ptsTypes="AA">
                                      <p:cBhvr>
                                        <p:cTn id="105" dur="2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2431"/>
                                    </p:animMotion>
                                  </p:childTnLst>
                                </p:cTn>
                              </p:par>
                              <p:par>
                                <p:cTn id="106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25E-6 -0.12083 L -1.25E-6 2.77556E-17 " pathEditMode="relative" rAng="0" ptsTypes="AA">
                                      <p:cBhvr>
                                        <p:cTn id="107" dur="2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604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47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1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2" dur="1000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1000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47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6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7" dur="1000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1000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0" presetID="47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1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2" dur="1000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1000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47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6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7" dur="1000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1000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7"/>
                  </p:tgtEl>
                </p:cond>
              </p:nextCondLst>
            </p:seq>
          </p:childTnLst>
        </p:cTn>
      </p:par>
    </p:tnLst>
    <p:bldLst>
      <p:bldP spid="38" grpId="0" animBg="1"/>
      <p:bldP spid="38" grpId="1" animBg="1"/>
      <p:bldP spid="38" grpId="2" animBg="1"/>
      <p:bldP spid="39" grpId="0" animBg="1"/>
      <p:bldP spid="39" grpId="1" animBg="1"/>
      <p:bldP spid="39" grpId="2" animBg="1"/>
      <p:bldP spid="40" grpId="0" animBg="1"/>
      <p:bldP spid="40" grpId="1" animBg="1"/>
      <p:bldP spid="40" grpId="2" animBg="1"/>
      <p:bldP spid="41" grpId="0" animBg="1"/>
      <p:bldP spid="41" grpId="1" animBg="1"/>
      <p:bldP spid="41" grpId="2" animBg="1"/>
      <p:bldP spid="42" grpId="0" animBg="1"/>
      <p:bldP spid="42" grpId="1" animBg="1"/>
      <p:bldP spid="42" grpId="2" animBg="1"/>
      <p:bldP spid="43" grpId="0" animBg="1"/>
      <p:bldP spid="43" grpId="1" animBg="1"/>
      <p:bldP spid="43" grpId="2" animBg="1"/>
      <p:bldP spid="44" grpId="0" animBg="1"/>
      <p:bldP spid="44" grpId="1" animBg="1"/>
      <p:bldP spid="44" grpId="2" animBg="1"/>
      <p:bldP spid="45" grpId="0" animBg="1"/>
      <p:bldP spid="45" grpId="1" animBg="1"/>
      <p:bldP spid="45" grpId="2" animBg="1"/>
      <p:bldP spid="46" grpId="0" animBg="1"/>
      <p:bldP spid="46" grpId="1" animBg="1"/>
      <p:bldP spid="46" grpId="2" animBg="1"/>
      <p:bldP spid="47" grpId="0" animBg="1"/>
      <p:bldP spid="47" grpId="1" animBg="1"/>
      <p:bldP spid="47" grpId="2" animBg="1"/>
      <p:bldP spid="48" grpId="0" animBg="1"/>
      <p:bldP spid="48" grpId="1" animBg="1"/>
      <p:bldP spid="48" grpId="2" animBg="1"/>
      <p:bldP spid="49" grpId="0" animBg="1"/>
      <p:bldP spid="49" grpId="1" animBg="1"/>
      <p:bldP spid="49" grpId="2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F5A04F12-0331-A3F8-210A-AFC44D83E6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1" name="BEBIDA FRIA">
            <a:hlinkClick r:id="rId3" action="ppaction://hlinksldjump"/>
            <a:extLst>
              <a:ext uri="{FF2B5EF4-FFF2-40B4-BE49-F238E27FC236}">
                <a16:creationId xmlns:a16="http://schemas.microsoft.com/office/drawing/2014/main" id="{846E1D8F-ACBF-AB7D-018F-D3A46342FBF0}"/>
              </a:ext>
            </a:extLst>
          </p:cNvPr>
          <p:cNvSpPr/>
          <p:nvPr/>
        </p:nvSpPr>
        <p:spPr>
          <a:xfrm>
            <a:off x="3295650" y="0"/>
            <a:ext cx="2457450" cy="885825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400" dirty="0">
                <a:latin typeface="Baskerville Old Face" panose="02020602080505020303" pitchFamily="18" charset="0"/>
              </a:rPr>
              <a:t>ALMUERZO</a:t>
            </a:r>
            <a:endParaRPr lang="es-ES" dirty="0"/>
          </a:p>
        </p:txBody>
      </p:sp>
      <p:sp>
        <p:nvSpPr>
          <p:cNvPr id="32" name="COMIDA">
            <a:hlinkClick r:id="rId3" action="ppaction://hlinksldjump"/>
            <a:extLst>
              <a:ext uri="{FF2B5EF4-FFF2-40B4-BE49-F238E27FC236}">
                <a16:creationId xmlns:a16="http://schemas.microsoft.com/office/drawing/2014/main" id="{9AE1F193-CDB9-F735-27F1-1FB9831C01AC}"/>
              </a:ext>
            </a:extLst>
          </p:cNvPr>
          <p:cNvSpPr/>
          <p:nvPr/>
        </p:nvSpPr>
        <p:spPr>
          <a:xfrm>
            <a:off x="533400" y="0"/>
            <a:ext cx="2457450" cy="885825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400" dirty="0">
                <a:latin typeface="Baskerville Old Face" panose="02020602080505020303" pitchFamily="18" charset="0"/>
              </a:rPr>
              <a:t>DESAYUNO</a:t>
            </a:r>
          </a:p>
        </p:txBody>
      </p:sp>
      <p:sp>
        <p:nvSpPr>
          <p:cNvPr id="33" name="CAFE">
            <a:hlinkClick r:id="rId3" action="ppaction://hlinksldjump"/>
            <a:extLst>
              <a:ext uri="{FF2B5EF4-FFF2-40B4-BE49-F238E27FC236}">
                <a16:creationId xmlns:a16="http://schemas.microsoft.com/office/drawing/2014/main" id="{9DA4B983-7672-51F1-B750-00E4ECB60CB8}"/>
              </a:ext>
            </a:extLst>
          </p:cNvPr>
          <p:cNvSpPr/>
          <p:nvPr/>
        </p:nvSpPr>
        <p:spPr>
          <a:xfrm>
            <a:off x="6096000" y="0"/>
            <a:ext cx="2457450" cy="885825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400" dirty="0">
                <a:latin typeface="Baskerville Old Face" panose="02020602080505020303" pitchFamily="18" charset="0"/>
              </a:rPr>
              <a:t>CENA</a:t>
            </a:r>
          </a:p>
        </p:txBody>
      </p:sp>
      <p:sp>
        <p:nvSpPr>
          <p:cNvPr id="34" name="CHURROS">
            <a:hlinkClick r:id="rId4" action="ppaction://hlinksldjump"/>
            <a:extLst>
              <a:ext uri="{FF2B5EF4-FFF2-40B4-BE49-F238E27FC236}">
                <a16:creationId xmlns:a16="http://schemas.microsoft.com/office/drawing/2014/main" id="{666262BE-6154-D2C1-140C-D87CC2DCE33C}"/>
              </a:ext>
            </a:extLst>
          </p:cNvPr>
          <p:cNvSpPr/>
          <p:nvPr/>
        </p:nvSpPr>
        <p:spPr>
          <a:xfrm>
            <a:off x="533400" y="885825"/>
            <a:ext cx="2457450" cy="885825"/>
          </a:xfrm>
          <a:prstGeom prst="rect">
            <a:avLst/>
          </a:prstGeom>
          <a:solidFill>
            <a:schemeClr val="dk1">
              <a:alpha val="73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CONTINENTAL</a:t>
            </a:r>
          </a:p>
        </p:txBody>
      </p:sp>
      <p:sp>
        <p:nvSpPr>
          <p:cNvPr id="35" name="QUESO">
            <a:hlinkClick r:id="rId5" action="ppaction://hlinksldjump"/>
            <a:extLst>
              <a:ext uri="{FF2B5EF4-FFF2-40B4-BE49-F238E27FC236}">
                <a16:creationId xmlns:a16="http://schemas.microsoft.com/office/drawing/2014/main" id="{6335466B-EC1E-5EAA-CADD-AC40E923AAB5}"/>
              </a:ext>
            </a:extLst>
          </p:cNvPr>
          <p:cNvSpPr/>
          <p:nvPr/>
        </p:nvSpPr>
        <p:spPr>
          <a:xfrm>
            <a:off x="533400" y="1771650"/>
            <a:ext cx="2457450" cy="885825"/>
          </a:xfrm>
          <a:prstGeom prst="rect">
            <a:avLst/>
          </a:prstGeom>
          <a:solidFill>
            <a:schemeClr val="dk1">
              <a:alpha val="73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BOL DE FRUTAS</a:t>
            </a:r>
          </a:p>
        </p:txBody>
      </p:sp>
      <p:sp>
        <p:nvSpPr>
          <p:cNvPr id="36" name="FRANCES">
            <a:hlinkClick r:id="rId6" action="ppaction://hlinksldjump"/>
            <a:extLst>
              <a:ext uri="{FF2B5EF4-FFF2-40B4-BE49-F238E27FC236}">
                <a16:creationId xmlns:a16="http://schemas.microsoft.com/office/drawing/2014/main" id="{002AC1E7-9A08-C045-6215-66CAC9A7C8AE}"/>
              </a:ext>
            </a:extLst>
          </p:cNvPr>
          <p:cNvSpPr/>
          <p:nvPr/>
        </p:nvSpPr>
        <p:spPr>
          <a:xfrm>
            <a:off x="533400" y="2643187"/>
            <a:ext cx="2457450" cy="885825"/>
          </a:xfrm>
          <a:prstGeom prst="rect">
            <a:avLst/>
          </a:prstGeom>
          <a:solidFill>
            <a:schemeClr val="dk1">
              <a:alpha val="73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CEREALES</a:t>
            </a:r>
          </a:p>
        </p:txBody>
      </p:sp>
      <p:sp>
        <p:nvSpPr>
          <p:cNvPr id="37" name="SUBEME NOTA">
            <a:hlinkClick r:id="rId7" action="ppaction://hlinksldjump"/>
            <a:extLst>
              <a:ext uri="{FF2B5EF4-FFF2-40B4-BE49-F238E27FC236}">
                <a16:creationId xmlns:a16="http://schemas.microsoft.com/office/drawing/2014/main" id="{B874E649-4F2D-BC65-8D2C-4DA5C6B29441}"/>
              </a:ext>
            </a:extLst>
          </p:cNvPr>
          <p:cNvSpPr/>
          <p:nvPr/>
        </p:nvSpPr>
        <p:spPr>
          <a:xfrm>
            <a:off x="533400" y="3514724"/>
            <a:ext cx="2457450" cy="885825"/>
          </a:xfrm>
          <a:prstGeom prst="rect">
            <a:avLst/>
          </a:prstGeom>
          <a:solidFill>
            <a:schemeClr val="dk1">
              <a:alpha val="73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TORTITAS</a:t>
            </a:r>
          </a:p>
        </p:txBody>
      </p:sp>
      <p:sp>
        <p:nvSpPr>
          <p:cNvPr id="38" name="CHURROS">
            <a:hlinkClick r:id="rId8" action="ppaction://hlinksldjump"/>
            <a:extLst>
              <a:ext uri="{FF2B5EF4-FFF2-40B4-BE49-F238E27FC236}">
                <a16:creationId xmlns:a16="http://schemas.microsoft.com/office/drawing/2014/main" id="{024F1621-FCD1-738B-4019-CE123EB22B84}"/>
              </a:ext>
            </a:extLst>
          </p:cNvPr>
          <p:cNvSpPr/>
          <p:nvPr/>
        </p:nvSpPr>
        <p:spPr>
          <a:xfrm>
            <a:off x="3295650" y="885825"/>
            <a:ext cx="2457450" cy="885825"/>
          </a:xfrm>
          <a:prstGeom prst="rect">
            <a:avLst/>
          </a:prstGeom>
          <a:solidFill>
            <a:schemeClr val="dk1">
              <a:alpha val="73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ESPAGETI</a:t>
            </a:r>
          </a:p>
        </p:txBody>
      </p:sp>
      <p:sp>
        <p:nvSpPr>
          <p:cNvPr id="39" name="QUESO">
            <a:hlinkClick r:id="rId9" action="ppaction://hlinksldjump"/>
            <a:extLst>
              <a:ext uri="{FF2B5EF4-FFF2-40B4-BE49-F238E27FC236}">
                <a16:creationId xmlns:a16="http://schemas.microsoft.com/office/drawing/2014/main" id="{F1C7FF78-B2F3-A2B6-9249-2AAA8F6CC63F}"/>
              </a:ext>
            </a:extLst>
          </p:cNvPr>
          <p:cNvSpPr/>
          <p:nvPr/>
        </p:nvSpPr>
        <p:spPr>
          <a:xfrm>
            <a:off x="3295650" y="1771650"/>
            <a:ext cx="2457450" cy="885825"/>
          </a:xfrm>
          <a:prstGeom prst="rect">
            <a:avLst/>
          </a:prstGeom>
          <a:solidFill>
            <a:schemeClr val="dk1">
              <a:alpha val="73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SOPA</a:t>
            </a:r>
          </a:p>
        </p:txBody>
      </p:sp>
      <p:sp>
        <p:nvSpPr>
          <p:cNvPr id="40" name="FRANCES">
            <a:extLst>
              <a:ext uri="{FF2B5EF4-FFF2-40B4-BE49-F238E27FC236}">
                <a16:creationId xmlns:a16="http://schemas.microsoft.com/office/drawing/2014/main" id="{D15FC9AB-2C1F-BD14-1CCB-6D8BA007C978}"/>
              </a:ext>
            </a:extLst>
          </p:cNvPr>
          <p:cNvSpPr/>
          <p:nvPr/>
        </p:nvSpPr>
        <p:spPr>
          <a:xfrm>
            <a:off x="3295650" y="2643187"/>
            <a:ext cx="2457450" cy="885825"/>
          </a:xfrm>
          <a:prstGeom prst="rect">
            <a:avLst/>
          </a:prstGeom>
          <a:solidFill>
            <a:schemeClr val="dk1">
              <a:alpha val="73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COSTILLAS</a:t>
            </a:r>
          </a:p>
        </p:txBody>
      </p:sp>
      <p:sp>
        <p:nvSpPr>
          <p:cNvPr id="41" name="CHURROS">
            <a:hlinkClick r:id="rId10" action="ppaction://hlinksldjump"/>
            <a:extLst>
              <a:ext uri="{FF2B5EF4-FFF2-40B4-BE49-F238E27FC236}">
                <a16:creationId xmlns:a16="http://schemas.microsoft.com/office/drawing/2014/main" id="{54170AD2-C87B-0BEB-6891-16D566E33B9B}"/>
              </a:ext>
            </a:extLst>
          </p:cNvPr>
          <p:cNvSpPr/>
          <p:nvPr/>
        </p:nvSpPr>
        <p:spPr>
          <a:xfrm>
            <a:off x="6096000" y="885825"/>
            <a:ext cx="2457450" cy="885825"/>
          </a:xfrm>
          <a:prstGeom prst="rect">
            <a:avLst/>
          </a:prstGeom>
          <a:solidFill>
            <a:schemeClr val="dk1">
              <a:alpha val="73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PIZZA</a:t>
            </a:r>
          </a:p>
        </p:txBody>
      </p:sp>
      <p:sp>
        <p:nvSpPr>
          <p:cNvPr id="42" name="QUESO">
            <a:hlinkClick r:id="rId11" action="ppaction://hlinksldjump"/>
            <a:extLst>
              <a:ext uri="{FF2B5EF4-FFF2-40B4-BE49-F238E27FC236}">
                <a16:creationId xmlns:a16="http://schemas.microsoft.com/office/drawing/2014/main" id="{3B39E494-ACCD-6CB2-1A12-7A7D5EA23A44}"/>
              </a:ext>
            </a:extLst>
          </p:cNvPr>
          <p:cNvSpPr/>
          <p:nvPr/>
        </p:nvSpPr>
        <p:spPr>
          <a:xfrm>
            <a:off x="6096000" y="1771650"/>
            <a:ext cx="2457450" cy="885825"/>
          </a:xfrm>
          <a:prstGeom prst="rect">
            <a:avLst/>
          </a:prstGeom>
          <a:solidFill>
            <a:schemeClr val="dk1">
              <a:alpha val="73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EMBUTIDO</a:t>
            </a:r>
          </a:p>
        </p:txBody>
      </p:sp>
      <p:sp>
        <p:nvSpPr>
          <p:cNvPr id="43" name="FRANCES">
            <a:extLst>
              <a:ext uri="{FF2B5EF4-FFF2-40B4-BE49-F238E27FC236}">
                <a16:creationId xmlns:a16="http://schemas.microsoft.com/office/drawing/2014/main" id="{8AEC3288-C0C1-20AF-0E2F-39D4D4A33F57}"/>
              </a:ext>
            </a:extLst>
          </p:cNvPr>
          <p:cNvSpPr/>
          <p:nvPr/>
        </p:nvSpPr>
        <p:spPr>
          <a:xfrm>
            <a:off x="6096000" y="2643187"/>
            <a:ext cx="2457450" cy="885825"/>
          </a:xfrm>
          <a:prstGeom prst="rect">
            <a:avLst/>
          </a:prstGeom>
          <a:solidFill>
            <a:schemeClr val="dk1">
              <a:alpha val="73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SUSHI</a:t>
            </a:r>
          </a:p>
        </p:txBody>
      </p:sp>
      <p:sp>
        <p:nvSpPr>
          <p:cNvPr id="44" name="SUBEME NOTA">
            <a:hlinkClick r:id="rId12" action="ppaction://hlinksldjump"/>
            <a:extLst>
              <a:ext uri="{FF2B5EF4-FFF2-40B4-BE49-F238E27FC236}">
                <a16:creationId xmlns:a16="http://schemas.microsoft.com/office/drawing/2014/main" id="{A764B388-E3B6-1A1B-24D1-BEA5B21387FB}"/>
              </a:ext>
            </a:extLst>
          </p:cNvPr>
          <p:cNvSpPr/>
          <p:nvPr/>
        </p:nvSpPr>
        <p:spPr>
          <a:xfrm>
            <a:off x="6096000" y="3514724"/>
            <a:ext cx="2457450" cy="885825"/>
          </a:xfrm>
          <a:prstGeom prst="rect">
            <a:avLst/>
          </a:prstGeom>
          <a:solidFill>
            <a:schemeClr val="dk1">
              <a:alpha val="73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CREMA DE VERDURAS</a:t>
            </a:r>
          </a:p>
        </p:txBody>
      </p:sp>
      <p:sp>
        <p:nvSpPr>
          <p:cNvPr id="45" name="SUBEME NOTA">
            <a:hlinkClick r:id="rId13" action="ppaction://hlinksldjump"/>
            <a:extLst>
              <a:ext uri="{FF2B5EF4-FFF2-40B4-BE49-F238E27FC236}">
                <a16:creationId xmlns:a16="http://schemas.microsoft.com/office/drawing/2014/main" id="{3C234778-BF9F-2DF5-013F-83207F15BFCD}"/>
              </a:ext>
            </a:extLst>
          </p:cNvPr>
          <p:cNvSpPr/>
          <p:nvPr/>
        </p:nvSpPr>
        <p:spPr>
          <a:xfrm>
            <a:off x="3295650" y="3514723"/>
            <a:ext cx="2457450" cy="885825"/>
          </a:xfrm>
          <a:prstGeom prst="rect">
            <a:avLst/>
          </a:prstGeom>
          <a:solidFill>
            <a:schemeClr val="dk1">
              <a:alpha val="73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ENSALADA CESAR</a:t>
            </a:r>
          </a:p>
        </p:txBody>
      </p:sp>
    </p:spTree>
    <p:extLst>
      <p:ext uri="{BB962C8B-B14F-4D97-AF65-F5344CB8AC3E}">
        <p14:creationId xmlns:p14="http://schemas.microsoft.com/office/powerpoint/2010/main" val="25834288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78 -0.50717 L -3.75E-6 -3.33333E-6 " pathEditMode="relative" rAng="0" ptsTypes="AA">
                                      <p:cBhvr>
                                        <p:cTn id="8" dur="2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9" y="2534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7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6" restart="whenNotActive" fill="hold" evtFilter="cancelBubble" nodeType="interactiveSeq">
                <p:stCondLst>
                  <p:cond evt="onClick" delay="0">
                    <p:tgtEl>
                      <p:spTgt spid="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" fill="hold">
                      <p:stCondLst>
                        <p:cond delay="0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78 -0.50717 L -1.25E-6 2.96296E-6 " pathEditMode="relative" rAng="0" ptsTypes="AA">
                                      <p:cBhvr>
                                        <p:cTn id="28" dur="2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9" y="25231"/>
                                    </p:animMotion>
                                  </p:childTnLst>
                                </p:cTn>
                              </p:par>
                              <p:par>
                                <p:cTn id="29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25E-6 -0.38542 L -1.25E-6 -4.81481E-6 " pathEditMode="relative" rAng="0" ptsTypes="AA">
                                      <p:cBhvr>
                                        <p:cTn id="30" dur="2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9375"/>
                                    </p:animMotion>
                                  </p:childTnLst>
                                </p:cTn>
                              </p:par>
                              <p:par>
                                <p:cTn id="31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25E-6 -0.25 L -1.25E-6 -0.00116 " pathEditMode="relative" rAng="0" ptsTypes="AA">
                                      <p:cBhvr>
                                        <p:cTn id="32" dur="2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2431"/>
                                    </p:animMotion>
                                  </p:childTnLst>
                                </p:cTn>
                              </p:par>
                              <p:par>
                                <p:cTn id="33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25E-6 -0.12083 L -1.25E-6 2.77556E-17 " pathEditMode="relative" rAng="0" ptsTypes="AA">
                                      <p:cBhvr>
                                        <p:cTn id="34" dur="2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604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7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47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47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47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2"/>
                  </p:tgtEl>
                </p:cond>
              </p:nextCondLst>
            </p:seq>
            <p:seq concurrent="1" nextAc="seek">
              <p:cTn id="57" restart="whenNotActive" fill="hold" evtFilter="cancelBubble" nodeType="interactiveSeq">
                <p:stCondLst>
                  <p:cond evt="onClick" delay="0">
                    <p:tgtEl>
                      <p:spTgt spid="3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8" fill="hold">
                      <p:stCondLst>
                        <p:cond delay="0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75E-6 -0.38542 L -3.75E-6 0 " pathEditMode="relative" rAng="0" ptsTypes="AA">
                                      <p:cBhvr>
                                        <p:cTn id="67" dur="2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9259"/>
                                    </p:animMotion>
                                  </p:childTnLst>
                                </p:cTn>
                              </p:par>
                              <p:par>
                                <p:cTn id="68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75E-6 -0.25 L -3.75E-6 -0.00116 " pathEditMode="relative" rAng="0" ptsTypes="AA">
                                      <p:cBhvr>
                                        <p:cTn id="69" dur="2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2431"/>
                                    </p:animMotion>
                                  </p:childTnLst>
                                </p:cTn>
                              </p:par>
                              <p:par>
                                <p:cTn id="70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25E-6 -0.12083 L -1.25E-6 2.77556E-17 " pathEditMode="relative" rAng="0" ptsTypes="AA">
                                      <p:cBhvr>
                                        <p:cTn id="71" dur="2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604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47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5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1000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1000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47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0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1" dur="100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100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47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5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6" dur="10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10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1"/>
                  </p:tgtEl>
                </p:cond>
              </p:nextCondLst>
            </p:seq>
            <p:seq concurrent="1" nextAc="seek">
              <p:cTn id="89" restart="whenNotActive" fill="hold" evtFilter="cancelBubble" nodeType="interactiveSeq">
                <p:stCondLst>
                  <p:cond evt="onClick" delay="0">
                    <p:tgtEl>
                      <p:spTgt spid="3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0" fill="hold">
                      <p:stCondLst>
                        <p:cond delay="0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6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0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78 -0.50717 L -1.25E-6 -3.33333E-6 " pathEditMode="relative" rAng="0" ptsTypes="AA">
                                      <p:cBhvr>
                                        <p:cTn id="101" dur="2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9" y="25347"/>
                                    </p:animMotion>
                                  </p:childTnLst>
                                </p:cTn>
                              </p:par>
                              <p:par>
                                <p:cTn id="102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25E-6 -0.38542 L -1.25E-6 0 " pathEditMode="relative" rAng="0" ptsTypes="AA">
                                      <p:cBhvr>
                                        <p:cTn id="103" dur="2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9259"/>
                                    </p:animMotion>
                                  </p:childTnLst>
                                </p:cTn>
                              </p:par>
                              <p:par>
                                <p:cTn id="104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25E-6 -0.25 L -1.25E-6 -0.00116 " pathEditMode="relative" rAng="0" ptsTypes="AA">
                                      <p:cBhvr>
                                        <p:cTn id="105" dur="2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2431"/>
                                    </p:animMotion>
                                  </p:childTnLst>
                                </p:cTn>
                              </p:par>
                              <p:par>
                                <p:cTn id="106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25E-6 -0.12083 L -1.25E-6 2.77556E-17 " pathEditMode="relative" rAng="0" ptsTypes="AA">
                                      <p:cBhvr>
                                        <p:cTn id="107" dur="2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604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47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1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2" dur="1000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1000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47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6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7" dur="1000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1000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0" presetID="47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1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2" dur="1000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1000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47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6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7" dur="1000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1000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3"/>
                  </p:tgtEl>
                </p:cond>
              </p:nextCondLst>
            </p:seq>
          </p:childTnLst>
        </p:cTn>
      </p:par>
    </p:tnLst>
    <p:bldLst>
      <p:bldP spid="34" grpId="0" animBg="1"/>
      <p:bldP spid="34" grpId="1" animBg="1"/>
      <p:bldP spid="34" grpId="2" animBg="1"/>
      <p:bldP spid="35" grpId="0" animBg="1"/>
      <p:bldP spid="35" grpId="1" animBg="1"/>
      <p:bldP spid="35" grpId="2" animBg="1"/>
      <p:bldP spid="36" grpId="0" animBg="1"/>
      <p:bldP spid="36" grpId="1" animBg="1"/>
      <p:bldP spid="36" grpId="2" animBg="1"/>
      <p:bldP spid="37" grpId="0" animBg="1"/>
      <p:bldP spid="37" grpId="1" animBg="1"/>
      <p:bldP spid="37" grpId="2" animBg="1"/>
      <p:bldP spid="38" grpId="0" animBg="1"/>
      <p:bldP spid="38" grpId="1" animBg="1"/>
      <p:bldP spid="38" grpId="2" animBg="1"/>
      <p:bldP spid="39" grpId="0" animBg="1"/>
      <p:bldP spid="39" grpId="1" animBg="1"/>
      <p:bldP spid="39" grpId="2" animBg="1"/>
      <p:bldP spid="40" grpId="0" animBg="1"/>
      <p:bldP spid="40" grpId="1" animBg="1"/>
      <p:bldP spid="40" grpId="2" animBg="1"/>
      <p:bldP spid="41" grpId="0" animBg="1"/>
      <p:bldP spid="41" grpId="1" animBg="1"/>
      <p:bldP spid="41" grpId="2" animBg="1"/>
      <p:bldP spid="42" grpId="0" animBg="1"/>
      <p:bldP spid="42" grpId="1" animBg="1"/>
      <p:bldP spid="42" grpId="2" animBg="1"/>
      <p:bldP spid="43" grpId="0" animBg="1"/>
      <p:bldP spid="43" grpId="1" animBg="1"/>
      <p:bldP spid="43" grpId="2" animBg="1"/>
      <p:bldP spid="44" grpId="0" animBg="1"/>
      <p:bldP spid="44" grpId="1" animBg="1"/>
      <p:bldP spid="44" grpId="2" animBg="1"/>
      <p:bldP spid="45" grpId="0" animBg="1"/>
      <p:bldP spid="45" grpId="1" animBg="1"/>
      <p:bldP spid="45" grpId="2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>
            <a:extLst>
              <a:ext uri="{FF2B5EF4-FFF2-40B4-BE49-F238E27FC236}">
                <a16:creationId xmlns:a16="http://schemas.microsoft.com/office/drawing/2014/main" id="{35FE385D-B2C0-A4D6-A121-49579D0637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3" y="-1644650"/>
            <a:ext cx="12189937" cy="9004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1" name="BEBIDA FRIA">
            <a:hlinkClick r:id="rId3" action="ppaction://hlinksldjump"/>
            <a:extLst>
              <a:ext uri="{FF2B5EF4-FFF2-40B4-BE49-F238E27FC236}">
                <a16:creationId xmlns:a16="http://schemas.microsoft.com/office/drawing/2014/main" id="{A76D268E-23FD-F47E-B9E1-0302A5E42C11}"/>
              </a:ext>
            </a:extLst>
          </p:cNvPr>
          <p:cNvSpPr/>
          <p:nvPr/>
        </p:nvSpPr>
        <p:spPr>
          <a:xfrm>
            <a:off x="3295650" y="0"/>
            <a:ext cx="2457450" cy="885825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400" dirty="0">
                <a:latin typeface="Baskerville Old Face" panose="02020602080505020303" pitchFamily="18" charset="0"/>
              </a:rPr>
              <a:t>ALMUERZO</a:t>
            </a:r>
            <a:endParaRPr lang="es-ES" dirty="0"/>
          </a:p>
        </p:txBody>
      </p:sp>
      <p:sp>
        <p:nvSpPr>
          <p:cNvPr id="32" name="COMIDA">
            <a:hlinkClick r:id="rId3" action="ppaction://hlinksldjump"/>
            <a:extLst>
              <a:ext uri="{FF2B5EF4-FFF2-40B4-BE49-F238E27FC236}">
                <a16:creationId xmlns:a16="http://schemas.microsoft.com/office/drawing/2014/main" id="{EFEB5F6B-77CE-446E-4499-59E6B9A02C37}"/>
              </a:ext>
            </a:extLst>
          </p:cNvPr>
          <p:cNvSpPr/>
          <p:nvPr/>
        </p:nvSpPr>
        <p:spPr>
          <a:xfrm>
            <a:off x="533400" y="0"/>
            <a:ext cx="2457450" cy="885825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400" dirty="0">
                <a:latin typeface="Baskerville Old Face" panose="02020602080505020303" pitchFamily="18" charset="0"/>
              </a:rPr>
              <a:t>DESAYUNO</a:t>
            </a:r>
          </a:p>
        </p:txBody>
      </p:sp>
      <p:sp>
        <p:nvSpPr>
          <p:cNvPr id="33" name="CAFE">
            <a:hlinkClick r:id="rId3" action="ppaction://hlinksldjump"/>
            <a:extLst>
              <a:ext uri="{FF2B5EF4-FFF2-40B4-BE49-F238E27FC236}">
                <a16:creationId xmlns:a16="http://schemas.microsoft.com/office/drawing/2014/main" id="{FFF75FE2-4ADB-32FE-C175-17D3EB97B179}"/>
              </a:ext>
            </a:extLst>
          </p:cNvPr>
          <p:cNvSpPr/>
          <p:nvPr/>
        </p:nvSpPr>
        <p:spPr>
          <a:xfrm>
            <a:off x="6096000" y="0"/>
            <a:ext cx="2457450" cy="885825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400" dirty="0">
                <a:latin typeface="Baskerville Old Face" panose="02020602080505020303" pitchFamily="18" charset="0"/>
              </a:rPr>
              <a:t>CENA</a:t>
            </a:r>
          </a:p>
        </p:txBody>
      </p:sp>
      <p:sp>
        <p:nvSpPr>
          <p:cNvPr id="34" name="CHURROS">
            <a:hlinkClick r:id="rId4" action="ppaction://hlinksldjump"/>
            <a:extLst>
              <a:ext uri="{FF2B5EF4-FFF2-40B4-BE49-F238E27FC236}">
                <a16:creationId xmlns:a16="http://schemas.microsoft.com/office/drawing/2014/main" id="{4214297F-A3B4-5AE7-1B51-60F976218DAD}"/>
              </a:ext>
            </a:extLst>
          </p:cNvPr>
          <p:cNvSpPr/>
          <p:nvPr/>
        </p:nvSpPr>
        <p:spPr>
          <a:xfrm>
            <a:off x="533400" y="885825"/>
            <a:ext cx="2457450" cy="885825"/>
          </a:xfrm>
          <a:prstGeom prst="rect">
            <a:avLst/>
          </a:prstGeom>
          <a:solidFill>
            <a:schemeClr val="dk1">
              <a:alpha val="73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CONTINENTAL</a:t>
            </a:r>
          </a:p>
        </p:txBody>
      </p:sp>
      <p:sp>
        <p:nvSpPr>
          <p:cNvPr id="35" name="QUESO">
            <a:hlinkClick r:id="rId5" action="ppaction://hlinksldjump"/>
            <a:extLst>
              <a:ext uri="{FF2B5EF4-FFF2-40B4-BE49-F238E27FC236}">
                <a16:creationId xmlns:a16="http://schemas.microsoft.com/office/drawing/2014/main" id="{D377D07F-EF67-D121-CC90-CF5E6371D3D8}"/>
              </a:ext>
            </a:extLst>
          </p:cNvPr>
          <p:cNvSpPr/>
          <p:nvPr/>
        </p:nvSpPr>
        <p:spPr>
          <a:xfrm>
            <a:off x="533400" y="1771650"/>
            <a:ext cx="2457450" cy="885825"/>
          </a:xfrm>
          <a:prstGeom prst="rect">
            <a:avLst/>
          </a:prstGeom>
          <a:solidFill>
            <a:schemeClr val="dk1">
              <a:alpha val="73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BOL DE FRUTAS</a:t>
            </a:r>
          </a:p>
        </p:txBody>
      </p:sp>
      <p:sp>
        <p:nvSpPr>
          <p:cNvPr id="36" name="FRANCES">
            <a:hlinkClick r:id="rId6" action="ppaction://hlinksldjump"/>
            <a:extLst>
              <a:ext uri="{FF2B5EF4-FFF2-40B4-BE49-F238E27FC236}">
                <a16:creationId xmlns:a16="http://schemas.microsoft.com/office/drawing/2014/main" id="{2FA6C40E-AFD8-B0CF-EF2A-D4562446D4BF}"/>
              </a:ext>
            </a:extLst>
          </p:cNvPr>
          <p:cNvSpPr/>
          <p:nvPr/>
        </p:nvSpPr>
        <p:spPr>
          <a:xfrm>
            <a:off x="533400" y="2643187"/>
            <a:ext cx="2457450" cy="885825"/>
          </a:xfrm>
          <a:prstGeom prst="rect">
            <a:avLst/>
          </a:prstGeom>
          <a:solidFill>
            <a:schemeClr val="dk1">
              <a:alpha val="73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CEREALES</a:t>
            </a:r>
          </a:p>
        </p:txBody>
      </p:sp>
      <p:sp>
        <p:nvSpPr>
          <p:cNvPr id="37" name="SUBEME NOTA">
            <a:hlinkClick r:id="rId7" action="ppaction://hlinksldjump"/>
            <a:extLst>
              <a:ext uri="{FF2B5EF4-FFF2-40B4-BE49-F238E27FC236}">
                <a16:creationId xmlns:a16="http://schemas.microsoft.com/office/drawing/2014/main" id="{81CF8EA8-884C-1C1F-DA62-05318F61E7A6}"/>
              </a:ext>
            </a:extLst>
          </p:cNvPr>
          <p:cNvSpPr/>
          <p:nvPr/>
        </p:nvSpPr>
        <p:spPr>
          <a:xfrm>
            <a:off x="533400" y="3514724"/>
            <a:ext cx="2457450" cy="885825"/>
          </a:xfrm>
          <a:prstGeom prst="rect">
            <a:avLst/>
          </a:prstGeom>
          <a:solidFill>
            <a:schemeClr val="dk1">
              <a:alpha val="73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TORTITAS</a:t>
            </a:r>
          </a:p>
        </p:txBody>
      </p:sp>
      <p:sp>
        <p:nvSpPr>
          <p:cNvPr id="38" name="CHURROS">
            <a:hlinkClick r:id="rId8" action="ppaction://hlinksldjump"/>
            <a:extLst>
              <a:ext uri="{FF2B5EF4-FFF2-40B4-BE49-F238E27FC236}">
                <a16:creationId xmlns:a16="http://schemas.microsoft.com/office/drawing/2014/main" id="{F29E8372-29A8-D697-6A1C-C6082BD72C5A}"/>
              </a:ext>
            </a:extLst>
          </p:cNvPr>
          <p:cNvSpPr/>
          <p:nvPr/>
        </p:nvSpPr>
        <p:spPr>
          <a:xfrm>
            <a:off x="3295650" y="885825"/>
            <a:ext cx="2457450" cy="885825"/>
          </a:xfrm>
          <a:prstGeom prst="rect">
            <a:avLst/>
          </a:prstGeom>
          <a:solidFill>
            <a:schemeClr val="dk1">
              <a:alpha val="73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ESPAGETI</a:t>
            </a:r>
          </a:p>
        </p:txBody>
      </p:sp>
      <p:sp>
        <p:nvSpPr>
          <p:cNvPr id="39" name="QUESO">
            <a:hlinkClick r:id="rId9" action="ppaction://hlinksldjump"/>
            <a:extLst>
              <a:ext uri="{FF2B5EF4-FFF2-40B4-BE49-F238E27FC236}">
                <a16:creationId xmlns:a16="http://schemas.microsoft.com/office/drawing/2014/main" id="{D3F48E8B-28FB-DF47-D40F-668D5B035107}"/>
              </a:ext>
            </a:extLst>
          </p:cNvPr>
          <p:cNvSpPr/>
          <p:nvPr/>
        </p:nvSpPr>
        <p:spPr>
          <a:xfrm>
            <a:off x="3295650" y="1771650"/>
            <a:ext cx="2457450" cy="885825"/>
          </a:xfrm>
          <a:prstGeom prst="rect">
            <a:avLst/>
          </a:prstGeom>
          <a:solidFill>
            <a:schemeClr val="dk1">
              <a:alpha val="73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SOPA</a:t>
            </a:r>
          </a:p>
        </p:txBody>
      </p:sp>
      <p:sp>
        <p:nvSpPr>
          <p:cNvPr id="40" name="FRANCES">
            <a:extLst>
              <a:ext uri="{FF2B5EF4-FFF2-40B4-BE49-F238E27FC236}">
                <a16:creationId xmlns:a16="http://schemas.microsoft.com/office/drawing/2014/main" id="{ED17A915-19D0-E18C-CC5B-87CD3B8C01C2}"/>
              </a:ext>
            </a:extLst>
          </p:cNvPr>
          <p:cNvSpPr/>
          <p:nvPr/>
        </p:nvSpPr>
        <p:spPr>
          <a:xfrm>
            <a:off x="3295650" y="2643187"/>
            <a:ext cx="2457450" cy="885825"/>
          </a:xfrm>
          <a:prstGeom prst="rect">
            <a:avLst/>
          </a:prstGeom>
          <a:solidFill>
            <a:schemeClr val="dk1">
              <a:alpha val="73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COSTILLAS</a:t>
            </a:r>
          </a:p>
        </p:txBody>
      </p:sp>
      <p:sp>
        <p:nvSpPr>
          <p:cNvPr id="41" name="CHURROS">
            <a:hlinkClick r:id="rId10" action="ppaction://hlinksldjump"/>
            <a:extLst>
              <a:ext uri="{FF2B5EF4-FFF2-40B4-BE49-F238E27FC236}">
                <a16:creationId xmlns:a16="http://schemas.microsoft.com/office/drawing/2014/main" id="{04C90E44-B429-41F0-E2C7-40C37112EB65}"/>
              </a:ext>
            </a:extLst>
          </p:cNvPr>
          <p:cNvSpPr/>
          <p:nvPr/>
        </p:nvSpPr>
        <p:spPr>
          <a:xfrm>
            <a:off x="6096000" y="885825"/>
            <a:ext cx="2457450" cy="885825"/>
          </a:xfrm>
          <a:prstGeom prst="rect">
            <a:avLst/>
          </a:prstGeom>
          <a:solidFill>
            <a:schemeClr val="dk1">
              <a:alpha val="73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PIZZA</a:t>
            </a:r>
          </a:p>
        </p:txBody>
      </p:sp>
      <p:sp>
        <p:nvSpPr>
          <p:cNvPr id="42" name="QUESO">
            <a:hlinkClick r:id="rId11" action="ppaction://hlinksldjump"/>
            <a:extLst>
              <a:ext uri="{FF2B5EF4-FFF2-40B4-BE49-F238E27FC236}">
                <a16:creationId xmlns:a16="http://schemas.microsoft.com/office/drawing/2014/main" id="{87A235EE-354C-0C6B-A2CC-B8B869E8758C}"/>
              </a:ext>
            </a:extLst>
          </p:cNvPr>
          <p:cNvSpPr/>
          <p:nvPr/>
        </p:nvSpPr>
        <p:spPr>
          <a:xfrm>
            <a:off x="6096000" y="1771650"/>
            <a:ext cx="2457450" cy="885825"/>
          </a:xfrm>
          <a:prstGeom prst="rect">
            <a:avLst/>
          </a:prstGeom>
          <a:solidFill>
            <a:schemeClr val="dk1">
              <a:alpha val="73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EMBUTIDO</a:t>
            </a:r>
          </a:p>
        </p:txBody>
      </p:sp>
      <p:sp>
        <p:nvSpPr>
          <p:cNvPr id="43" name="FRANCES">
            <a:extLst>
              <a:ext uri="{FF2B5EF4-FFF2-40B4-BE49-F238E27FC236}">
                <a16:creationId xmlns:a16="http://schemas.microsoft.com/office/drawing/2014/main" id="{AA064869-0318-9D2A-31D4-11DDB13B472C}"/>
              </a:ext>
            </a:extLst>
          </p:cNvPr>
          <p:cNvSpPr/>
          <p:nvPr/>
        </p:nvSpPr>
        <p:spPr>
          <a:xfrm>
            <a:off x="6096000" y="2643187"/>
            <a:ext cx="2457450" cy="885825"/>
          </a:xfrm>
          <a:prstGeom prst="rect">
            <a:avLst/>
          </a:prstGeom>
          <a:solidFill>
            <a:schemeClr val="dk1">
              <a:alpha val="73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SUSHI</a:t>
            </a:r>
          </a:p>
        </p:txBody>
      </p:sp>
      <p:sp>
        <p:nvSpPr>
          <p:cNvPr id="44" name="SUBEME NOTA">
            <a:hlinkClick r:id="rId12" action="ppaction://hlinksldjump"/>
            <a:extLst>
              <a:ext uri="{FF2B5EF4-FFF2-40B4-BE49-F238E27FC236}">
                <a16:creationId xmlns:a16="http://schemas.microsoft.com/office/drawing/2014/main" id="{A63E27CD-1565-E81D-800C-AD7DCB2658CF}"/>
              </a:ext>
            </a:extLst>
          </p:cNvPr>
          <p:cNvSpPr/>
          <p:nvPr/>
        </p:nvSpPr>
        <p:spPr>
          <a:xfrm>
            <a:off x="6096000" y="3514724"/>
            <a:ext cx="2457450" cy="885825"/>
          </a:xfrm>
          <a:prstGeom prst="rect">
            <a:avLst/>
          </a:prstGeom>
          <a:solidFill>
            <a:schemeClr val="dk1">
              <a:alpha val="73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CREMA DE VERDURAS</a:t>
            </a:r>
          </a:p>
        </p:txBody>
      </p:sp>
      <p:sp>
        <p:nvSpPr>
          <p:cNvPr id="45" name="SUBEME NOTA">
            <a:hlinkClick r:id="rId13" action="ppaction://hlinksldjump"/>
            <a:extLst>
              <a:ext uri="{FF2B5EF4-FFF2-40B4-BE49-F238E27FC236}">
                <a16:creationId xmlns:a16="http://schemas.microsoft.com/office/drawing/2014/main" id="{BF366642-D813-A549-17A2-16883651BAC5}"/>
              </a:ext>
            </a:extLst>
          </p:cNvPr>
          <p:cNvSpPr/>
          <p:nvPr/>
        </p:nvSpPr>
        <p:spPr>
          <a:xfrm>
            <a:off x="3295650" y="3514723"/>
            <a:ext cx="2457450" cy="885825"/>
          </a:xfrm>
          <a:prstGeom prst="rect">
            <a:avLst/>
          </a:prstGeom>
          <a:solidFill>
            <a:schemeClr val="dk1">
              <a:alpha val="73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ENSALADA CESAR</a:t>
            </a:r>
          </a:p>
        </p:txBody>
      </p:sp>
    </p:spTree>
    <p:extLst>
      <p:ext uri="{BB962C8B-B14F-4D97-AF65-F5344CB8AC3E}">
        <p14:creationId xmlns:p14="http://schemas.microsoft.com/office/powerpoint/2010/main" val="8548504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78 -0.50717 L -3.75E-6 -3.33333E-6 " pathEditMode="relative" rAng="0" ptsTypes="AA">
                                      <p:cBhvr>
                                        <p:cTn id="8" dur="2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9" y="2534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7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6" restart="whenNotActive" fill="hold" evtFilter="cancelBubble" nodeType="interactiveSeq">
                <p:stCondLst>
                  <p:cond evt="onClick" delay="0">
                    <p:tgtEl>
                      <p:spTgt spid="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" fill="hold">
                      <p:stCondLst>
                        <p:cond delay="0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78 -0.50717 L -1.25E-6 2.96296E-6 " pathEditMode="relative" rAng="0" ptsTypes="AA">
                                      <p:cBhvr>
                                        <p:cTn id="28" dur="2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9" y="25231"/>
                                    </p:animMotion>
                                  </p:childTnLst>
                                </p:cTn>
                              </p:par>
                              <p:par>
                                <p:cTn id="29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25E-6 -0.38542 L -1.25E-6 -4.81481E-6 " pathEditMode="relative" rAng="0" ptsTypes="AA">
                                      <p:cBhvr>
                                        <p:cTn id="30" dur="2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9375"/>
                                    </p:animMotion>
                                  </p:childTnLst>
                                </p:cTn>
                              </p:par>
                              <p:par>
                                <p:cTn id="31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25E-6 -0.25 L -1.25E-6 -0.00116 " pathEditMode="relative" rAng="0" ptsTypes="AA">
                                      <p:cBhvr>
                                        <p:cTn id="32" dur="2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2431"/>
                                    </p:animMotion>
                                  </p:childTnLst>
                                </p:cTn>
                              </p:par>
                              <p:par>
                                <p:cTn id="33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25E-6 -0.12083 L -1.25E-6 2.77556E-17 " pathEditMode="relative" rAng="0" ptsTypes="AA">
                                      <p:cBhvr>
                                        <p:cTn id="34" dur="2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604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7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47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47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47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2"/>
                  </p:tgtEl>
                </p:cond>
              </p:nextCondLst>
            </p:seq>
            <p:seq concurrent="1" nextAc="seek">
              <p:cTn id="57" restart="whenNotActive" fill="hold" evtFilter="cancelBubble" nodeType="interactiveSeq">
                <p:stCondLst>
                  <p:cond evt="onClick" delay="0">
                    <p:tgtEl>
                      <p:spTgt spid="3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8" fill="hold">
                      <p:stCondLst>
                        <p:cond delay="0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75E-6 -0.38542 L -3.75E-6 0 " pathEditMode="relative" rAng="0" ptsTypes="AA">
                                      <p:cBhvr>
                                        <p:cTn id="67" dur="2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9259"/>
                                    </p:animMotion>
                                  </p:childTnLst>
                                </p:cTn>
                              </p:par>
                              <p:par>
                                <p:cTn id="68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75E-6 -0.25 L -3.75E-6 -0.00116 " pathEditMode="relative" rAng="0" ptsTypes="AA">
                                      <p:cBhvr>
                                        <p:cTn id="69" dur="2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2431"/>
                                    </p:animMotion>
                                  </p:childTnLst>
                                </p:cTn>
                              </p:par>
                              <p:par>
                                <p:cTn id="70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25E-6 -0.12083 L -1.25E-6 2.77556E-17 " pathEditMode="relative" rAng="0" ptsTypes="AA">
                                      <p:cBhvr>
                                        <p:cTn id="71" dur="2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604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47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5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1000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1000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47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0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1" dur="100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100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47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5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6" dur="10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10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1"/>
                  </p:tgtEl>
                </p:cond>
              </p:nextCondLst>
            </p:seq>
            <p:seq concurrent="1" nextAc="seek">
              <p:cTn id="89" restart="whenNotActive" fill="hold" evtFilter="cancelBubble" nodeType="interactiveSeq">
                <p:stCondLst>
                  <p:cond evt="onClick" delay="0">
                    <p:tgtEl>
                      <p:spTgt spid="3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0" fill="hold">
                      <p:stCondLst>
                        <p:cond delay="0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6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0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78 -0.50717 L -1.25E-6 -3.33333E-6 " pathEditMode="relative" rAng="0" ptsTypes="AA">
                                      <p:cBhvr>
                                        <p:cTn id="101" dur="2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9" y="25347"/>
                                    </p:animMotion>
                                  </p:childTnLst>
                                </p:cTn>
                              </p:par>
                              <p:par>
                                <p:cTn id="102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25E-6 -0.38542 L -1.25E-6 0 " pathEditMode="relative" rAng="0" ptsTypes="AA">
                                      <p:cBhvr>
                                        <p:cTn id="103" dur="2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9259"/>
                                    </p:animMotion>
                                  </p:childTnLst>
                                </p:cTn>
                              </p:par>
                              <p:par>
                                <p:cTn id="104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25E-6 -0.25 L -1.25E-6 -0.00116 " pathEditMode="relative" rAng="0" ptsTypes="AA">
                                      <p:cBhvr>
                                        <p:cTn id="105" dur="2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2431"/>
                                    </p:animMotion>
                                  </p:childTnLst>
                                </p:cTn>
                              </p:par>
                              <p:par>
                                <p:cTn id="106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25E-6 -0.12083 L -1.25E-6 2.77556E-17 " pathEditMode="relative" rAng="0" ptsTypes="AA">
                                      <p:cBhvr>
                                        <p:cTn id="107" dur="2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604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47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1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2" dur="1000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1000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47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6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7" dur="1000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1000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0" presetID="47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1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2" dur="1000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1000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47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6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7" dur="1000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1000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3"/>
                  </p:tgtEl>
                </p:cond>
              </p:nextCondLst>
            </p:seq>
          </p:childTnLst>
        </p:cTn>
      </p:par>
    </p:tnLst>
    <p:bldLst>
      <p:bldP spid="34" grpId="0" animBg="1"/>
      <p:bldP spid="34" grpId="1" animBg="1"/>
      <p:bldP spid="34" grpId="2" animBg="1"/>
      <p:bldP spid="35" grpId="0" animBg="1"/>
      <p:bldP spid="35" grpId="1" animBg="1"/>
      <p:bldP spid="35" grpId="2" animBg="1"/>
      <p:bldP spid="36" grpId="0" animBg="1"/>
      <p:bldP spid="36" grpId="1" animBg="1"/>
      <p:bldP spid="36" grpId="2" animBg="1"/>
      <p:bldP spid="37" grpId="0" animBg="1"/>
      <p:bldP spid="37" grpId="1" animBg="1"/>
      <p:bldP spid="37" grpId="2" animBg="1"/>
      <p:bldP spid="38" grpId="0" animBg="1"/>
      <p:bldP spid="38" grpId="1" animBg="1"/>
      <p:bldP spid="38" grpId="2" animBg="1"/>
      <p:bldP spid="39" grpId="0" animBg="1"/>
      <p:bldP spid="39" grpId="1" animBg="1"/>
      <p:bldP spid="39" grpId="2" animBg="1"/>
      <p:bldP spid="40" grpId="0" animBg="1"/>
      <p:bldP spid="40" grpId="1" animBg="1"/>
      <p:bldP spid="40" grpId="2" animBg="1"/>
      <p:bldP spid="41" grpId="0" animBg="1"/>
      <p:bldP spid="41" grpId="1" animBg="1"/>
      <p:bldP spid="41" grpId="2" animBg="1"/>
      <p:bldP spid="42" grpId="0" animBg="1"/>
      <p:bldP spid="42" grpId="1" animBg="1"/>
      <p:bldP spid="42" grpId="2" animBg="1"/>
      <p:bldP spid="43" grpId="0" animBg="1"/>
      <p:bldP spid="43" grpId="1" animBg="1"/>
      <p:bldP spid="43" grpId="2" animBg="1"/>
      <p:bldP spid="44" grpId="0" animBg="1"/>
      <p:bldP spid="44" grpId="1" animBg="1"/>
      <p:bldP spid="44" grpId="2" animBg="1"/>
      <p:bldP spid="45" grpId="0" animBg="1"/>
      <p:bldP spid="45" grpId="1" animBg="1"/>
      <p:bldP spid="45" grpId="2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>
            <a:extLst>
              <a:ext uri="{FF2B5EF4-FFF2-40B4-BE49-F238E27FC236}">
                <a16:creationId xmlns:a16="http://schemas.microsoft.com/office/drawing/2014/main" id="{4BC7F650-1697-09FA-FE7C-D54D088140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1" name="BEBIDA FRIA">
            <a:hlinkClick r:id="rId3" action="ppaction://hlinksldjump"/>
            <a:extLst>
              <a:ext uri="{FF2B5EF4-FFF2-40B4-BE49-F238E27FC236}">
                <a16:creationId xmlns:a16="http://schemas.microsoft.com/office/drawing/2014/main" id="{F269E70C-6468-37ED-A99C-488F46DB7E3A}"/>
              </a:ext>
            </a:extLst>
          </p:cNvPr>
          <p:cNvSpPr/>
          <p:nvPr/>
        </p:nvSpPr>
        <p:spPr>
          <a:xfrm>
            <a:off x="3295650" y="0"/>
            <a:ext cx="2457450" cy="885825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400" dirty="0">
                <a:latin typeface="Baskerville Old Face" panose="02020602080505020303" pitchFamily="18" charset="0"/>
              </a:rPr>
              <a:t>ALMUERZO</a:t>
            </a:r>
            <a:endParaRPr lang="es-ES" dirty="0"/>
          </a:p>
        </p:txBody>
      </p:sp>
      <p:sp>
        <p:nvSpPr>
          <p:cNvPr id="32" name="COMIDA">
            <a:hlinkClick r:id="rId3" action="ppaction://hlinksldjump"/>
            <a:extLst>
              <a:ext uri="{FF2B5EF4-FFF2-40B4-BE49-F238E27FC236}">
                <a16:creationId xmlns:a16="http://schemas.microsoft.com/office/drawing/2014/main" id="{8988DED1-F615-03EF-63A0-FF1526850A08}"/>
              </a:ext>
            </a:extLst>
          </p:cNvPr>
          <p:cNvSpPr/>
          <p:nvPr/>
        </p:nvSpPr>
        <p:spPr>
          <a:xfrm>
            <a:off x="533400" y="0"/>
            <a:ext cx="2457450" cy="885825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400" dirty="0">
                <a:latin typeface="Baskerville Old Face" panose="02020602080505020303" pitchFamily="18" charset="0"/>
              </a:rPr>
              <a:t>DESAYUNO</a:t>
            </a:r>
          </a:p>
        </p:txBody>
      </p:sp>
      <p:sp>
        <p:nvSpPr>
          <p:cNvPr id="33" name="CAFE">
            <a:hlinkClick r:id="rId3" action="ppaction://hlinksldjump"/>
            <a:extLst>
              <a:ext uri="{FF2B5EF4-FFF2-40B4-BE49-F238E27FC236}">
                <a16:creationId xmlns:a16="http://schemas.microsoft.com/office/drawing/2014/main" id="{9241D2D9-2D71-D30F-5FC7-B69EBB0D0F34}"/>
              </a:ext>
            </a:extLst>
          </p:cNvPr>
          <p:cNvSpPr/>
          <p:nvPr/>
        </p:nvSpPr>
        <p:spPr>
          <a:xfrm>
            <a:off x="6096000" y="0"/>
            <a:ext cx="2457450" cy="885825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400" dirty="0">
                <a:latin typeface="Baskerville Old Face" panose="02020602080505020303" pitchFamily="18" charset="0"/>
              </a:rPr>
              <a:t>CENA</a:t>
            </a:r>
          </a:p>
        </p:txBody>
      </p:sp>
      <p:sp>
        <p:nvSpPr>
          <p:cNvPr id="34" name="CHURROS">
            <a:hlinkClick r:id="rId4" action="ppaction://hlinksldjump"/>
            <a:extLst>
              <a:ext uri="{FF2B5EF4-FFF2-40B4-BE49-F238E27FC236}">
                <a16:creationId xmlns:a16="http://schemas.microsoft.com/office/drawing/2014/main" id="{D48F7601-0033-ECD7-4BA0-EC7F970E5C1B}"/>
              </a:ext>
            </a:extLst>
          </p:cNvPr>
          <p:cNvSpPr/>
          <p:nvPr/>
        </p:nvSpPr>
        <p:spPr>
          <a:xfrm>
            <a:off x="533400" y="885825"/>
            <a:ext cx="2457450" cy="885825"/>
          </a:xfrm>
          <a:prstGeom prst="rect">
            <a:avLst/>
          </a:prstGeom>
          <a:solidFill>
            <a:schemeClr val="dk1">
              <a:alpha val="73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CONTINENTAL</a:t>
            </a:r>
          </a:p>
        </p:txBody>
      </p:sp>
      <p:sp>
        <p:nvSpPr>
          <p:cNvPr id="35" name="QUESO">
            <a:hlinkClick r:id="rId5" action="ppaction://hlinksldjump"/>
            <a:extLst>
              <a:ext uri="{FF2B5EF4-FFF2-40B4-BE49-F238E27FC236}">
                <a16:creationId xmlns:a16="http://schemas.microsoft.com/office/drawing/2014/main" id="{BB43D8D2-4121-B5B7-D0BA-17A1A6177E6F}"/>
              </a:ext>
            </a:extLst>
          </p:cNvPr>
          <p:cNvSpPr/>
          <p:nvPr/>
        </p:nvSpPr>
        <p:spPr>
          <a:xfrm>
            <a:off x="533400" y="1771650"/>
            <a:ext cx="2457450" cy="885825"/>
          </a:xfrm>
          <a:prstGeom prst="rect">
            <a:avLst/>
          </a:prstGeom>
          <a:solidFill>
            <a:schemeClr val="dk1">
              <a:alpha val="73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BOL DE FRUTAS</a:t>
            </a:r>
          </a:p>
        </p:txBody>
      </p:sp>
      <p:sp>
        <p:nvSpPr>
          <p:cNvPr id="36" name="FRANCES">
            <a:hlinkClick r:id="rId6" action="ppaction://hlinksldjump"/>
            <a:extLst>
              <a:ext uri="{FF2B5EF4-FFF2-40B4-BE49-F238E27FC236}">
                <a16:creationId xmlns:a16="http://schemas.microsoft.com/office/drawing/2014/main" id="{CA52100E-8663-7779-5348-705523F65F9C}"/>
              </a:ext>
            </a:extLst>
          </p:cNvPr>
          <p:cNvSpPr/>
          <p:nvPr/>
        </p:nvSpPr>
        <p:spPr>
          <a:xfrm>
            <a:off x="533400" y="2643187"/>
            <a:ext cx="2457450" cy="885825"/>
          </a:xfrm>
          <a:prstGeom prst="rect">
            <a:avLst/>
          </a:prstGeom>
          <a:solidFill>
            <a:schemeClr val="dk1">
              <a:alpha val="73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CEREALES</a:t>
            </a:r>
          </a:p>
        </p:txBody>
      </p:sp>
      <p:sp>
        <p:nvSpPr>
          <p:cNvPr id="37" name="SUBEME NOTA">
            <a:hlinkClick r:id="rId7" action="ppaction://hlinksldjump"/>
            <a:extLst>
              <a:ext uri="{FF2B5EF4-FFF2-40B4-BE49-F238E27FC236}">
                <a16:creationId xmlns:a16="http://schemas.microsoft.com/office/drawing/2014/main" id="{F58DB5A1-433B-B00F-65B3-1F12D0C76036}"/>
              </a:ext>
            </a:extLst>
          </p:cNvPr>
          <p:cNvSpPr/>
          <p:nvPr/>
        </p:nvSpPr>
        <p:spPr>
          <a:xfrm>
            <a:off x="533400" y="3514724"/>
            <a:ext cx="2457450" cy="885825"/>
          </a:xfrm>
          <a:prstGeom prst="rect">
            <a:avLst/>
          </a:prstGeom>
          <a:solidFill>
            <a:schemeClr val="dk1">
              <a:alpha val="73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TORTITAS</a:t>
            </a:r>
          </a:p>
        </p:txBody>
      </p:sp>
      <p:sp>
        <p:nvSpPr>
          <p:cNvPr id="38" name="CHURROS">
            <a:hlinkClick r:id="rId8" action="ppaction://hlinksldjump"/>
            <a:extLst>
              <a:ext uri="{FF2B5EF4-FFF2-40B4-BE49-F238E27FC236}">
                <a16:creationId xmlns:a16="http://schemas.microsoft.com/office/drawing/2014/main" id="{BB9B1305-0B89-5ACE-BBC8-49505EA4338E}"/>
              </a:ext>
            </a:extLst>
          </p:cNvPr>
          <p:cNvSpPr/>
          <p:nvPr/>
        </p:nvSpPr>
        <p:spPr>
          <a:xfrm>
            <a:off x="3295650" y="885825"/>
            <a:ext cx="2457450" cy="885825"/>
          </a:xfrm>
          <a:prstGeom prst="rect">
            <a:avLst/>
          </a:prstGeom>
          <a:solidFill>
            <a:schemeClr val="dk1">
              <a:alpha val="73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ESPAGETI</a:t>
            </a:r>
          </a:p>
        </p:txBody>
      </p:sp>
      <p:sp>
        <p:nvSpPr>
          <p:cNvPr id="39" name="QUESO">
            <a:hlinkClick r:id="rId9" action="ppaction://hlinksldjump"/>
            <a:extLst>
              <a:ext uri="{FF2B5EF4-FFF2-40B4-BE49-F238E27FC236}">
                <a16:creationId xmlns:a16="http://schemas.microsoft.com/office/drawing/2014/main" id="{8D6AEF60-9530-C98E-3A5B-4CD1F7558460}"/>
              </a:ext>
            </a:extLst>
          </p:cNvPr>
          <p:cNvSpPr/>
          <p:nvPr/>
        </p:nvSpPr>
        <p:spPr>
          <a:xfrm>
            <a:off x="3295650" y="1771650"/>
            <a:ext cx="2457450" cy="885825"/>
          </a:xfrm>
          <a:prstGeom prst="rect">
            <a:avLst/>
          </a:prstGeom>
          <a:solidFill>
            <a:schemeClr val="dk1">
              <a:alpha val="73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SOPA</a:t>
            </a:r>
          </a:p>
        </p:txBody>
      </p:sp>
      <p:sp>
        <p:nvSpPr>
          <p:cNvPr id="40" name="FRANCES">
            <a:extLst>
              <a:ext uri="{FF2B5EF4-FFF2-40B4-BE49-F238E27FC236}">
                <a16:creationId xmlns:a16="http://schemas.microsoft.com/office/drawing/2014/main" id="{0FA9854F-9EE5-B92A-39AE-0049AB9769DB}"/>
              </a:ext>
            </a:extLst>
          </p:cNvPr>
          <p:cNvSpPr/>
          <p:nvPr/>
        </p:nvSpPr>
        <p:spPr>
          <a:xfrm>
            <a:off x="3295650" y="2643187"/>
            <a:ext cx="2457450" cy="885825"/>
          </a:xfrm>
          <a:prstGeom prst="rect">
            <a:avLst/>
          </a:prstGeom>
          <a:solidFill>
            <a:schemeClr val="dk1">
              <a:alpha val="73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COSTILLAS</a:t>
            </a:r>
          </a:p>
        </p:txBody>
      </p:sp>
      <p:sp>
        <p:nvSpPr>
          <p:cNvPr id="41" name="CHURROS">
            <a:hlinkClick r:id="rId10" action="ppaction://hlinksldjump"/>
            <a:extLst>
              <a:ext uri="{FF2B5EF4-FFF2-40B4-BE49-F238E27FC236}">
                <a16:creationId xmlns:a16="http://schemas.microsoft.com/office/drawing/2014/main" id="{B90EE2ED-5170-E613-B4F0-6DDAEC87F074}"/>
              </a:ext>
            </a:extLst>
          </p:cNvPr>
          <p:cNvSpPr/>
          <p:nvPr/>
        </p:nvSpPr>
        <p:spPr>
          <a:xfrm>
            <a:off x="6096000" y="885825"/>
            <a:ext cx="2457450" cy="885825"/>
          </a:xfrm>
          <a:prstGeom prst="rect">
            <a:avLst/>
          </a:prstGeom>
          <a:solidFill>
            <a:schemeClr val="dk1">
              <a:alpha val="73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PIZZA</a:t>
            </a:r>
          </a:p>
        </p:txBody>
      </p:sp>
      <p:sp>
        <p:nvSpPr>
          <p:cNvPr id="42" name="QUESO">
            <a:hlinkClick r:id="rId11" action="ppaction://hlinksldjump"/>
            <a:extLst>
              <a:ext uri="{FF2B5EF4-FFF2-40B4-BE49-F238E27FC236}">
                <a16:creationId xmlns:a16="http://schemas.microsoft.com/office/drawing/2014/main" id="{0CDC1880-F3B4-1815-7BE7-72A3C50C67BB}"/>
              </a:ext>
            </a:extLst>
          </p:cNvPr>
          <p:cNvSpPr/>
          <p:nvPr/>
        </p:nvSpPr>
        <p:spPr>
          <a:xfrm>
            <a:off x="6096000" y="1771650"/>
            <a:ext cx="2457450" cy="885825"/>
          </a:xfrm>
          <a:prstGeom prst="rect">
            <a:avLst/>
          </a:prstGeom>
          <a:solidFill>
            <a:schemeClr val="dk1">
              <a:alpha val="73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EMBUTIDO</a:t>
            </a:r>
          </a:p>
        </p:txBody>
      </p:sp>
      <p:sp>
        <p:nvSpPr>
          <p:cNvPr id="43" name="FRANCES">
            <a:extLst>
              <a:ext uri="{FF2B5EF4-FFF2-40B4-BE49-F238E27FC236}">
                <a16:creationId xmlns:a16="http://schemas.microsoft.com/office/drawing/2014/main" id="{1FDF0FEE-BC2A-036C-DC48-0D5DA1514AC2}"/>
              </a:ext>
            </a:extLst>
          </p:cNvPr>
          <p:cNvSpPr/>
          <p:nvPr/>
        </p:nvSpPr>
        <p:spPr>
          <a:xfrm>
            <a:off x="6096000" y="2643187"/>
            <a:ext cx="2457450" cy="885825"/>
          </a:xfrm>
          <a:prstGeom prst="rect">
            <a:avLst/>
          </a:prstGeom>
          <a:solidFill>
            <a:schemeClr val="dk1">
              <a:alpha val="73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SUSHI</a:t>
            </a:r>
          </a:p>
        </p:txBody>
      </p:sp>
      <p:sp>
        <p:nvSpPr>
          <p:cNvPr id="44" name="SUBEME NOTA">
            <a:hlinkClick r:id="rId12" action="ppaction://hlinksldjump"/>
            <a:extLst>
              <a:ext uri="{FF2B5EF4-FFF2-40B4-BE49-F238E27FC236}">
                <a16:creationId xmlns:a16="http://schemas.microsoft.com/office/drawing/2014/main" id="{65FE7457-8A99-F43B-95FB-17D9B3126811}"/>
              </a:ext>
            </a:extLst>
          </p:cNvPr>
          <p:cNvSpPr/>
          <p:nvPr/>
        </p:nvSpPr>
        <p:spPr>
          <a:xfrm>
            <a:off x="6096000" y="3514724"/>
            <a:ext cx="2457450" cy="885825"/>
          </a:xfrm>
          <a:prstGeom prst="rect">
            <a:avLst/>
          </a:prstGeom>
          <a:solidFill>
            <a:schemeClr val="dk1">
              <a:alpha val="73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CREMA DE VERDURAS</a:t>
            </a:r>
          </a:p>
        </p:txBody>
      </p:sp>
      <p:sp>
        <p:nvSpPr>
          <p:cNvPr id="45" name="SUBEME NOTA">
            <a:hlinkClick r:id="rId13" action="ppaction://hlinksldjump"/>
            <a:extLst>
              <a:ext uri="{FF2B5EF4-FFF2-40B4-BE49-F238E27FC236}">
                <a16:creationId xmlns:a16="http://schemas.microsoft.com/office/drawing/2014/main" id="{B8DEF9C9-159B-5CE6-FAA4-8DB363FBE15A}"/>
              </a:ext>
            </a:extLst>
          </p:cNvPr>
          <p:cNvSpPr/>
          <p:nvPr/>
        </p:nvSpPr>
        <p:spPr>
          <a:xfrm>
            <a:off x="3295650" y="3514723"/>
            <a:ext cx="2457450" cy="885825"/>
          </a:xfrm>
          <a:prstGeom prst="rect">
            <a:avLst/>
          </a:prstGeom>
          <a:solidFill>
            <a:schemeClr val="dk1">
              <a:alpha val="73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ENSALADA CESAR</a:t>
            </a:r>
          </a:p>
        </p:txBody>
      </p:sp>
    </p:spTree>
    <p:extLst>
      <p:ext uri="{BB962C8B-B14F-4D97-AF65-F5344CB8AC3E}">
        <p14:creationId xmlns:p14="http://schemas.microsoft.com/office/powerpoint/2010/main" val="30599127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78 -0.50717 L -3.75E-6 -3.33333E-6 " pathEditMode="relative" rAng="0" ptsTypes="AA">
                                      <p:cBhvr>
                                        <p:cTn id="8" dur="2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9" y="2534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7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6" restart="whenNotActive" fill="hold" evtFilter="cancelBubble" nodeType="interactiveSeq">
                <p:stCondLst>
                  <p:cond evt="onClick" delay="0">
                    <p:tgtEl>
                      <p:spTgt spid="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" fill="hold">
                      <p:stCondLst>
                        <p:cond delay="0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78 -0.50717 L -1.25E-6 2.96296E-6 " pathEditMode="relative" rAng="0" ptsTypes="AA">
                                      <p:cBhvr>
                                        <p:cTn id="28" dur="2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9" y="25231"/>
                                    </p:animMotion>
                                  </p:childTnLst>
                                </p:cTn>
                              </p:par>
                              <p:par>
                                <p:cTn id="29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25E-6 -0.38542 L -1.25E-6 -4.81481E-6 " pathEditMode="relative" rAng="0" ptsTypes="AA">
                                      <p:cBhvr>
                                        <p:cTn id="30" dur="2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9375"/>
                                    </p:animMotion>
                                  </p:childTnLst>
                                </p:cTn>
                              </p:par>
                              <p:par>
                                <p:cTn id="31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25E-6 -0.25 L -1.25E-6 -0.00116 " pathEditMode="relative" rAng="0" ptsTypes="AA">
                                      <p:cBhvr>
                                        <p:cTn id="32" dur="2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2431"/>
                                    </p:animMotion>
                                  </p:childTnLst>
                                </p:cTn>
                              </p:par>
                              <p:par>
                                <p:cTn id="33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25E-6 -0.12083 L -1.25E-6 2.77556E-17 " pathEditMode="relative" rAng="0" ptsTypes="AA">
                                      <p:cBhvr>
                                        <p:cTn id="34" dur="2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604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7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47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47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47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2"/>
                  </p:tgtEl>
                </p:cond>
              </p:nextCondLst>
            </p:seq>
            <p:seq concurrent="1" nextAc="seek">
              <p:cTn id="57" restart="whenNotActive" fill="hold" evtFilter="cancelBubble" nodeType="interactiveSeq">
                <p:stCondLst>
                  <p:cond evt="onClick" delay="0">
                    <p:tgtEl>
                      <p:spTgt spid="3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8" fill="hold">
                      <p:stCondLst>
                        <p:cond delay="0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75E-6 -0.38542 L -3.75E-6 0 " pathEditMode="relative" rAng="0" ptsTypes="AA">
                                      <p:cBhvr>
                                        <p:cTn id="67" dur="2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9259"/>
                                    </p:animMotion>
                                  </p:childTnLst>
                                </p:cTn>
                              </p:par>
                              <p:par>
                                <p:cTn id="68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75E-6 -0.25 L -3.75E-6 -0.00116 " pathEditMode="relative" rAng="0" ptsTypes="AA">
                                      <p:cBhvr>
                                        <p:cTn id="69" dur="2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2431"/>
                                    </p:animMotion>
                                  </p:childTnLst>
                                </p:cTn>
                              </p:par>
                              <p:par>
                                <p:cTn id="70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25E-6 -0.12083 L -1.25E-6 2.77556E-17 " pathEditMode="relative" rAng="0" ptsTypes="AA">
                                      <p:cBhvr>
                                        <p:cTn id="71" dur="2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604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47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5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1000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1000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47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0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1" dur="100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100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47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5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6" dur="10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10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1"/>
                  </p:tgtEl>
                </p:cond>
              </p:nextCondLst>
            </p:seq>
            <p:seq concurrent="1" nextAc="seek">
              <p:cTn id="89" restart="whenNotActive" fill="hold" evtFilter="cancelBubble" nodeType="interactiveSeq">
                <p:stCondLst>
                  <p:cond evt="onClick" delay="0">
                    <p:tgtEl>
                      <p:spTgt spid="3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0" fill="hold">
                      <p:stCondLst>
                        <p:cond delay="0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6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0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78 -0.50717 L -1.25E-6 -3.33333E-6 " pathEditMode="relative" rAng="0" ptsTypes="AA">
                                      <p:cBhvr>
                                        <p:cTn id="101" dur="2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9" y="25347"/>
                                    </p:animMotion>
                                  </p:childTnLst>
                                </p:cTn>
                              </p:par>
                              <p:par>
                                <p:cTn id="102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25E-6 -0.38542 L -1.25E-6 0 " pathEditMode="relative" rAng="0" ptsTypes="AA">
                                      <p:cBhvr>
                                        <p:cTn id="103" dur="2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9259"/>
                                    </p:animMotion>
                                  </p:childTnLst>
                                </p:cTn>
                              </p:par>
                              <p:par>
                                <p:cTn id="104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25E-6 -0.25 L -1.25E-6 -0.00116 " pathEditMode="relative" rAng="0" ptsTypes="AA">
                                      <p:cBhvr>
                                        <p:cTn id="105" dur="2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2431"/>
                                    </p:animMotion>
                                  </p:childTnLst>
                                </p:cTn>
                              </p:par>
                              <p:par>
                                <p:cTn id="106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25E-6 -0.12083 L -1.25E-6 2.77556E-17 " pathEditMode="relative" rAng="0" ptsTypes="AA">
                                      <p:cBhvr>
                                        <p:cTn id="107" dur="2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604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47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1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2" dur="1000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1000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47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6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7" dur="1000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1000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0" presetID="47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1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2" dur="1000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1000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47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6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7" dur="1000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1000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3"/>
                  </p:tgtEl>
                </p:cond>
              </p:nextCondLst>
            </p:seq>
          </p:childTnLst>
        </p:cTn>
      </p:par>
    </p:tnLst>
    <p:bldLst>
      <p:bldP spid="34" grpId="0" animBg="1"/>
      <p:bldP spid="34" grpId="1" animBg="1"/>
      <p:bldP spid="34" grpId="2" animBg="1"/>
      <p:bldP spid="35" grpId="0" animBg="1"/>
      <p:bldP spid="35" grpId="1" animBg="1"/>
      <p:bldP spid="35" grpId="2" animBg="1"/>
      <p:bldP spid="36" grpId="0" animBg="1"/>
      <p:bldP spid="36" grpId="1" animBg="1"/>
      <p:bldP spid="36" grpId="2" animBg="1"/>
      <p:bldP spid="37" grpId="0" animBg="1"/>
      <p:bldP spid="37" grpId="1" animBg="1"/>
      <p:bldP spid="37" grpId="2" animBg="1"/>
      <p:bldP spid="38" grpId="0" animBg="1"/>
      <p:bldP spid="38" grpId="1" animBg="1"/>
      <p:bldP spid="38" grpId="2" animBg="1"/>
      <p:bldP spid="39" grpId="0" animBg="1"/>
      <p:bldP spid="39" grpId="1" animBg="1"/>
      <p:bldP spid="39" grpId="2" animBg="1"/>
      <p:bldP spid="40" grpId="0" animBg="1"/>
      <p:bldP spid="40" grpId="1" animBg="1"/>
      <p:bldP spid="40" grpId="2" animBg="1"/>
      <p:bldP spid="41" grpId="0" animBg="1"/>
      <p:bldP spid="41" grpId="1" animBg="1"/>
      <p:bldP spid="41" grpId="2" animBg="1"/>
      <p:bldP spid="42" grpId="0" animBg="1"/>
      <p:bldP spid="42" grpId="1" animBg="1"/>
      <p:bldP spid="42" grpId="2" animBg="1"/>
      <p:bldP spid="43" grpId="0" animBg="1"/>
      <p:bldP spid="43" grpId="1" animBg="1"/>
      <p:bldP spid="43" grpId="2" animBg="1"/>
      <p:bldP spid="44" grpId="0" animBg="1"/>
      <p:bldP spid="44" grpId="1" animBg="1"/>
      <p:bldP spid="44" grpId="2" animBg="1"/>
      <p:bldP spid="45" grpId="0" animBg="1"/>
      <p:bldP spid="45" grpId="1" animBg="1"/>
      <p:bldP spid="45" grpId="2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Sopa de repollo y patata - Recetas para mi bebé">
            <a:extLst>
              <a:ext uri="{FF2B5EF4-FFF2-40B4-BE49-F238E27FC236}">
                <a16:creationId xmlns:a16="http://schemas.microsoft.com/office/drawing/2014/main" id="{C9D7BC8D-B949-5AC1-E692-7F5C0A0EF1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654050"/>
            <a:ext cx="12249150" cy="8166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1" name="BEBIDA FRIA">
            <a:hlinkClick r:id="rId3" action="ppaction://hlinksldjump"/>
            <a:extLst>
              <a:ext uri="{FF2B5EF4-FFF2-40B4-BE49-F238E27FC236}">
                <a16:creationId xmlns:a16="http://schemas.microsoft.com/office/drawing/2014/main" id="{2AA17573-AA76-2D42-C323-8FF3790043EB}"/>
              </a:ext>
            </a:extLst>
          </p:cNvPr>
          <p:cNvSpPr/>
          <p:nvPr/>
        </p:nvSpPr>
        <p:spPr>
          <a:xfrm>
            <a:off x="3295650" y="0"/>
            <a:ext cx="2457450" cy="885825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400" dirty="0">
                <a:latin typeface="Baskerville Old Face" panose="02020602080505020303" pitchFamily="18" charset="0"/>
              </a:rPr>
              <a:t>ALMUERZO</a:t>
            </a:r>
            <a:endParaRPr lang="es-ES" dirty="0"/>
          </a:p>
        </p:txBody>
      </p:sp>
      <p:sp>
        <p:nvSpPr>
          <p:cNvPr id="32" name="COMIDA">
            <a:hlinkClick r:id="rId3" action="ppaction://hlinksldjump"/>
            <a:extLst>
              <a:ext uri="{FF2B5EF4-FFF2-40B4-BE49-F238E27FC236}">
                <a16:creationId xmlns:a16="http://schemas.microsoft.com/office/drawing/2014/main" id="{670B1EA2-9EBF-41F3-D741-67D2E2C4F5D1}"/>
              </a:ext>
            </a:extLst>
          </p:cNvPr>
          <p:cNvSpPr/>
          <p:nvPr/>
        </p:nvSpPr>
        <p:spPr>
          <a:xfrm>
            <a:off x="533400" y="0"/>
            <a:ext cx="2457450" cy="885825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400" dirty="0">
                <a:latin typeface="Baskerville Old Face" panose="02020602080505020303" pitchFamily="18" charset="0"/>
              </a:rPr>
              <a:t>DESAYUNO</a:t>
            </a:r>
          </a:p>
        </p:txBody>
      </p:sp>
      <p:sp>
        <p:nvSpPr>
          <p:cNvPr id="33" name="CAFE">
            <a:hlinkClick r:id="rId3" action="ppaction://hlinksldjump"/>
            <a:extLst>
              <a:ext uri="{FF2B5EF4-FFF2-40B4-BE49-F238E27FC236}">
                <a16:creationId xmlns:a16="http://schemas.microsoft.com/office/drawing/2014/main" id="{0288C1C2-28AB-4850-B969-C446C2BD31EE}"/>
              </a:ext>
            </a:extLst>
          </p:cNvPr>
          <p:cNvSpPr/>
          <p:nvPr/>
        </p:nvSpPr>
        <p:spPr>
          <a:xfrm>
            <a:off x="6096000" y="0"/>
            <a:ext cx="2457450" cy="885825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400" dirty="0">
                <a:latin typeface="Baskerville Old Face" panose="02020602080505020303" pitchFamily="18" charset="0"/>
              </a:rPr>
              <a:t>CENA</a:t>
            </a:r>
          </a:p>
        </p:txBody>
      </p:sp>
      <p:sp>
        <p:nvSpPr>
          <p:cNvPr id="34" name="CHURROS">
            <a:hlinkClick r:id="rId4" action="ppaction://hlinksldjump"/>
            <a:extLst>
              <a:ext uri="{FF2B5EF4-FFF2-40B4-BE49-F238E27FC236}">
                <a16:creationId xmlns:a16="http://schemas.microsoft.com/office/drawing/2014/main" id="{DEE734BB-E84D-C0C1-3B9F-81233841481F}"/>
              </a:ext>
            </a:extLst>
          </p:cNvPr>
          <p:cNvSpPr/>
          <p:nvPr/>
        </p:nvSpPr>
        <p:spPr>
          <a:xfrm>
            <a:off x="533400" y="885825"/>
            <a:ext cx="2457450" cy="885825"/>
          </a:xfrm>
          <a:prstGeom prst="rect">
            <a:avLst/>
          </a:prstGeom>
          <a:solidFill>
            <a:schemeClr val="dk1">
              <a:alpha val="73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CONTINENTAL</a:t>
            </a:r>
          </a:p>
        </p:txBody>
      </p:sp>
      <p:sp>
        <p:nvSpPr>
          <p:cNvPr id="35" name="QUESO">
            <a:hlinkClick r:id="rId5" action="ppaction://hlinksldjump"/>
            <a:extLst>
              <a:ext uri="{FF2B5EF4-FFF2-40B4-BE49-F238E27FC236}">
                <a16:creationId xmlns:a16="http://schemas.microsoft.com/office/drawing/2014/main" id="{69C36E30-228F-969D-9E47-2D710E1FB930}"/>
              </a:ext>
            </a:extLst>
          </p:cNvPr>
          <p:cNvSpPr/>
          <p:nvPr/>
        </p:nvSpPr>
        <p:spPr>
          <a:xfrm>
            <a:off x="533400" y="1771650"/>
            <a:ext cx="2457450" cy="885825"/>
          </a:xfrm>
          <a:prstGeom prst="rect">
            <a:avLst/>
          </a:prstGeom>
          <a:solidFill>
            <a:schemeClr val="dk1">
              <a:alpha val="73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BOL DE FRUTAS</a:t>
            </a:r>
          </a:p>
        </p:txBody>
      </p:sp>
      <p:sp>
        <p:nvSpPr>
          <p:cNvPr id="36" name="FRANCES">
            <a:hlinkClick r:id="rId6" action="ppaction://hlinksldjump"/>
            <a:extLst>
              <a:ext uri="{FF2B5EF4-FFF2-40B4-BE49-F238E27FC236}">
                <a16:creationId xmlns:a16="http://schemas.microsoft.com/office/drawing/2014/main" id="{75585242-DDDF-DB13-3848-1D6FA5A3C46D}"/>
              </a:ext>
            </a:extLst>
          </p:cNvPr>
          <p:cNvSpPr/>
          <p:nvPr/>
        </p:nvSpPr>
        <p:spPr>
          <a:xfrm>
            <a:off x="533400" y="2643187"/>
            <a:ext cx="2457450" cy="885825"/>
          </a:xfrm>
          <a:prstGeom prst="rect">
            <a:avLst/>
          </a:prstGeom>
          <a:solidFill>
            <a:schemeClr val="dk1">
              <a:alpha val="73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CEREALES</a:t>
            </a:r>
          </a:p>
        </p:txBody>
      </p:sp>
      <p:sp>
        <p:nvSpPr>
          <p:cNvPr id="37" name="SUBEME NOTA">
            <a:hlinkClick r:id="rId7" action="ppaction://hlinksldjump"/>
            <a:extLst>
              <a:ext uri="{FF2B5EF4-FFF2-40B4-BE49-F238E27FC236}">
                <a16:creationId xmlns:a16="http://schemas.microsoft.com/office/drawing/2014/main" id="{F1D4CF12-7713-7924-9F7B-DDCAFF0E2CA8}"/>
              </a:ext>
            </a:extLst>
          </p:cNvPr>
          <p:cNvSpPr/>
          <p:nvPr/>
        </p:nvSpPr>
        <p:spPr>
          <a:xfrm>
            <a:off x="533400" y="3514724"/>
            <a:ext cx="2457450" cy="885825"/>
          </a:xfrm>
          <a:prstGeom prst="rect">
            <a:avLst/>
          </a:prstGeom>
          <a:solidFill>
            <a:schemeClr val="dk1">
              <a:alpha val="73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TORTITAS</a:t>
            </a:r>
          </a:p>
        </p:txBody>
      </p:sp>
      <p:sp>
        <p:nvSpPr>
          <p:cNvPr id="38" name="CHURROS">
            <a:hlinkClick r:id="rId8" action="ppaction://hlinksldjump"/>
            <a:extLst>
              <a:ext uri="{FF2B5EF4-FFF2-40B4-BE49-F238E27FC236}">
                <a16:creationId xmlns:a16="http://schemas.microsoft.com/office/drawing/2014/main" id="{6A971D95-00CA-6563-F16F-A268C07032FC}"/>
              </a:ext>
            </a:extLst>
          </p:cNvPr>
          <p:cNvSpPr/>
          <p:nvPr/>
        </p:nvSpPr>
        <p:spPr>
          <a:xfrm>
            <a:off x="3295650" y="885825"/>
            <a:ext cx="2457450" cy="885825"/>
          </a:xfrm>
          <a:prstGeom prst="rect">
            <a:avLst/>
          </a:prstGeom>
          <a:solidFill>
            <a:schemeClr val="dk1">
              <a:alpha val="73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ESPAGETI</a:t>
            </a:r>
          </a:p>
        </p:txBody>
      </p:sp>
      <p:sp>
        <p:nvSpPr>
          <p:cNvPr id="39" name="QUESO">
            <a:hlinkClick r:id="rId9" action="ppaction://hlinksldjump"/>
            <a:extLst>
              <a:ext uri="{FF2B5EF4-FFF2-40B4-BE49-F238E27FC236}">
                <a16:creationId xmlns:a16="http://schemas.microsoft.com/office/drawing/2014/main" id="{283BC724-9979-998D-3E46-3FCB6D04CD01}"/>
              </a:ext>
            </a:extLst>
          </p:cNvPr>
          <p:cNvSpPr/>
          <p:nvPr/>
        </p:nvSpPr>
        <p:spPr>
          <a:xfrm>
            <a:off x="3295650" y="1771650"/>
            <a:ext cx="2457450" cy="885825"/>
          </a:xfrm>
          <a:prstGeom prst="rect">
            <a:avLst/>
          </a:prstGeom>
          <a:solidFill>
            <a:schemeClr val="dk1">
              <a:alpha val="73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SOPA</a:t>
            </a:r>
          </a:p>
        </p:txBody>
      </p:sp>
      <p:sp>
        <p:nvSpPr>
          <p:cNvPr id="40" name="FRANCES">
            <a:extLst>
              <a:ext uri="{FF2B5EF4-FFF2-40B4-BE49-F238E27FC236}">
                <a16:creationId xmlns:a16="http://schemas.microsoft.com/office/drawing/2014/main" id="{3F05145A-5521-1007-573B-8AD90343BCEE}"/>
              </a:ext>
            </a:extLst>
          </p:cNvPr>
          <p:cNvSpPr/>
          <p:nvPr/>
        </p:nvSpPr>
        <p:spPr>
          <a:xfrm>
            <a:off x="3295650" y="2643187"/>
            <a:ext cx="2457450" cy="885825"/>
          </a:xfrm>
          <a:prstGeom prst="rect">
            <a:avLst/>
          </a:prstGeom>
          <a:solidFill>
            <a:schemeClr val="dk1">
              <a:alpha val="73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COSTILLAS</a:t>
            </a:r>
          </a:p>
        </p:txBody>
      </p:sp>
      <p:sp>
        <p:nvSpPr>
          <p:cNvPr id="41" name="CHURROS">
            <a:hlinkClick r:id="rId10" action="ppaction://hlinksldjump"/>
            <a:extLst>
              <a:ext uri="{FF2B5EF4-FFF2-40B4-BE49-F238E27FC236}">
                <a16:creationId xmlns:a16="http://schemas.microsoft.com/office/drawing/2014/main" id="{AE3DD0B9-90ED-9283-C908-8070DF8B8E2A}"/>
              </a:ext>
            </a:extLst>
          </p:cNvPr>
          <p:cNvSpPr/>
          <p:nvPr/>
        </p:nvSpPr>
        <p:spPr>
          <a:xfrm>
            <a:off x="6096000" y="885825"/>
            <a:ext cx="2457450" cy="885825"/>
          </a:xfrm>
          <a:prstGeom prst="rect">
            <a:avLst/>
          </a:prstGeom>
          <a:solidFill>
            <a:schemeClr val="dk1">
              <a:alpha val="73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PIZZA</a:t>
            </a:r>
          </a:p>
        </p:txBody>
      </p:sp>
      <p:sp>
        <p:nvSpPr>
          <p:cNvPr id="42" name="QUESO">
            <a:hlinkClick r:id="rId11" action="ppaction://hlinksldjump"/>
            <a:extLst>
              <a:ext uri="{FF2B5EF4-FFF2-40B4-BE49-F238E27FC236}">
                <a16:creationId xmlns:a16="http://schemas.microsoft.com/office/drawing/2014/main" id="{D911D91A-37EE-D76A-3DB0-380B47B60570}"/>
              </a:ext>
            </a:extLst>
          </p:cNvPr>
          <p:cNvSpPr/>
          <p:nvPr/>
        </p:nvSpPr>
        <p:spPr>
          <a:xfrm>
            <a:off x="6096000" y="1771650"/>
            <a:ext cx="2457450" cy="885825"/>
          </a:xfrm>
          <a:prstGeom prst="rect">
            <a:avLst/>
          </a:prstGeom>
          <a:solidFill>
            <a:schemeClr val="dk1">
              <a:alpha val="73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EMBUTIDO</a:t>
            </a:r>
          </a:p>
        </p:txBody>
      </p:sp>
      <p:sp>
        <p:nvSpPr>
          <p:cNvPr id="43" name="FRANCES">
            <a:extLst>
              <a:ext uri="{FF2B5EF4-FFF2-40B4-BE49-F238E27FC236}">
                <a16:creationId xmlns:a16="http://schemas.microsoft.com/office/drawing/2014/main" id="{ACEB407E-291C-DF09-E95D-0409C7BE784C}"/>
              </a:ext>
            </a:extLst>
          </p:cNvPr>
          <p:cNvSpPr/>
          <p:nvPr/>
        </p:nvSpPr>
        <p:spPr>
          <a:xfrm>
            <a:off x="6096000" y="2643187"/>
            <a:ext cx="2457450" cy="885825"/>
          </a:xfrm>
          <a:prstGeom prst="rect">
            <a:avLst/>
          </a:prstGeom>
          <a:solidFill>
            <a:schemeClr val="dk1">
              <a:alpha val="73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SUSHI</a:t>
            </a:r>
          </a:p>
        </p:txBody>
      </p:sp>
      <p:sp>
        <p:nvSpPr>
          <p:cNvPr id="44" name="SUBEME NOTA">
            <a:hlinkClick r:id="rId12" action="ppaction://hlinksldjump"/>
            <a:extLst>
              <a:ext uri="{FF2B5EF4-FFF2-40B4-BE49-F238E27FC236}">
                <a16:creationId xmlns:a16="http://schemas.microsoft.com/office/drawing/2014/main" id="{A9B0672D-D400-6693-B997-0498BDA60156}"/>
              </a:ext>
            </a:extLst>
          </p:cNvPr>
          <p:cNvSpPr/>
          <p:nvPr/>
        </p:nvSpPr>
        <p:spPr>
          <a:xfrm>
            <a:off x="6096000" y="3514724"/>
            <a:ext cx="2457450" cy="885825"/>
          </a:xfrm>
          <a:prstGeom prst="rect">
            <a:avLst/>
          </a:prstGeom>
          <a:solidFill>
            <a:schemeClr val="dk1">
              <a:alpha val="73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CREMA DE VERDURAS</a:t>
            </a:r>
          </a:p>
        </p:txBody>
      </p:sp>
      <p:sp>
        <p:nvSpPr>
          <p:cNvPr id="45" name="SUBEME NOTA">
            <a:hlinkClick r:id="rId13" action="ppaction://hlinksldjump"/>
            <a:extLst>
              <a:ext uri="{FF2B5EF4-FFF2-40B4-BE49-F238E27FC236}">
                <a16:creationId xmlns:a16="http://schemas.microsoft.com/office/drawing/2014/main" id="{7325C0A6-E9A7-B721-7B00-D265095A2E3A}"/>
              </a:ext>
            </a:extLst>
          </p:cNvPr>
          <p:cNvSpPr/>
          <p:nvPr/>
        </p:nvSpPr>
        <p:spPr>
          <a:xfrm>
            <a:off x="3295650" y="3514723"/>
            <a:ext cx="2457450" cy="885825"/>
          </a:xfrm>
          <a:prstGeom prst="rect">
            <a:avLst/>
          </a:prstGeom>
          <a:solidFill>
            <a:schemeClr val="dk1">
              <a:alpha val="73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ENSALADA CESAR</a:t>
            </a:r>
          </a:p>
        </p:txBody>
      </p:sp>
    </p:spTree>
    <p:extLst>
      <p:ext uri="{BB962C8B-B14F-4D97-AF65-F5344CB8AC3E}">
        <p14:creationId xmlns:p14="http://schemas.microsoft.com/office/powerpoint/2010/main" val="22205428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78 -0.50717 L -3.75E-6 -3.33333E-6 " pathEditMode="relative" rAng="0" ptsTypes="AA">
                                      <p:cBhvr>
                                        <p:cTn id="8" dur="2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9" y="2534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7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6" restart="whenNotActive" fill="hold" evtFilter="cancelBubble" nodeType="interactiveSeq">
                <p:stCondLst>
                  <p:cond evt="onClick" delay="0">
                    <p:tgtEl>
                      <p:spTgt spid="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" fill="hold">
                      <p:stCondLst>
                        <p:cond delay="0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78 -0.50717 L -1.25E-6 2.96296E-6 " pathEditMode="relative" rAng="0" ptsTypes="AA">
                                      <p:cBhvr>
                                        <p:cTn id="28" dur="2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9" y="25231"/>
                                    </p:animMotion>
                                  </p:childTnLst>
                                </p:cTn>
                              </p:par>
                              <p:par>
                                <p:cTn id="29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25E-6 -0.38542 L -1.25E-6 -4.81481E-6 " pathEditMode="relative" rAng="0" ptsTypes="AA">
                                      <p:cBhvr>
                                        <p:cTn id="30" dur="2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9375"/>
                                    </p:animMotion>
                                  </p:childTnLst>
                                </p:cTn>
                              </p:par>
                              <p:par>
                                <p:cTn id="31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25E-6 -0.25 L -1.25E-6 -0.00116 " pathEditMode="relative" rAng="0" ptsTypes="AA">
                                      <p:cBhvr>
                                        <p:cTn id="32" dur="2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2431"/>
                                    </p:animMotion>
                                  </p:childTnLst>
                                </p:cTn>
                              </p:par>
                              <p:par>
                                <p:cTn id="33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25E-6 -0.12083 L -1.25E-6 2.77556E-17 " pathEditMode="relative" rAng="0" ptsTypes="AA">
                                      <p:cBhvr>
                                        <p:cTn id="34" dur="2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604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7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47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47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47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2"/>
                  </p:tgtEl>
                </p:cond>
              </p:nextCondLst>
            </p:seq>
            <p:seq concurrent="1" nextAc="seek">
              <p:cTn id="57" restart="whenNotActive" fill="hold" evtFilter="cancelBubble" nodeType="interactiveSeq">
                <p:stCondLst>
                  <p:cond evt="onClick" delay="0">
                    <p:tgtEl>
                      <p:spTgt spid="3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8" fill="hold">
                      <p:stCondLst>
                        <p:cond delay="0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75E-6 -0.38542 L -3.75E-6 0 " pathEditMode="relative" rAng="0" ptsTypes="AA">
                                      <p:cBhvr>
                                        <p:cTn id="67" dur="2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9259"/>
                                    </p:animMotion>
                                  </p:childTnLst>
                                </p:cTn>
                              </p:par>
                              <p:par>
                                <p:cTn id="68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75E-6 -0.25 L -3.75E-6 -0.00116 " pathEditMode="relative" rAng="0" ptsTypes="AA">
                                      <p:cBhvr>
                                        <p:cTn id="69" dur="2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2431"/>
                                    </p:animMotion>
                                  </p:childTnLst>
                                </p:cTn>
                              </p:par>
                              <p:par>
                                <p:cTn id="70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25E-6 -0.12083 L -1.25E-6 2.77556E-17 " pathEditMode="relative" rAng="0" ptsTypes="AA">
                                      <p:cBhvr>
                                        <p:cTn id="71" dur="2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604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47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5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1000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1000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47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0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1" dur="100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100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47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5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6" dur="10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10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1"/>
                  </p:tgtEl>
                </p:cond>
              </p:nextCondLst>
            </p:seq>
            <p:seq concurrent="1" nextAc="seek">
              <p:cTn id="89" restart="whenNotActive" fill="hold" evtFilter="cancelBubble" nodeType="interactiveSeq">
                <p:stCondLst>
                  <p:cond evt="onClick" delay="0">
                    <p:tgtEl>
                      <p:spTgt spid="3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0" fill="hold">
                      <p:stCondLst>
                        <p:cond delay="0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6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0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78 -0.50717 L -1.25E-6 -3.33333E-6 " pathEditMode="relative" rAng="0" ptsTypes="AA">
                                      <p:cBhvr>
                                        <p:cTn id="101" dur="2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9" y="25347"/>
                                    </p:animMotion>
                                  </p:childTnLst>
                                </p:cTn>
                              </p:par>
                              <p:par>
                                <p:cTn id="102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25E-6 -0.38542 L -1.25E-6 0 " pathEditMode="relative" rAng="0" ptsTypes="AA">
                                      <p:cBhvr>
                                        <p:cTn id="103" dur="2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9259"/>
                                    </p:animMotion>
                                  </p:childTnLst>
                                </p:cTn>
                              </p:par>
                              <p:par>
                                <p:cTn id="104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25E-6 -0.25 L -1.25E-6 -0.00116 " pathEditMode="relative" rAng="0" ptsTypes="AA">
                                      <p:cBhvr>
                                        <p:cTn id="105" dur="2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2431"/>
                                    </p:animMotion>
                                  </p:childTnLst>
                                </p:cTn>
                              </p:par>
                              <p:par>
                                <p:cTn id="106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25E-6 -0.12083 L -1.25E-6 2.77556E-17 " pathEditMode="relative" rAng="0" ptsTypes="AA">
                                      <p:cBhvr>
                                        <p:cTn id="107" dur="2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604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47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1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2" dur="1000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1000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47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6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7" dur="1000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1000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0" presetID="47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1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2" dur="1000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1000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47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6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7" dur="1000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1000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3"/>
                  </p:tgtEl>
                </p:cond>
              </p:nextCondLst>
            </p:seq>
          </p:childTnLst>
        </p:cTn>
      </p:par>
    </p:tnLst>
    <p:bldLst>
      <p:bldP spid="34" grpId="0" animBg="1"/>
      <p:bldP spid="34" grpId="1" animBg="1"/>
      <p:bldP spid="34" grpId="2" animBg="1"/>
      <p:bldP spid="35" grpId="0" animBg="1"/>
      <p:bldP spid="35" grpId="1" animBg="1"/>
      <p:bldP spid="35" grpId="2" animBg="1"/>
      <p:bldP spid="36" grpId="0" animBg="1"/>
      <p:bldP spid="36" grpId="1" animBg="1"/>
      <p:bldP spid="36" grpId="2" animBg="1"/>
      <p:bldP spid="37" grpId="0" animBg="1"/>
      <p:bldP spid="37" grpId="1" animBg="1"/>
      <p:bldP spid="37" grpId="2" animBg="1"/>
      <p:bldP spid="38" grpId="0" animBg="1"/>
      <p:bldP spid="38" grpId="1" animBg="1"/>
      <p:bldP spid="38" grpId="2" animBg="1"/>
      <p:bldP spid="39" grpId="0" animBg="1"/>
      <p:bldP spid="39" grpId="1" animBg="1"/>
      <p:bldP spid="39" grpId="2" animBg="1"/>
      <p:bldP spid="40" grpId="0" animBg="1"/>
      <p:bldP spid="40" grpId="1" animBg="1"/>
      <p:bldP spid="40" grpId="2" animBg="1"/>
      <p:bldP spid="41" grpId="0" animBg="1"/>
      <p:bldP spid="41" grpId="1" animBg="1"/>
      <p:bldP spid="41" grpId="2" animBg="1"/>
      <p:bldP spid="42" grpId="0" animBg="1"/>
      <p:bldP spid="42" grpId="1" animBg="1"/>
      <p:bldP spid="42" grpId="2" animBg="1"/>
      <p:bldP spid="43" grpId="0" animBg="1"/>
      <p:bldP spid="43" grpId="1" animBg="1"/>
      <p:bldP spid="43" grpId="2" animBg="1"/>
      <p:bldP spid="44" grpId="0" animBg="1"/>
      <p:bldP spid="44" grpId="1" animBg="1"/>
      <p:bldP spid="44" grpId="2" animBg="1"/>
      <p:bldP spid="45" grpId="0" animBg="1"/>
      <p:bldP spid="45" grpId="1" animBg="1"/>
      <p:bldP spid="45" grpId="2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8" name="Picture 4" descr="Costillas al horno al estilo americano de Luisiana">
            <a:extLst>
              <a:ext uri="{FF2B5EF4-FFF2-40B4-BE49-F238E27FC236}">
                <a16:creationId xmlns:a16="http://schemas.microsoft.com/office/drawing/2014/main" id="{0A8A6513-EEA0-9E49-5214-BA9E71E0BE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0" cy="812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9" name="BEBIDA FRIA">
            <a:hlinkClick r:id="rId3" action="ppaction://hlinksldjump"/>
            <a:extLst>
              <a:ext uri="{FF2B5EF4-FFF2-40B4-BE49-F238E27FC236}">
                <a16:creationId xmlns:a16="http://schemas.microsoft.com/office/drawing/2014/main" id="{5E153DF1-750E-13EF-8046-3ADC0BD4EC81}"/>
              </a:ext>
            </a:extLst>
          </p:cNvPr>
          <p:cNvSpPr/>
          <p:nvPr/>
        </p:nvSpPr>
        <p:spPr>
          <a:xfrm>
            <a:off x="3295650" y="0"/>
            <a:ext cx="2457450" cy="885825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400" dirty="0">
                <a:latin typeface="Baskerville Old Face" panose="02020602080505020303" pitchFamily="18" charset="0"/>
              </a:rPr>
              <a:t>ALMUERZO</a:t>
            </a:r>
            <a:endParaRPr lang="es-ES" dirty="0"/>
          </a:p>
        </p:txBody>
      </p:sp>
      <p:sp>
        <p:nvSpPr>
          <p:cNvPr id="50" name="COMIDA">
            <a:hlinkClick r:id="rId3" action="ppaction://hlinksldjump"/>
            <a:extLst>
              <a:ext uri="{FF2B5EF4-FFF2-40B4-BE49-F238E27FC236}">
                <a16:creationId xmlns:a16="http://schemas.microsoft.com/office/drawing/2014/main" id="{77332108-5680-E35D-5B4D-869E40B18D92}"/>
              </a:ext>
            </a:extLst>
          </p:cNvPr>
          <p:cNvSpPr/>
          <p:nvPr/>
        </p:nvSpPr>
        <p:spPr>
          <a:xfrm>
            <a:off x="533400" y="0"/>
            <a:ext cx="2457450" cy="885825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400" dirty="0">
                <a:latin typeface="Baskerville Old Face" panose="02020602080505020303" pitchFamily="18" charset="0"/>
              </a:rPr>
              <a:t>DESAYUNO</a:t>
            </a:r>
          </a:p>
        </p:txBody>
      </p:sp>
      <p:sp>
        <p:nvSpPr>
          <p:cNvPr id="51" name="CAFE">
            <a:hlinkClick r:id="rId3" action="ppaction://hlinksldjump"/>
            <a:extLst>
              <a:ext uri="{FF2B5EF4-FFF2-40B4-BE49-F238E27FC236}">
                <a16:creationId xmlns:a16="http://schemas.microsoft.com/office/drawing/2014/main" id="{EB061B8C-5913-46D5-385E-A86EBF3247B4}"/>
              </a:ext>
            </a:extLst>
          </p:cNvPr>
          <p:cNvSpPr/>
          <p:nvPr/>
        </p:nvSpPr>
        <p:spPr>
          <a:xfrm>
            <a:off x="6096000" y="0"/>
            <a:ext cx="2457450" cy="885825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400" dirty="0">
                <a:latin typeface="Baskerville Old Face" panose="02020602080505020303" pitchFamily="18" charset="0"/>
              </a:rPr>
              <a:t>CENA</a:t>
            </a:r>
          </a:p>
        </p:txBody>
      </p:sp>
      <p:sp>
        <p:nvSpPr>
          <p:cNvPr id="52" name="CHURROS">
            <a:hlinkClick r:id="rId4" action="ppaction://hlinksldjump"/>
            <a:extLst>
              <a:ext uri="{FF2B5EF4-FFF2-40B4-BE49-F238E27FC236}">
                <a16:creationId xmlns:a16="http://schemas.microsoft.com/office/drawing/2014/main" id="{DB3E2C72-6352-3929-11BE-700E3C750284}"/>
              </a:ext>
            </a:extLst>
          </p:cNvPr>
          <p:cNvSpPr/>
          <p:nvPr/>
        </p:nvSpPr>
        <p:spPr>
          <a:xfrm>
            <a:off x="533400" y="885825"/>
            <a:ext cx="2457450" cy="885825"/>
          </a:xfrm>
          <a:prstGeom prst="rect">
            <a:avLst/>
          </a:prstGeom>
          <a:solidFill>
            <a:schemeClr val="dk1">
              <a:alpha val="73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CONTINENTAL</a:t>
            </a:r>
          </a:p>
        </p:txBody>
      </p:sp>
      <p:sp>
        <p:nvSpPr>
          <p:cNvPr id="53" name="QUESO">
            <a:hlinkClick r:id="rId5" action="ppaction://hlinksldjump"/>
            <a:extLst>
              <a:ext uri="{FF2B5EF4-FFF2-40B4-BE49-F238E27FC236}">
                <a16:creationId xmlns:a16="http://schemas.microsoft.com/office/drawing/2014/main" id="{3D769193-6A12-029D-A226-29C71E2F8DAB}"/>
              </a:ext>
            </a:extLst>
          </p:cNvPr>
          <p:cNvSpPr/>
          <p:nvPr/>
        </p:nvSpPr>
        <p:spPr>
          <a:xfrm>
            <a:off x="533400" y="1771650"/>
            <a:ext cx="2457450" cy="885825"/>
          </a:xfrm>
          <a:prstGeom prst="rect">
            <a:avLst/>
          </a:prstGeom>
          <a:solidFill>
            <a:schemeClr val="dk1">
              <a:alpha val="73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BOL DE FRUTAS</a:t>
            </a:r>
          </a:p>
        </p:txBody>
      </p:sp>
      <p:sp>
        <p:nvSpPr>
          <p:cNvPr id="54" name="FRANCES">
            <a:hlinkClick r:id="rId6" action="ppaction://hlinksldjump"/>
            <a:extLst>
              <a:ext uri="{FF2B5EF4-FFF2-40B4-BE49-F238E27FC236}">
                <a16:creationId xmlns:a16="http://schemas.microsoft.com/office/drawing/2014/main" id="{CA61C545-CD6F-CFDD-45FE-B6809774D97C}"/>
              </a:ext>
            </a:extLst>
          </p:cNvPr>
          <p:cNvSpPr/>
          <p:nvPr/>
        </p:nvSpPr>
        <p:spPr>
          <a:xfrm>
            <a:off x="533400" y="2643187"/>
            <a:ext cx="2457450" cy="885825"/>
          </a:xfrm>
          <a:prstGeom prst="rect">
            <a:avLst/>
          </a:prstGeom>
          <a:solidFill>
            <a:schemeClr val="dk1">
              <a:alpha val="73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CEREALES</a:t>
            </a:r>
          </a:p>
        </p:txBody>
      </p:sp>
      <p:sp>
        <p:nvSpPr>
          <p:cNvPr id="55" name="SUBEME NOTA">
            <a:hlinkClick r:id="rId7" action="ppaction://hlinksldjump"/>
            <a:extLst>
              <a:ext uri="{FF2B5EF4-FFF2-40B4-BE49-F238E27FC236}">
                <a16:creationId xmlns:a16="http://schemas.microsoft.com/office/drawing/2014/main" id="{497BC0A4-1396-AF70-1C1E-E09D87450624}"/>
              </a:ext>
            </a:extLst>
          </p:cNvPr>
          <p:cNvSpPr/>
          <p:nvPr/>
        </p:nvSpPr>
        <p:spPr>
          <a:xfrm>
            <a:off x="533400" y="3514724"/>
            <a:ext cx="2457450" cy="885825"/>
          </a:xfrm>
          <a:prstGeom prst="rect">
            <a:avLst/>
          </a:prstGeom>
          <a:solidFill>
            <a:schemeClr val="dk1">
              <a:alpha val="73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TORTITAS</a:t>
            </a:r>
          </a:p>
        </p:txBody>
      </p:sp>
      <p:sp>
        <p:nvSpPr>
          <p:cNvPr id="56" name="CHURROS">
            <a:hlinkClick r:id="rId8" action="ppaction://hlinksldjump"/>
            <a:extLst>
              <a:ext uri="{FF2B5EF4-FFF2-40B4-BE49-F238E27FC236}">
                <a16:creationId xmlns:a16="http://schemas.microsoft.com/office/drawing/2014/main" id="{B5A35340-7A72-F45E-E1E4-109F38491672}"/>
              </a:ext>
            </a:extLst>
          </p:cNvPr>
          <p:cNvSpPr/>
          <p:nvPr/>
        </p:nvSpPr>
        <p:spPr>
          <a:xfrm>
            <a:off x="3295650" y="885825"/>
            <a:ext cx="2457450" cy="885825"/>
          </a:xfrm>
          <a:prstGeom prst="rect">
            <a:avLst/>
          </a:prstGeom>
          <a:solidFill>
            <a:schemeClr val="dk1">
              <a:alpha val="73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ESPAGETI</a:t>
            </a:r>
          </a:p>
        </p:txBody>
      </p:sp>
      <p:sp>
        <p:nvSpPr>
          <p:cNvPr id="57" name="QUESO">
            <a:hlinkClick r:id="rId9" action="ppaction://hlinksldjump"/>
            <a:extLst>
              <a:ext uri="{FF2B5EF4-FFF2-40B4-BE49-F238E27FC236}">
                <a16:creationId xmlns:a16="http://schemas.microsoft.com/office/drawing/2014/main" id="{88E6ACCC-E3B8-49FD-56FC-57399F033F54}"/>
              </a:ext>
            </a:extLst>
          </p:cNvPr>
          <p:cNvSpPr/>
          <p:nvPr/>
        </p:nvSpPr>
        <p:spPr>
          <a:xfrm>
            <a:off x="3295650" y="1771650"/>
            <a:ext cx="2457450" cy="885825"/>
          </a:xfrm>
          <a:prstGeom prst="rect">
            <a:avLst/>
          </a:prstGeom>
          <a:solidFill>
            <a:schemeClr val="dk1">
              <a:alpha val="73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SOPA</a:t>
            </a:r>
          </a:p>
        </p:txBody>
      </p:sp>
      <p:sp>
        <p:nvSpPr>
          <p:cNvPr id="58" name="FRANCES">
            <a:extLst>
              <a:ext uri="{FF2B5EF4-FFF2-40B4-BE49-F238E27FC236}">
                <a16:creationId xmlns:a16="http://schemas.microsoft.com/office/drawing/2014/main" id="{B8370148-64A2-7105-E1AC-78124591CD52}"/>
              </a:ext>
            </a:extLst>
          </p:cNvPr>
          <p:cNvSpPr/>
          <p:nvPr/>
        </p:nvSpPr>
        <p:spPr>
          <a:xfrm>
            <a:off x="3295650" y="2643187"/>
            <a:ext cx="2457450" cy="885825"/>
          </a:xfrm>
          <a:prstGeom prst="rect">
            <a:avLst/>
          </a:prstGeom>
          <a:solidFill>
            <a:schemeClr val="dk1">
              <a:alpha val="73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COSTILLAS</a:t>
            </a:r>
          </a:p>
        </p:txBody>
      </p:sp>
      <p:sp>
        <p:nvSpPr>
          <p:cNvPr id="59" name="CHURROS">
            <a:hlinkClick r:id="rId10" action="ppaction://hlinksldjump"/>
            <a:extLst>
              <a:ext uri="{FF2B5EF4-FFF2-40B4-BE49-F238E27FC236}">
                <a16:creationId xmlns:a16="http://schemas.microsoft.com/office/drawing/2014/main" id="{94C800B7-2052-4FE8-0559-C2A0BE973303}"/>
              </a:ext>
            </a:extLst>
          </p:cNvPr>
          <p:cNvSpPr/>
          <p:nvPr/>
        </p:nvSpPr>
        <p:spPr>
          <a:xfrm>
            <a:off x="6096000" y="885825"/>
            <a:ext cx="2457450" cy="885825"/>
          </a:xfrm>
          <a:prstGeom prst="rect">
            <a:avLst/>
          </a:prstGeom>
          <a:solidFill>
            <a:schemeClr val="dk1">
              <a:alpha val="73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PIZZA</a:t>
            </a:r>
          </a:p>
        </p:txBody>
      </p:sp>
      <p:sp>
        <p:nvSpPr>
          <p:cNvPr id="60" name="QUESO">
            <a:hlinkClick r:id="rId11" action="ppaction://hlinksldjump"/>
            <a:extLst>
              <a:ext uri="{FF2B5EF4-FFF2-40B4-BE49-F238E27FC236}">
                <a16:creationId xmlns:a16="http://schemas.microsoft.com/office/drawing/2014/main" id="{A588F200-759A-28B9-7C75-1D5E77764F83}"/>
              </a:ext>
            </a:extLst>
          </p:cNvPr>
          <p:cNvSpPr/>
          <p:nvPr/>
        </p:nvSpPr>
        <p:spPr>
          <a:xfrm>
            <a:off x="6096000" y="1771650"/>
            <a:ext cx="2457450" cy="885825"/>
          </a:xfrm>
          <a:prstGeom prst="rect">
            <a:avLst/>
          </a:prstGeom>
          <a:solidFill>
            <a:schemeClr val="dk1">
              <a:alpha val="73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EMBUTIDO</a:t>
            </a:r>
          </a:p>
        </p:txBody>
      </p:sp>
      <p:sp>
        <p:nvSpPr>
          <p:cNvPr id="61" name="FRANCES">
            <a:extLst>
              <a:ext uri="{FF2B5EF4-FFF2-40B4-BE49-F238E27FC236}">
                <a16:creationId xmlns:a16="http://schemas.microsoft.com/office/drawing/2014/main" id="{2017F4E0-8ED3-553C-0774-218CC3AF87BD}"/>
              </a:ext>
            </a:extLst>
          </p:cNvPr>
          <p:cNvSpPr/>
          <p:nvPr/>
        </p:nvSpPr>
        <p:spPr>
          <a:xfrm>
            <a:off x="6096000" y="2643187"/>
            <a:ext cx="2457450" cy="885825"/>
          </a:xfrm>
          <a:prstGeom prst="rect">
            <a:avLst/>
          </a:prstGeom>
          <a:solidFill>
            <a:schemeClr val="dk1">
              <a:alpha val="73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SUSHI</a:t>
            </a:r>
          </a:p>
        </p:txBody>
      </p:sp>
      <p:sp>
        <p:nvSpPr>
          <p:cNvPr id="62" name="SUBEME NOTA">
            <a:hlinkClick r:id="rId12" action="ppaction://hlinksldjump"/>
            <a:extLst>
              <a:ext uri="{FF2B5EF4-FFF2-40B4-BE49-F238E27FC236}">
                <a16:creationId xmlns:a16="http://schemas.microsoft.com/office/drawing/2014/main" id="{2E156E71-3ED6-B64E-BD78-D75A1321A208}"/>
              </a:ext>
            </a:extLst>
          </p:cNvPr>
          <p:cNvSpPr/>
          <p:nvPr/>
        </p:nvSpPr>
        <p:spPr>
          <a:xfrm>
            <a:off x="6096000" y="3514724"/>
            <a:ext cx="2457450" cy="885825"/>
          </a:xfrm>
          <a:prstGeom prst="rect">
            <a:avLst/>
          </a:prstGeom>
          <a:solidFill>
            <a:schemeClr val="dk1">
              <a:alpha val="73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CREMA DE VERDURAS</a:t>
            </a:r>
          </a:p>
        </p:txBody>
      </p:sp>
      <p:sp>
        <p:nvSpPr>
          <p:cNvPr id="63" name="SUBEME NOTA">
            <a:hlinkClick r:id="rId13" action="ppaction://hlinksldjump"/>
            <a:extLst>
              <a:ext uri="{FF2B5EF4-FFF2-40B4-BE49-F238E27FC236}">
                <a16:creationId xmlns:a16="http://schemas.microsoft.com/office/drawing/2014/main" id="{EC9D7720-8C74-C6CC-AE94-DCB21D1D570F}"/>
              </a:ext>
            </a:extLst>
          </p:cNvPr>
          <p:cNvSpPr/>
          <p:nvPr/>
        </p:nvSpPr>
        <p:spPr>
          <a:xfrm>
            <a:off x="3295650" y="3514723"/>
            <a:ext cx="2457450" cy="885825"/>
          </a:xfrm>
          <a:prstGeom prst="rect">
            <a:avLst/>
          </a:prstGeom>
          <a:solidFill>
            <a:schemeClr val="dk1">
              <a:alpha val="73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ENSALADA CESAR</a:t>
            </a:r>
          </a:p>
        </p:txBody>
      </p:sp>
    </p:spTree>
    <p:extLst>
      <p:ext uri="{BB962C8B-B14F-4D97-AF65-F5344CB8AC3E}">
        <p14:creationId xmlns:p14="http://schemas.microsoft.com/office/powerpoint/2010/main" val="5001073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78 -0.50717 L -3.75E-6 -3.33333E-6 " pathEditMode="relative" rAng="0" ptsTypes="AA">
                                      <p:cBhvr>
                                        <p:cTn id="8" dur="2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9" y="2534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7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10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6" restart="whenNotActive" fill="hold" evtFilter="cancelBubble" nodeType="interactiveSeq">
                <p:stCondLst>
                  <p:cond evt="onClick" delay="0">
                    <p:tgtEl>
                      <p:spTgt spid="5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" fill="hold">
                      <p:stCondLst>
                        <p:cond delay="0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78 -0.50717 L -1.25E-6 2.96296E-6 " pathEditMode="relative" rAng="0" ptsTypes="AA">
                                      <p:cBhvr>
                                        <p:cTn id="28" dur="2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9" y="25231"/>
                                    </p:animMotion>
                                  </p:childTnLst>
                                </p:cTn>
                              </p:par>
                              <p:par>
                                <p:cTn id="29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25E-6 -0.38542 L -1.25E-6 -4.81481E-6 " pathEditMode="relative" rAng="0" ptsTypes="AA">
                                      <p:cBhvr>
                                        <p:cTn id="30" dur="2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9375"/>
                                    </p:animMotion>
                                  </p:childTnLst>
                                </p:cTn>
                              </p:par>
                              <p:par>
                                <p:cTn id="31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25E-6 -0.25 L -1.25E-6 -0.00116 " pathEditMode="relative" rAng="0" ptsTypes="AA">
                                      <p:cBhvr>
                                        <p:cTn id="32" dur="2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2431"/>
                                    </p:animMotion>
                                  </p:childTnLst>
                                </p:cTn>
                              </p:par>
                              <p:par>
                                <p:cTn id="33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25E-6 -0.12083 L -1.25E-6 2.77556E-17 " pathEditMode="relative" rAng="0" ptsTypes="AA">
                                      <p:cBhvr>
                                        <p:cTn id="34" dur="2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604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7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" dur="1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47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" dur="1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47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" dur="1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47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0"/>
                  </p:tgtEl>
                </p:cond>
              </p:nextCondLst>
            </p:seq>
            <p:seq concurrent="1" nextAc="seek">
              <p:cTn id="57" restart="whenNotActive" fill="hold" evtFilter="cancelBubble" nodeType="interactiveSeq">
                <p:stCondLst>
                  <p:cond evt="onClick" delay="0">
                    <p:tgtEl>
                      <p:spTgt spid="4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8" fill="hold">
                      <p:stCondLst>
                        <p:cond delay="0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75E-6 -0.38542 L -3.75E-6 0 " pathEditMode="relative" rAng="0" ptsTypes="AA">
                                      <p:cBhvr>
                                        <p:cTn id="67" dur="2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9259"/>
                                    </p:animMotion>
                                  </p:childTnLst>
                                </p:cTn>
                              </p:par>
                              <p:par>
                                <p:cTn id="68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75E-6 -0.25 L -3.75E-6 -0.00116 " pathEditMode="relative" rAng="0" ptsTypes="AA">
                                      <p:cBhvr>
                                        <p:cTn id="69" dur="2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2431"/>
                                    </p:animMotion>
                                  </p:childTnLst>
                                </p:cTn>
                              </p:par>
                              <p:par>
                                <p:cTn id="70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25E-6 -0.12083 L -1.25E-6 2.77556E-17 " pathEditMode="relative" rAng="0" ptsTypes="AA">
                                      <p:cBhvr>
                                        <p:cTn id="71" dur="2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604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47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5" dur="10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1000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1000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47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0" dur="10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1" dur="1000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1000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47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5" dur="1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6" dur="1000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1000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9"/>
                  </p:tgtEl>
                </p:cond>
              </p:nextCondLst>
            </p:seq>
            <p:seq concurrent="1" nextAc="seek">
              <p:cTn id="89" restart="whenNotActive" fill="hold" evtFilter="cancelBubble" nodeType="interactiveSeq">
                <p:stCondLst>
                  <p:cond evt="onClick" delay="0">
                    <p:tgtEl>
                      <p:spTgt spid="5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0" fill="hold">
                      <p:stCondLst>
                        <p:cond delay="0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6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0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78 -0.50717 L -1.25E-6 -3.33333E-6 " pathEditMode="relative" rAng="0" ptsTypes="AA">
                                      <p:cBhvr>
                                        <p:cTn id="101" dur="2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9" y="25347"/>
                                    </p:animMotion>
                                  </p:childTnLst>
                                </p:cTn>
                              </p:par>
                              <p:par>
                                <p:cTn id="102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25E-6 -0.38542 L -1.25E-6 0 " pathEditMode="relative" rAng="0" ptsTypes="AA">
                                      <p:cBhvr>
                                        <p:cTn id="103" dur="2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9259"/>
                                    </p:animMotion>
                                  </p:childTnLst>
                                </p:cTn>
                              </p:par>
                              <p:par>
                                <p:cTn id="104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25E-6 -0.25 L -1.25E-6 -0.00116 " pathEditMode="relative" rAng="0" ptsTypes="AA">
                                      <p:cBhvr>
                                        <p:cTn id="105" dur="2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2431"/>
                                    </p:animMotion>
                                  </p:childTnLst>
                                </p:cTn>
                              </p:par>
                              <p:par>
                                <p:cTn id="106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25E-6 -0.12083 L -1.25E-6 2.77556E-17 " pathEditMode="relative" rAng="0" ptsTypes="AA">
                                      <p:cBhvr>
                                        <p:cTn id="107" dur="2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604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47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1" dur="10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2" dur="1000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1000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47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6" dur="10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7" dur="1000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1000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0" presetID="47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1" dur="10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2" dur="1000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1000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47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6" dur="10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7" dur="1000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1000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1"/>
                  </p:tgtEl>
                </p:cond>
              </p:nextCondLst>
            </p:seq>
          </p:childTnLst>
        </p:cTn>
      </p:par>
    </p:tnLst>
    <p:bldLst>
      <p:bldP spid="52" grpId="0" animBg="1"/>
      <p:bldP spid="52" grpId="1" animBg="1"/>
      <p:bldP spid="52" grpId="2" animBg="1"/>
      <p:bldP spid="53" grpId="0" animBg="1"/>
      <p:bldP spid="53" grpId="1" animBg="1"/>
      <p:bldP spid="53" grpId="2" animBg="1"/>
      <p:bldP spid="54" grpId="0" animBg="1"/>
      <p:bldP spid="54" grpId="1" animBg="1"/>
      <p:bldP spid="54" grpId="2" animBg="1"/>
      <p:bldP spid="55" grpId="0" animBg="1"/>
      <p:bldP spid="55" grpId="1" animBg="1"/>
      <p:bldP spid="55" grpId="2" animBg="1"/>
      <p:bldP spid="56" grpId="0" animBg="1"/>
      <p:bldP spid="56" grpId="1" animBg="1"/>
      <p:bldP spid="56" grpId="2" animBg="1"/>
      <p:bldP spid="57" grpId="0" animBg="1"/>
      <p:bldP spid="57" grpId="1" animBg="1"/>
      <p:bldP spid="57" grpId="2" animBg="1"/>
      <p:bldP spid="58" grpId="0" animBg="1"/>
      <p:bldP spid="58" grpId="1" animBg="1"/>
      <p:bldP spid="58" grpId="2" animBg="1"/>
      <p:bldP spid="59" grpId="0" animBg="1"/>
      <p:bldP spid="59" grpId="1" animBg="1"/>
      <p:bldP spid="59" grpId="2" animBg="1"/>
      <p:bldP spid="60" grpId="0" animBg="1"/>
      <p:bldP spid="60" grpId="1" animBg="1"/>
      <p:bldP spid="60" grpId="2" animBg="1"/>
      <p:bldP spid="61" grpId="0" animBg="1"/>
      <p:bldP spid="61" grpId="1" animBg="1"/>
      <p:bldP spid="61" grpId="2" animBg="1"/>
      <p:bldP spid="62" grpId="0" animBg="1"/>
      <p:bldP spid="62" grpId="1" animBg="1"/>
      <p:bldP spid="62" grpId="2" animBg="1"/>
      <p:bldP spid="63" grpId="0" animBg="1"/>
      <p:bldP spid="63" grpId="1" animBg="1"/>
      <p:bldP spid="63" grpId="2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2" name="Picture 4" descr="Ensalada César, la receta original y fácil para hacer en casa">
            <a:extLst>
              <a:ext uri="{FF2B5EF4-FFF2-40B4-BE49-F238E27FC236}">
                <a16:creationId xmlns:a16="http://schemas.microsoft.com/office/drawing/2014/main" id="{C87DC251-C3F3-6F6B-7B74-5D164074F9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685800"/>
            <a:ext cx="12344400" cy="822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1" name="BEBIDA FRIA">
            <a:hlinkClick r:id="rId3" action="ppaction://hlinksldjump"/>
            <a:extLst>
              <a:ext uri="{FF2B5EF4-FFF2-40B4-BE49-F238E27FC236}">
                <a16:creationId xmlns:a16="http://schemas.microsoft.com/office/drawing/2014/main" id="{0834E908-2532-124B-D29E-31A6EE9A391A}"/>
              </a:ext>
            </a:extLst>
          </p:cNvPr>
          <p:cNvSpPr/>
          <p:nvPr/>
        </p:nvSpPr>
        <p:spPr>
          <a:xfrm>
            <a:off x="3295650" y="0"/>
            <a:ext cx="2457450" cy="885825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400" dirty="0">
                <a:latin typeface="Baskerville Old Face" panose="02020602080505020303" pitchFamily="18" charset="0"/>
              </a:rPr>
              <a:t>ALMUERZO</a:t>
            </a:r>
            <a:endParaRPr lang="es-ES" dirty="0"/>
          </a:p>
        </p:txBody>
      </p:sp>
      <p:sp>
        <p:nvSpPr>
          <p:cNvPr id="32" name="COMIDA">
            <a:hlinkClick r:id="rId3" action="ppaction://hlinksldjump"/>
            <a:extLst>
              <a:ext uri="{FF2B5EF4-FFF2-40B4-BE49-F238E27FC236}">
                <a16:creationId xmlns:a16="http://schemas.microsoft.com/office/drawing/2014/main" id="{6C193CFD-2646-C410-0C45-0D9A394EB836}"/>
              </a:ext>
            </a:extLst>
          </p:cNvPr>
          <p:cNvSpPr/>
          <p:nvPr/>
        </p:nvSpPr>
        <p:spPr>
          <a:xfrm>
            <a:off x="533400" y="0"/>
            <a:ext cx="2457450" cy="885825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400" dirty="0">
                <a:latin typeface="Baskerville Old Face" panose="02020602080505020303" pitchFamily="18" charset="0"/>
              </a:rPr>
              <a:t>DESAYUNO</a:t>
            </a:r>
          </a:p>
        </p:txBody>
      </p:sp>
      <p:sp>
        <p:nvSpPr>
          <p:cNvPr id="33" name="CAFE">
            <a:hlinkClick r:id="rId3" action="ppaction://hlinksldjump"/>
            <a:extLst>
              <a:ext uri="{FF2B5EF4-FFF2-40B4-BE49-F238E27FC236}">
                <a16:creationId xmlns:a16="http://schemas.microsoft.com/office/drawing/2014/main" id="{12E1F6E6-4CE6-2156-C915-E06D4B0530D0}"/>
              </a:ext>
            </a:extLst>
          </p:cNvPr>
          <p:cNvSpPr/>
          <p:nvPr/>
        </p:nvSpPr>
        <p:spPr>
          <a:xfrm>
            <a:off x="6096000" y="0"/>
            <a:ext cx="2457450" cy="885825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400" dirty="0">
                <a:latin typeface="Baskerville Old Face" panose="02020602080505020303" pitchFamily="18" charset="0"/>
              </a:rPr>
              <a:t>CENA</a:t>
            </a:r>
          </a:p>
        </p:txBody>
      </p:sp>
      <p:sp>
        <p:nvSpPr>
          <p:cNvPr id="34" name="CHURROS">
            <a:hlinkClick r:id="rId4" action="ppaction://hlinksldjump"/>
            <a:extLst>
              <a:ext uri="{FF2B5EF4-FFF2-40B4-BE49-F238E27FC236}">
                <a16:creationId xmlns:a16="http://schemas.microsoft.com/office/drawing/2014/main" id="{43419E8A-CAE4-F09F-5EDC-48707BB3BE6C}"/>
              </a:ext>
            </a:extLst>
          </p:cNvPr>
          <p:cNvSpPr/>
          <p:nvPr/>
        </p:nvSpPr>
        <p:spPr>
          <a:xfrm>
            <a:off x="533400" y="885825"/>
            <a:ext cx="2457450" cy="885825"/>
          </a:xfrm>
          <a:prstGeom prst="rect">
            <a:avLst/>
          </a:prstGeom>
          <a:solidFill>
            <a:schemeClr val="dk1">
              <a:alpha val="73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CONTINENTAL</a:t>
            </a:r>
          </a:p>
        </p:txBody>
      </p:sp>
      <p:sp>
        <p:nvSpPr>
          <p:cNvPr id="35" name="QUESO">
            <a:hlinkClick r:id="rId5" action="ppaction://hlinksldjump"/>
            <a:extLst>
              <a:ext uri="{FF2B5EF4-FFF2-40B4-BE49-F238E27FC236}">
                <a16:creationId xmlns:a16="http://schemas.microsoft.com/office/drawing/2014/main" id="{AC797C08-5E6D-FCF4-E370-1D89D1B89F6C}"/>
              </a:ext>
            </a:extLst>
          </p:cNvPr>
          <p:cNvSpPr/>
          <p:nvPr/>
        </p:nvSpPr>
        <p:spPr>
          <a:xfrm>
            <a:off x="533400" y="1771650"/>
            <a:ext cx="2457450" cy="885825"/>
          </a:xfrm>
          <a:prstGeom prst="rect">
            <a:avLst/>
          </a:prstGeom>
          <a:solidFill>
            <a:schemeClr val="dk1">
              <a:alpha val="73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BOL DE FRUTAS</a:t>
            </a:r>
          </a:p>
        </p:txBody>
      </p:sp>
      <p:sp>
        <p:nvSpPr>
          <p:cNvPr id="36" name="FRANCES">
            <a:hlinkClick r:id="rId6" action="ppaction://hlinksldjump"/>
            <a:extLst>
              <a:ext uri="{FF2B5EF4-FFF2-40B4-BE49-F238E27FC236}">
                <a16:creationId xmlns:a16="http://schemas.microsoft.com/office/drawing/2014/main" id="{97CF4089-91D1-D3C1-2622-066B2816A96E}"/>
              </a:ext>
            </a:extLst>
          </p:cNvPr>
          <p:cNvSpPr/>
          <p:nvPr/>
        </p:nvSpPr>
        <p:spPr>
          <a:xfrm>
            <a:off x="533400" y="2643187"/>
            <a:ext cx="2457450" cy="885825"/>
          </a:xfrm>
          <a:prstGeom prst="rect">
            <a:avLst/>
          </a:prstGeom>
          <a:solidFill>
            <a:schemeClr val="dk1">
              <a:alpha val="73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CEREALES</a:t>
            </a:r>
          </a:p>
        </p:txBody>
      </p:sp>
      <p:sp>
        <p:nvSpPr>
          <p:cNvPr id="37" name="SUBEME NOTA">
            <a:hlinkClick r:id="rId7" action="ppaction://hlinksldjump"/>
            <a:extLst>
              <a:ext uri="{FF2B5EF4-FFF2-40B4-BE49-F238E27FC236}">
                <a16:creationId xmlns:a16="http://schemas.microsoft.com/office/drawing/2014/main" id="{1AD719ED-D779-8BBD-3289-CDFCDA6EE9F0}"/>
              </a:ext>
            </a:extLst>
          </p:cNvPr>
          <p:cNvSpPr/>
          <p:nvPr/>
        </p:nvSpPr>
        <p:spPr>
          <a:xfrm>
            <a:off x="533400" y="3514724"/>
            <a:ext cx="2457450" cy="885825"/>
          </a:xfrm>
          <a:prstGeom prst="rect">
            <a:avLst/>
          </a:prstGeom>
          <a:solidFill>
            <a:schemeClr val="dk1">
              <a:alpha val="73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TORTITAS</a:t>
            </a:r>
          </a:p>
        </p:txBody>
      </p:sp>
      <p:sp>
        <p:nvSpPr>
          <p:cNvPr id="38" name="CHURROS">
            <a:hlinkClick r:id="rId8" action="ppaction://hlinksldjump"/>
            <a:extLst>
              <a:ext uri="{FF2B5EF4-FFF2-40B4-BE49-F238E27FC236}">
                <a16:creationId xmlns:a16="http://schemas.microsoft.com/office/drawing/2014/main" id="{2CB0B3D9-9F26-ABDC-FD29-9589E1DE0847}"/>
              </a:ext>
            </a:extLst>
          </p:cNvPr>
          <p:cNvSpPr/>
          <p:nvPr/>
        </p:nvSpPr>
        <p:spPr>
          <a:xfrm>
            <a:off x="3295650" y="885825"/>
            <a:ext cx="2457450" cy="885825"/>
          </a:xfrm>
          <a:prstGeom prst="rect">
            <a:avLst/>
          </a:prstGeom>
          <a:solidFill>
            <a:schemeClr val="dk1">
              <a:alpha val="73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ESPAGETI</a:t>
            </a:r>
          </a:p>
        </p:txBody>
      </p:sp>
      <p:sp>
        <p:nvSpPr>
          <p:cNvPr id="39" name="QUESO">
            <a:hlinkClick r:id="rId9" action="ppaction://hlinksldjump"/>
            <a:extLst>
              <a:ext uri="{FF2B5EF4-FFF2-40B4-BE49-F238E27FC236}">
                <a16:creationId xmlns:a16="http://schemas.microsoft.com/office/drawing/2014/main" id="{917342A8-EB0A-ABF7-0304-C12C7FA7D2BA}"/>
              </a:ext>
            </a:extLst>
          </p:cNvPr>
          <p:cNvSpPr/>
          <p:nvPr/>
        </p:nvSpPr>
        <p:spPr>
          <a:xfrm>
            <a:off x="3295650" y="1771650"/>
            <a:ext cx="2457450" cy="885825"/>
          </a:xfrm>
          <a:prstGeom prst="rect">
            <a:avLst/>
          </a:prstGeom>
          <a:solidFill>
            <a:schemeClr val="dk1">
              <a:alpha val="73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SOPA</a:t>
            </a:r>
          </a:p>
        </p:txBody>
      </p:sp>
      <p:sp>
        <p:nvSpPr>
          <p:cNvPr id="40" name="FRANCES">
            <a:extLst>
              <a:ext uri="{FF2B5EF4-FFF2-40B4-BE49-F238E27FC236}">
                <a16:creationId xmlns:a16="http://schemas.microsoft.com/office/drawing/2014/main" id="{5855DA12-BE51-A6C0-0DF0-5CA2E0559F9F}"/>
              </a:ext>
            </a:extLst>
          </p:cNvPr>
          <p:cNvSpPr/>
          <p:nvPr/>
        </p:nvSpPr>
        <p:spPr>
          <a:xfrm>
            <a:off x="3295650" y="2643187"/>
            <a:ext cx="2457450" cy="885825"/>
          </a:xfrm>
          <a:prstGeom prst="rect">
            <a:avLst/>
          </a:prstGeom>
          <a:solidFill>
            <a:schemeClr val="dk1">
              <a:alpha val="73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COSTILLAS</a:t>
            </a:r>
          </a:p>
        </p:txBody>
      </p:sp>
      <p:sp>
        <p:nvSpPr>
          <p:cNvPr id="41" name="CHURROS">
            <a:hlinkClick r:id="rId10" action="ppaction://hlinksldjump"/>
            <a:extLst>
              <a:ext uri="{FF2B5EF4-FFF2-40B4-BE49-F238E27FC236}">
                <a16:creationId xmlns:a16="http://schemas.microsoft.com/office/drawing/2014/main" id="{7EA66FD2-DE15-F7F8-1555-7E9671925469}"/>
              </a:ext>
            </a:extLst>
          </p:cNvPr>
          <p:cNvSpPr/>
          <p:nvPr/>
        </p:nvSpPr>
        <p:spPr>
          <a:xfrm>
            <a:off x="6096000" y="885825"/>
            <a:ext cx="2457450" cy="885825"/>
          </a:xfrm>
          <a:prstGeom prst="rect">
            <a:avLst/>
          </a:prstGeom>
          <a:solidFill>
            <a:schemeClr val="dk1">
              <a:alpha val="73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PIZZA</a:t>
            </a:r>
          </a:p>
        </p:txBody>
      </p:sp>
      <p:sp>
        <p:nvSpPr>
          <p:cNvPr id="42" name="QUESO">
            <a:hlinkClick r:id="rId11" action="ppaction://hlinksldjump"/>
            <a:extLst>
              <a:ext uri="{FF2B5EF4-FFF2-40B4-BE49-F238E27FC236}">
                <a16:creationId xmlns:a16="http://schemas.microsoft.com/office/drawing/2014/main" id="{C5FC7611-F747-BC26-E770-E81D5AE706C0}"/>
              </a:ext>
            </a:extLst>
          </p:cNvPr>
          <p:cNvSpPr/>
          <p:nvPr/>
        </p:nvSpPr>
        <p:spPr>
          <a:xfrm>
            <a:off x="6096000" y="1771650"/>
            <a:ext cx="2457450" cy="885825"/>
          </a:xfrm>
          <a:prstGeom prst="rect">
            <a:avLst/>
          </a:prstGeom>
          <a:solidFill>
            <a:schemeClr val="dk1">
              <a:alpha val="73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EMBUTIDO</a:t>
            </a:r>
          </a:p>
        </p:txBody>
      </p:sp>
      <p:sp>
        <p:nvSpPr>
          <p:cNvPr id="43" name="FRANCES">
            <a:extLst>
              <a:ext uri="{FF2B5EF4-FFF2-40B4-BE49-F238E27FC236}">
                <a16:creationId xmlns:a16="http://schemas.microsoft.com/office/drawing/2014/main" id="{6CDAD86D-41C8-23AB-DA3D-98800D8404B1}"/>
              </a:ext>
            </a:extLst>
          </p:cNvPr>
          <p:cNvSpPr/>
          <p:nvPr/>
        </p:nvSpPr>
        <p:spPr>
          <a:xfrm>
            <a:off x="6096000" y="2643187"/>
            <a:ext cx="2457450" cy="885825"/>
          </a:xfrm>
          <a:prstGeom prst="rect">
            <a:avLst/>
          </a:prstGeom>
          <a:solidFill>
            <a:schemeClr val="dk1">
              <a:alpha val="73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SUSHI</a:t>
            </a:r>
          </a:p>
        </p:txBody>
      </p:sp>
      <p:sp>
        <p:nvSpPr>
          <p:cNvPr id="44" name="SUBEME NOTA">
            <a:hlinkClick r:id="rId12" action="ppaction://hlinksldjump"/>
            <a:extLst>
              <a:ext uri="{FF2B5EF4-FFF2-40B4-BE49-F238E27FC236}">
                <a16:creationId xmlns:a16="http://schemas.microsoft.com/office/drawing/2014/main" id="{84B36CBA-F470-3AF9-1BD8-CF79F3EE8CEB}"/>
              </a:ext>
            </a:extLst>
          </p:cNvPr>
          <p:cNvSpPr/>
          <p:nvPr/>
        </p:nvSpPr>
        <p:spPr>
          <a:xfrm>
            <a:off x="6096000" y="3514724"/>
            <a:ext cx="2457450" cy="885825"/>
          </a:xfrm>
          <a:prstGeom prst="rect">
            <a:avLst/>
          </a:prstGeom>
          <a:solidFill>
            <a:schemeClr val="dk1">
              <a:alpha val="73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CREMA DE VERDURAS</a:t>
            </a:r>
          </a:p>
        </p:txBody>
      </p:sp>
      <p:sp>
        <p:nvSpPr>
          <p:cNvPr id="45" name="SUBEME NOTA">
            <a:hlinkClick r:id="rId13" action="ppaction://hlinksldjump"/>
            <a:extLst>
              <a:ext uri="{FF2B5EF4-FFF2-40B4-BE49-F238E27FC236}">
                <a16:creationId xmlns:a16="http://schemas.microsoft.com/office/drawing/2014/main" id="{2D12F912-CE76-D0CE-5128-15C72DF6CCD6}"/>
              </a:ext>
            </a:extLst>
          </p:cNvPr>
          <p:cNvSpPr/>
          <p:nvPr/>
        </p:nvSpPr>
        <p:spPr>
          <a:xfrm>
            <a:off x="3295650" y="3514723"/>
            <a:ext cx="2457450" cy="885825"/>
          </a:xfrm>
          <a:prstGeom prst="rect">
            <a:avLst/>
          </a:prstGeom>
          <a:solidFill>
            <a:schemeClr val="dk1">
              <a:alpha val="73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ENSALADA CESAR</a:t>
            </a:r>
          </a:p>
        </p:txBody>
      </p:sp>
    </p:spTree>
    <p:extLst>
      <p:ext uri="{BB962C8B-B14F-4D97-AF65-F5344CB8AC3E}">
        <p14:creationId xmlns:p14="http://schemas.microsoft.com/office/powerpoint/2010/main" val="315399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78 -0.50717 L -3.75E-6 -3.33333E-6 " pathEditMode="relative" rAng="0" ptsTypes="AA">
                                      <p:cBhvr>
                                        <p:cTn id="8" dur="2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9" y="2534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7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6" restart="whenNotActive" fill="hold" evtFilter="cancelBubble" nodeType="interactiveSeq">
                <p:stCondLst>
                  <p:cond evt="onClick" delay="0">
                    <p:tgtEl>
                      <p:spTgt spid="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" fill="hold">
                      <p:stCondLst>
                        <p:cond delay="0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78 -0.50717 L -1.25E-6 2.96296E-6 " pathEditMode="relative" rAng="0" ptsTypes="AA">
                                      <p:cBhvr>
                                        <p:cTn id="28" dur="2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9" y="25231"/>
                                    </p:animMotion>
                                  </p:childTnLst>
                                </p:cTn>
                              </p:par>
                              <p:par>
                                <p:cTn id="29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25E-6 -0.38542 L -1.25E-6 -4.81481E-6 " pathEditMode="relative" rAng="0" ptsTypes="AA">
                                      <p:cBhvr>
                                        <p:cTn id="30" dur="2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9375"/>
                                    </p:animMotion>
                                  </p:childTnLst>
                                </p:cTn>
                              </p:par>
                              <p:par>
                                <p:cTn id="31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25E-6 -0.25 L -1.25E-6 -0.00116 " pathEditMode="relative" rAng="0" ptsTypes="AA">
                                      <p:cBhvr>
                                        <p:cTn id="32" dur="2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2431"/>
                                    </p:animMotion>
                                  </p:childTnLst>
                                </p:cTn>
                              </p:par>
                              <p:par>
                                <p:cTn id="33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25E-6 -0.12083 L -1.25E-6 2.77556E-17 " pathEditMode="relative" rAng="0" ptsTypes="AA">
                                      <p:cBhvr>
                                        <p:cTn id="34" dur="2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604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7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47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47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47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2"/>
                  </p:tgtEl>
                </p:cond>
              </p:nextCondLst>
            </p:seq>
            <p:seq concurrent="1" nextAc="seek">
              <p:cTn id="57" restart="whenNotActive" fill="hold" evtFilter="cancelBubble" nodeType="interactiveSeq">
                <p:stCondLst>
                  <p:cond evt="onClick" delay="0">
                    <p:tgtEl>
                      <p:spTgt spid="3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8" fill="hold">
                      <p:stCondLst>
                        <p:cond delay="0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75E-6 -0.38542 L -3.75E-6 0 " pathEditMode="relative" rAng="0" ptsTypes="AA">
                                      <p:cBhvr>
                                        <p:cTn id="67" dur="2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9259"/>
                                    </p:animMotion>
                                  </p:childTnLst>
                                </p:cTn>
                              </p:par>
                              <p:par>
                                <p:cTn id="68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75E-6 -0.25 L -3.75E-6 -0.00116 " pathEditMode="relative" rAng="0" ptsTypes="AA">
                                      <p:cBhvr>
                                        <p:cTn id="69" dur="2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2431"/>
                                    </p:animMotion>
                                  </p:childTnLst>
                                </p:cTn>
                              </p:par>
                              <p:par>
                                <p:cTn id="70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25E-6 -0.12083 L -1.25E-6 2.77556E-17 " pathEditMode="relative" rAng="0" ptsTypes="AA">
                                      <p:cBhvr>
                                        <p:cTn id="71" dur="2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604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47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5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1000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1000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47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0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1" dur="100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100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47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5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6" dur="10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10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1"/>
                  </p:tgtEl>
                </p:cond>
              </p:nextCondLst>
            </p:seq>
            <p:seq concurrent="1" nextAc="seek">
              <p:cTn id="89" restart="whenNotActive" fill="hold" evtFilter="cancelBubble" nodeType="interactiveSeq">
                <p:stCondLst>
                  <p:cond evt="onClick" delay="0">
                    <p:tgtEl>
                      <p:spTgt spid="3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0" fill="hold">
                      <p:stCondLst>
                        <p:cond delay="0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6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0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78 -0.50717 L -1.25E-6 -3.33333E-6 " pathEditMode="relative" rAng="0" ptsTypes="AA">
                                      <p:cBhvr>
                                        <p:cTn id="101" dur="2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9" y="25347"/>
                                    </p:animMotion>
                                  </p:childTnLst>
                                </p:cTn>
                              </p:par>
                              <p:par>
                                <p:cTn id="102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25E-6 -0.38542 L -1.25E-6 0 " pathEditMode="relative" rAng="0" ptsTypes="AA">
                                      <p:cBhvr>
                                        <p:cTn id="103" dur="2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9259"/>
                                    </p:animMotion>
                                  </p:childTnLst>
                                </p:cTn>
                              </p:par>
                              <p:par>
                                <p:cTn id="104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25E-6 -0.25 L -1.25E-6 -0.00116 " pathEditMode="relative" rAng="0" ptsTypes="AA">
                                      <p:cBhvr>
                                        <p:cTn id="105" dur="2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2431"/>
                                    </p:animMotion>
                                  </p:childTnLst>
                                </p:cTn>
                              </p:par>
                              <p:par>
                                <p:cTn id="106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25E-6 -0.12083 L -1.25E-6 2.77556E-17 " pathEditMode="relative" rAng="0" ptsTypes="AA">
                                      <p:cBhvr>
                                        <p:cTn id="107" dur="2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604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47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1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2" dur="1000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1000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47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6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7" dur="1000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1000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0" presetID="47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1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2" dur="1000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1000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47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6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7" dur="1000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1000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3"/>
                  </p:tgtEl>
                </p:cond>
              </p:nextCondLst>
            </p:seq>
          </p:childTnLst>
        </p:cTn>
      </p:par>
    </p:tnLst>
    <p:bldLst>
      <p:bldP spid="34" grpId="0" animBg="1"/>
      <p:bldP spid="34" grpId="1" animBg="1"/>
      <p:bldP spid="34" grpId="2" animBg="1"/>
      <p:bldP spid="35" grpId="0" animBg="1"/>
      <p:bldP spid="35" grpId="1" animBg="1"/>
      <p:bldP spid="35" grpId="2" animBg="1"/>
      <p:bldP spid="36" grpId="0" animBg="1"/>
      <p:bldP spid="36" grpId="1" animBg="1"/>
      <p:bldP spid="36" grpId="2" animBg="1"/>
      <p:bldP spid="37" grpId="0" animBg="1"/>
      <p:bldP spid="37" grpId="1" animBg="1"/>
      <p:bldP spid="37" grpId="2" animBg="1"/>
      <p:bldP spid="38" grpId="0" animBg="1"/>
      <p:bldP spid="38" grpId="1" animBg="1"/>
      <p:bldP spid="38" grpId="2" animBg="1"/>
      <p:bldP spid="39" grpId="0" animBg="1"/>
      <p:bldP spid="39" grpId="1" animBg="1"/>
      <p:bldP spid="39" grpId="2" animBg="1"/>
      <p:bldP spid="40" grpId="0" animBg="1"/>
      <p:bldP spid="40" grpId="1" animBg="1"/>
      <p:bldP spid="40" grpId="2" animBg="1"/>
      <p:bldP spid="41" grpId="0" animBg="1"/>
      <p:bldP spid="41" grpId="1" animBg="1"/>
      <p:bldP spid="41" grpId="2" animBg="1"/>
      <p:bldP spid="42" grpId="0" animBg="1"/>
      <p:bldP spid="42" grpId="1" animBg="1"/>
      <p:bldP spid="42" grpId="2" animBg="1"/>
      <p:bldP spid="43" grpId="0" animBg="1"/>
      <p:bldP spid="43" grpId="1" animBg="1"/>
      <p:bldP spid="43" grpId="2" animBg="1"/>
      <p:bldP spid="44" grpId="0" animBg="1"/>
      <p:bldP spid="44" grpId="1" animBg="1"/>
      <p:bldP spid="44" grpId="2" animBg="1"/>
      <p:bldP spid="45" grpId="0" animBg="1"/>
      <p:bldP spid="45" grpId="1" animBg="1"/>
      <p:bldP spid="45" grpId="2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 descr="La historia de la pizza - Sabor a Italia MX">
            <a:extLst>
              <a:ext uri="{FF2B5EF4-FFF2-40B4-BE49-F238E27FC236}">
                <a16:creationId xmlns:a16="http://schemas.microsoft.com/office/drawing/2014/main" id="{16C3E779-0B00-41BA-E392-1E6D0E380D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50800" y="-676871"/>
            <a:ext cx="12293600" cy="82117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1" name="BEBIDA FRIA">
            <a:hlinkClick r:id="rId3" action="ppaction://hlinksldjump"/>
            <a:extLst>
              <a:ext uri="{FF2B5EF4-FFF2-40B4-BE49-F238E27FC236}">
                <a16:creationId xmlns:a16="http://schemas.microsoft.com/office/drawing/2014/main" id="{5CB40D41-53CC-87FD-0EB1-6917BBB15904}"/>
              </a:ext>
            </a:extLst>
          </p:cNvPr>
          <p:cNvSpPr/>
          <p:nvPr/>
        </p:nvSpPr>
        <p:spPr>
          <a:xfrm>
            <a:off x="3295650" y="0"/>
            <a:ext cx="2457450" cy="885825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400" dirty="0">
                <a:latin typeface="Baskerville Old Face" panose="02020602080505020303" pitchFamily="18" charset="0"/>
              </a:rPr>
              <a:t>ALMUERZO</a:t>
            </a:r>
            <a:endParaRPr lang="es-ES" dirty="0"/>
          </a:p>
        </p:txBody>
      </p:sp>
      <p:sp>
        <p:nvSpPr>
          <p:cNvPr id="32" name="COMIDA">
            <a:hlinkClick r:id="rId3" action="ppaction://hlinksldjump"/>
            <a:extLst>
              <a:ext uri="{FF2B5EF4-FFF2-40B4-BE49-F238E27FC236}">
                <a16:creationId xmlns:a16="http://schemas.microsoft.com/office/drawing/2014/main" id="{997B9831-4EA1-1FFD-1925-E2990D878B57}"/>
              </a:ext>
            </a:extLst>
          </p:cNvPr>
          <p:cNvSpPr/>
          <p:nvPr/>
        </p:nvSpPr>
        <p:spPr>
          <a:xfrm>
            <a:off x="533400" y="0"/>
            <a:ext cx="2457450" cy="885825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400" dirty="0">
                <a:latin typeface="Baskerville Old Face" panose="02020602080505020303" pitchFamily="18" charset="0"/>
              </a:rPr>
              <a:t>DESAYUNO</a:t>
            </a:r>
          </a:p>
        </p:txBody>
      </p:sp>
      <p:sp>
        <p:nvSpPr>
          <p:cNvPr id="33" name="CAFE">
            <a:hlinkClick r:id="rId3" action="ppaction://hlinksldjump"/>
            <a:extLst>
              <a:ext uri="{FF2B5EF4-FFF2-40B4-BE49-F238E27FC236}">
                <a16:creationId xmlns:a16="http://schemas.microsoft.com/office/drawing/2014/main" id="{38B0D817-6424-E3B9-AA38-CB1D76211E0C}"/>
              </a:ext>
            </a:extLst>
          </p:cNvPr>
          <p:cNvSpPr/>
          <p:nvPr/>
        </p:nvSpPr>
        <p:spPr>
          <a:xfrm>
            <a:off x="6096000" y="0"/>
            <a:ext cx="2457450" cy="885825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400" dirty="0">
                <a:latin typeface="Baskerville Old Face" panose="02020602080505020303" pitchFamily="18" charset="0"/>
              </a:rPr>
              <a:t>CENA</a:t>
            </a:r>
          </a:p>
        </p:txBody>
      </p:sp>
      <p:sp>
        <p:nvSpPr>
          <p:cNvPr id="34" name="CHURROS">
            <a:hlinkClick r:id="rId4" action="ppaction://hlinksldjump"/>
            <a:extLst>
              <a:ext uri="{FF2B5EF4-FFF2-40B4-BE49-F238E27FC236}">
                <a16:creationId xmlns:a16="http://schemas.microsoft.com/office/drawing/2014/main" id="{54DF7CE9-B938-A260-739A-572791749D80}"/>
              </a:ext>
            </a:extLst>
          </p:cNvPr>
          <p:cNvSpPr/>
          <p:nvPr/>
        </p:nvSpPr>
        <p:spPr>
          <a:xfrm>
            <a:off x="533400" y="885825"/>
            <a:ext cx="2457450" cy="885825"/>
          </a:xfrm>
          <a:prstGeom prst="rect">
            <a:avLst/>
          </a:prstGeom>
          <a:solidFill>
            <a:schemeClr val="dk1">
              <a:alpha val="73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CONTINENTAL</a:t>
            </a:r>
          </a:p>
        </p:txBody>
      </p:sp>
      <p:sp>
        <p:nvSpPr>
          <p:cNvPr id="35" name="QUESO">
            <a:hlinkClick r:id="rId5" action="ppaction://hlinksldjump"/>
            <a:extLst>
              <a:ext uri="{FF2B5EF4-FFF2-40B4-BE49-F238E27FC236}">
                <a16:creationId xmlns:a16="http://schemas.microsoft.com/office/drawing/2014/main" id="{EE9791E9-5352-8840-83DD-83F7FD13CEF2}"/>
              </a:ext>
            </a:extLst>
          </p:cNvPr>
          <p:cNvSpPr/>
          <p:nvPr/>
        </p:nvSpPr>
        <p:spPr>
          <a:xfrm>
            <a:off x="533400" y="1771650"/>
            <a:ext cx="2457450" cy="885825"/>
          </a:xfrm>
          <a:prstGeom prst="rect">
            <a:avLst/>
          </a:prstGeom>
          <a:solidFill>
            <a:schemeClr val="dk1">
              <a:alpha val="73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BOL DE FRUTAS</a:t>
            </a:r>
          </a:p>
        </p:txBody>
      </p:sp>
      <p:sp>
        <p:nvSpPr>
          <p:cNvPr id="36" name="FRANCES">
            <a:hlinkClick r:id="rId6" action="ppaction://hlinksldjump"/>
            <a:extLst>
              <a:ext uri="{FF2B5EF4-FFF2-40B4-BE49-F238E27FC236}">
                <a16:creationId xmlns:a16="http://schemas.microsoft.com/office/drawing/2014/main" id="{E1D1C849-D7AB-0C5E-94CA-1A128942DFB2}"/>
              </a:ext>
            </a:extLst>
          </p:cNvPr>
          <p:cNvSpPr/>
          <p:nvPr/>
        </p:nvSpPr>
        <p:spPr>
          <a:xfrm>
            <a:off x="533400" y="2643187"/>
            <a:ext cx="2457450" cy="885825"/>
          </a:xfrm>
          <a:prstGeom prst="rect">
            <a:avLst/>
          </a:prstGeom>
          <a:solidFill>
            <a:schemeClr val="dk1">
              <a:alpha val="73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CEREALES</a:t>
            </a:r>
          </a:p>
        </p:txBody>
      </p:sp>
      <p:sp>
        <p:nvSpPr>
          <p:cNvPr id="37" name="SUBEME NOTA">
            <a:hlinkClick r:id="rId7" action="ppaction://hlinksldjump"/>
            <a:extLst>
              <a:ext uri="{FF2B5EF4-FFF2-40B4-BE49-F238E27FC236}">
                <a16:creationId xmlns:a16="http://schemas.microsoft.com/office/drawing/2014/main" id="{52B434ED-4A67-8BF2-D927-CEF8B307C42D}"/>
              </a:ext>
            </a:extLst>
          </p:cNvPr>
          <p:cNvSpPr/>
          <p:nvPr/>
        </p:nvSpPr>
        <p:spPr>
          <a:xfrm>
            <a:off x="533400" y="3514724"/>
            <a:ext cx="2457450" cy="885825"/>
          </a:xfrm>
          <a:prstGeom prst="rect">
            <a:avLst/>
          </a:prstGeom>
          <a:solidFill>
            <a:schemeClr val="dk1">
              <a:alpha val="73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TORTITAS</a:t>
            </a:r>
          </a:p>
        </p:txBody>
      </p:sp>
      <p:sp>
        <p:nvSpPr>
          <p:cNvPr id="38" name="CHURROS">
            <a:hlinkClick r:id="rId8" action="ppaction://hlinksldjump"/>
            <a:extLst>
              <a:ext uri="{FF2B5EF4-FFF2-40B4-BE49-F238E27FC236}">
                <a16:creationId xmlns:a16="http://schemas.microsoft.com/office/drawing/2014/main" id="{E1018E8F-2FD6-8B2F-C5BB-D5FFDFF4E097}"/>
              </a:ext>
            </a:extLst>
          </p:cNvPr>
          <p:cNvSpPr/>
          <p:nvPr/>
        </p:nvSpPr>
        <p:spPr>
          <a:xfrm>
            <a:off x="3295650" y="885825"/>
            <a:ext cx="2457450" cy="885825"/>
          </a:xfrm>
          <a:prstGeom prst="rect">
            <a:avLst/>
          </a:prstGeom>
          <a:solidFill>
            <a:schemeClr val="dk1">
              <a:alpha val="73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ESPAGETI</a:t>
            </a:r>
          </a:p>
        </p:txBody>
      </p:sp>
      <p:sp>
        <p:nvSpPr>
          <p:cNvPr id="39" name="QUESO">
            <a:hlinkClick r:id="rId9" action="ppaction://hlinksldjump"/>
            <a:extLst>
              <a:ext uri="{FF2B5EF4-FFF2-40B4-BE49-F238E27FC236}">
                <a16:creationId xmlns:a16="http://schemas.microsoft.com/office/drawing/2014/main" id="{870D5C08-D061-312C-7E7C-3DA5EEB08B84}"/>
              </a:ext>
            </a:extLst>
          </p:cNvPr>
          <p:cNvSpPr/>
          <p:nvPr/>
        </p:nvSpPr>
        <p:spPr>
          <a:xfrm>
            <a:off x="3295650" y="1771650"/>
            <a:ext cx="2457450" cy="885825"/>
          </a:xfrm>
          <a:prstGeom prst="rect">
            <a:avLst/>
          </a:prstGeom>
          <a:solidFill>
            <a:schemeClr val="dk1">
              <a:alpha val="73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SOPA</a:t>
            </a:r>
          </a:p>
        </p:txBody>
      </p:sp>
      <p:sp>
        <p:nvSpPr>
          <p:cNvPr id="40" name="FRANCES">
            <a:extLst>
              <a:ext uri="{FF2B5EF4-FFF2-40B4-BE49-F238E27FC236}">
                <a16:creationId xmlns:a16="http://schemas.microsoft.com/office/drawing/2014/main" id="{2CC47DB8-04F1-4F41-5D61-2AF45B19C5DB}"/>
              </a:ext>
            </a:extLst>
          </p:cNvPr>
          <p:cNvSpPr/>
          <p:nvPr/>
        </p:nvSpPr>
        <p:spPr>
          <a:xfrm>
            <a:off x="3295650" y="2643187"/>
            <a:ext cx="2457450" cy="885825"/>
          </a:xfrm>
          <a:prstGeom prst="rect">
            <a:avLst/>
          </a:prstGeom>
          <a:solidFill>
            <a:schemeClr val="dk1">
              <a:alpha val="73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COSTILLAS</a:t>
            </a:r>
          </a:p>
        </p:txBody>
      </p:sp>
      <p:sp>
        <p:nvSpPr>
          <p:cNvPr id="41" name="CHURROS">
            <a:hlinkClick r:id="rId10" action="ppaction://hlinksldjump"/>
            <a:extLst>
              <a:ext uri="{FF2B5EF4-FFF2-40B4-BE49-F238E27FC236}">
                <a16:creationId xmlns:a16="http://schemas.microsoft.com/office/drawing/2014/main" id="{B4981B57-E7D2-FEE6-EEB3-0809D377E9A4}"/>
              </a:ext>
            </a:extLst>
          </p:cNvPr>
          <p:cNvSpPr/>
          <p:nvPr/>
        </p:nvSpPr>
        <p:spPr>
          <a:xfrm>
            <a:off x="6096000" y="885825"/>
            <a:ext cx="2457450" cy="885825"/>
          </a:xfrm>
          <a:prstGeom prst="rect">
            <a:avLst/>
          </a:prstGeom>
          <a:solidFill>
            <a:schemeClr val="dk1">
              <a:alpha val="73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PIZZA</a:t>
            </a:r>
          </a:p>
        </p:txBody>
      </p:sp>
      <p:sp>
        <p:nvSpPr>
          <p:cNvPr id="42" name="QUESO">
            <a:hlinkClick r:id="rId11" action="ppaction://hlinksldjump"/>
            <a:extLst>
              <a:ext uri="{FF2B5EF4-FFF2-40B4-BE49-F238E27FC236}">
                <a16:creationId xmlns:a16="http://schemas.microsoft.com/office/drawing/2014/main" id="{404D19F3-1686-CC98-2B73-B62CBC83EF41}"/>
              </a:ext>
            </a:extLst>
          </p:cNvPr>
          <p:cNvSpPr/>
          <p:nvPr/>
        </p:nvSpPr>
        <p:spPr>
          <a:xfrm>
            <a:off x="6096000" y="1771650"/>
            <a:ext cx="2457450" cy="885825"/>
          </a:xfrm>
          <a:prstGeom prst="rect">
            <a:avLst/>
          </a:prstGeom>
          <a:solidFill>
            <a:schemeClr val="dk1">
              <a:alpha val="73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EMBUTIDO</a:t>
            </a:r>
          </a:p>
        </p:txBody>
      </p:sp>
      <p:sp>
        <p:nvSpPr>
          <p:cNvPr id="43" name="FRANCES">
            <a:extLst>
              <a:ext uri="{FF2B5EF4-FFF2-40B4-BE49-F238E27FC236}">
                <a16:creationId xmlns:a16="http://schemas.microsoft.com/office/drawing/2014/main" id="{8A06F92C-B08E-FAF1-1FC8-2737DC5A029E}"/>
              </a:ext>
            </a:extLst>
          </p:cNvPr>
          <p:cNvSpPr/>
          <p:nvPr/>
        </p:nvSpPr>
        <p:spPr>
          <a:xfrm>
            <a:off x="6096000" y="2643187"/>
            <a:ext cx="2457450" cy="885825"/>
          </a:xfrm>
          <a:prstGeom prst="rect">
            <a:avLst/>
          </a:prstGeom>
          <a:solidFill>
            <a:schemeClr val="dk1">
              <a:alpha val="73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SUSHI</a:t>
            </a:r>
          </a:p>
        </p:txBody>
      </p:sp>
      <p:sp>
        <p:nvSpPr>
          <p:cNvPr id="44" name="SUBEME NOTA">
            <a:hlinkClick r:id="rId12" action="ppaction://hlinksldjump"/>
            <a:extLst>
              <a:ext uri="{FF2B5EF4-FFF2-40B4-BE49-F238E27FC236}">
                <a16:creationId xmlns:a16="http://schemas.microsoft.com/office/drawing/2014/main" id="{8B9449A0-750D-2842-2478-43E9056FB504}"/>
              </a:ext>
            </a:extLst>
          </p:cNvPr>
          <p:cNvSpPr/>
          <p:nvPr/>
        </p:nvSpPr>
        <p:spPr>
          <a:xfrm>
            <a:off x="6096000" y="3514724"/>
            <a:ext cx="2457450" cy="885825"/>
          </a:xfrm>
          <a:prstGeom prst="rect">
            <a:avLst/>
          </a:prstGeom>
          <a:solidFill>
            <a:schemeClr val="dk1">
              <a:alpha val="73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CREMA DE VERDURAS</a:t>
            </a:r>
          </a:p>
        </p:txBody>
      </p:sp>
      <p:sp>
        <p:nvSpPr>
          <p:cNvPr id="45" name="SUBEME NOTA">
            <a:hlinkClick r:id="rId13" action="ppaction://hlinksldjump"/>
            <a:extLst>
              <a:ext uri="{FF2B5EF4-FFF2-40B4-BE49-F238E27FC236}">
                <a16:creationId xmlns:a16="http://schemas.microsoft.com/office/drawing/2014/main" id="{DBDFA9AB-B918-B590-0E2D-7B2C53DF5507}"/>
              </a:ext>
            </a:extLst>
          </p:cNvPr>
          <p:cNvSpPr/>
          <p:nvPr/>
        </p:nvSpPr>
        <p:spPr>
          <a:xfrm>
            <a:off x="3295650" y="3514723"/>
            <a:ext cx="2457450" cy="885825"/>
          </a:xfrm>
          <a:prstGeom prst="rect">
            <a:avLst/>
          </a:prstGeom>
          <a:solidFill>
            <a:schemeClr val="dk1">
              <a:alpha val="73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ENSALADA CESAR</a:t>
            </a:r>
          </a:p>
        </p:txBody>
      </p:sp>
    </p:spTree>
    <p:extLst>
      <p:ext uri="{BB962C8B-B14F-4D97-AF65-F5344CB8AC3E}">
        <p14:creationId xmlns:p14="http://schemas.microsoft.com/office/powerpoint/2010/main" val="9888403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78 -0.50717 L -3.75E-6 -3.33333E-6 " pathEditMode="relative" rAng="0" ptsTypes="AA">
                                      <p:cBhvr>
                                        <p:cTn id="8" dur="2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9" y="2534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7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6" restart="whenNotActive" fill="hold" evtFilter="cancelBubble" nodeType="interactiveSeq">
                <p:stCondLst>
                  <p:cond evt="onClick" delay="0">
                    <p:tgtEl>
                      <p:spTgt spid="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" fill="hold">
                      <p:stCondLst>
                        <p:cond delay="0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78 -0.50717 L -1.25E-6 2.96296E-6 " pathEditMode="relative" rAng="0" ptsTypes="AA">
                                      <p:cBhvr>
                                        <p:cTn id="28" dur="2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9" y="25231"/>
                                    </p:animMotion>
                                  </p:childTnLst>
                                </p:cTn>
                              </p:par>
                              <p:par>
                                <p:cTn id="29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25E-6 -0.38542 L -1.25E-6 -4.81481E-6 " pathEditMode="relative" rAng="0" ptsTypes="AA">
                                      <p:cBhvr>
                                        <p:cTn id="30" dur="2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9375"/>
                                    </p:animMotion>
                                  </p:childTnLst>
                                </p:cTn>
                              </p:par>
                              <p:par>
                                <p:cTn id="31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25E-6 -0.25 L -1.25E-6 -0.00116 " pathEditMode="relative" rAng="0" ptsTypes="AA">
                                      <p:cBhvr>
                                        <p:cTn id="32" dur="2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2431"/>
                                    </p:animMotion>
                                  </p:childTnLst>
                                </p:cTn>
                              </p:par>
                              <p:par>
                                <p:cTn id="33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25E-6 -0.12083 L -1.25E-6 2.77556E-17 " pathEditMode="relative" rAng="0" ptsTypes="AA">
                                      <p:cBhvr>
                                        <p:cTn id="34" dur="2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604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7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47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47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47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2"/>
                  </p:tgtEl>
                </p:cond>
              </p:nextCondLst>
            </p:seq>
            <p:seq concurrent="1" nextAc="seek">
              <p:cTn id="57" restart="whenNotActive" fill="hold" evtFilter="cancelBubble" nodeType="interactiveSeq">
                <p:stCondLst>
                  <p:cond evt="onClick" delay="0">
                    <p:tgtEl>
                      <p:spTgt spid="3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8" fill="hold">
                      <p:stCondLst>
                        <p:cond delay="0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75E-6 -0.38542 L -3.75E-6 0 " pathEditMode="relative" rAng="0" ptsTypes="AA">
                                      <p:cBhvr>
                                        <p:cTn id="67" dur="2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9259"/>
                                    </p:animMotion>
                                  </p:childTnLst>
                                </p:cTn>
                              </p:par>
                              <p:par>
                                <p:cTn id="68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75E-6 -0.25 L -3.75E-6 -0.00116 " pathEditMode="relative" rAng="0" ptsTypes="AA">
                                      <p:cBhvr>
                                        <p:cTn id="69" dur="2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2431"/>
                                    </p:animMotion>
                                  </p:childTnLst>
                                </p:cTn>
                              </p:par>
                              <p:par>
                                <p:cTn id="70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25E-6 -0.12083 L -1.25E-6 2.77556E-17 " pathEditMode="relative" rAng="0" ptsTypes="AA">
                                      <p:cBhvr>
                                        <p:cTn id="71" dur="2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604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47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5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1000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1000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47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0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1" dur="100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100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47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5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6" dur="10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10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1"/>
                  </p:tgtEl>
                </p:cond>
              </p:nextCondLst>
            </p:seq>
            <p:seq concurrent="1" nextAc="seek">
              <p:cTn id="89" restart="whenNotActive" fill="hold" evtFilter="cancelBubble" nodeType="interactiveSeq">
                <p:stCondLst>
                  <p:cond evt="onClick" delay="0">
                    <p:tgtEl>
                      <p:spTgt spid="3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0" fill="hold">
                      <p:stCondLst>
                        <p:cond delay="0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6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0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78 -0.50717 L -1.25E-6 -3.33333E-6 " pathEditMode="relative" rAng="0" ptsTypes="AA">
                                      <p:cBhvr>
                                        <p:cTn id="101" dur="2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9" y="25347"/>
                                    </p:animMotion>
                                  </p:childTnLst>
                                </p:cTn>
                              </p:par>
                              <p:par>
                                <p:cTn id="102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25E-6 -0.38542 L -1.25E-6 0 " pathEditMode="relative" rAng="0" ptsTypes="AA">
                                      <p:cBhvr>
                                        <p:cTn id="103" dur="2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9259"/>
                                    </p:animMotion>
                                  </p:childTnLst>
                                </p:cTn>
                              </p:par>
                              <p:par>
                                <p:cTn id="104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25E-6 -0.25 L -1.25E-6 -0.00116 " pathEditMode="relative" rAng="0" ptsTypes="AA">
                                      <p:cBhvr>
                                        <p:cTn id="105" dur="2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2431"/>
                                    </p:animMotion>
                                  </p:childTnLst>
                                </p:cTn>
                              </p:par>
                              <p:par>
                                <p:cTn id="106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25E-6 -0.12083 L -1.25E-6 2.77556E-17 " pathEditMode="relative" rAng="0" ptsTypes="AA">
                                      <p:cBhvr>
                                        <p:cTn id="107" dur="2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604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47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1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2" dur="1000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1000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47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6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7" dur="1000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1000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0" presetID="47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1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2" dur="1000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1000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47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6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7" dur="1000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1000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3"/>
                  </p:tgtEl>
                </p:cond>
              </p:nextCondLst>
            </p:seq>
          </p:childTnLst>
        </p:cTn>
      </p:par>
    </p:tnLst>
    <p:bldLst>
      <p:bldP spid="34" grpId="0" animBg="1"/>
      <p:bldP spid="34" grpId="1" animBg="1"/>
      <p:bldP spid="34" grpId="2" animBg="1"/>
      <p:bldP spid="35" grpId="0" animBg="1"/>
      <p:bldP spid="35" grpId="1" animBg="1"/>
      <p:bldP spid="35" grpId="2" animBg="1"/>
      <p:bldP spid="36" grpId="0" animBg="1"/>
      <p:bldP spid="36" grpId="1" animBg="1"/>
      <p:bldP spid="36" grpId="2" animBg="1"/>
      <p:bldP spid="37" grpId="0" animBg="1"/>
      <p:bldP spid="37" grpId="1" animBg="1"/>
      <p:bldP spid="37" grpId="2" animBg="1"/>
      <p:bldP spid="38" grpId="0" animBg="1"/>
      <p:bldP spid="38" grpId="1" animBg="1"/>
      <p:bldP spid="38" grpId="2" animBg="1"/>
      <p:bldP spid="39" grpId="0" animBg="1"/>
      <p:bldP spid="39" grpId="1" animBg="1"/>
      <p:bldP spid="39" grpId="2" animBg="1"/>
      <p:bldP spid="40" grpId="0" animBg="1"/>
      <p:bldP spid="40" grpId="1" animBg="1"/>
      <p:bldP spid="40" grpId="2" animBg="1"/>
      <p:bldP spid="41" grpId="0" animBg="1"/>
      <p:bldP spid="41" grpId="1" animBg="1"/>
      <p:bldP spid="41" grpId="2" animBg="1"/>
      <p:bldP spid="42" grpId="0" animBg="1"/>
      <p:bldP spid="42" grpId="1" animBg="1"/>
      <p:bldP spid="42" grpId="2" animBg="1"/>
      <p:bldP spid="43" grpId="0" animBg="1"/>
      <p:bldP spid="43" grpId="1" animBg="1"/>
      <p:bldP spid="43" grpId="2" animBg="1"/>
      <p:bldP spid="44" grpId="0" animBg="1"/>
      <p:bldP spid="44" grpId="1" animBg="1"/>
      <p:bldP spid="44" grpId="2" animBg="1"/>
      <p:bldP spid="45" grpId="0" animBg="1"/>
      <p:bldP spid="45" grpId="1" animBg="1"/>
      <p:bldP spid="45" grpId="2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 descr="Pin en Recetas que me gustan">
            <a:extLst>
              <a:ext uri="{FF2B5EF4-FFF2-40B4-BE49-F238E27FC236}">
                <a16:creationId xmlns:a16="http://schemas.microsoft.com/office/drawing/2014/main" id="{4BE707B5-AF75-AEA5-1979-46E86731BF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459015"/>
            <a:ext cx="12192000" cy="83602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1" name="BEBIDA FRIA">
            <a:hlinkClick r:id="rId3" action="ppaction://hlinksldjump"/>
            <a:extLst>
              <a:ext uri="{FF2B5EF4-FFF2-40B4-BE49-F238E27FC236}">
                <a16:creationId xmlns:a16="http://schemas.microsoft.com/office/drawing/2014/main" id="{F81A059C-91B4-64DA-7CB0-AD5B85658F49}"/>
              </a:ext>
            </a:extLst>
          </p:cNvPr>
          <p:cNvSpPr/>
          <p:nvPr/>
        </p:nvSpPr>
        <p:spPr>
          <a:xfrm>
            <a:off x="3295650" y="0"/>
            <a:ext cx="2457450" cy="885825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400" dirty="0">
                <a:latin typeface="Baskerville Old Face" panose="02020602080505020303" pitchFamily="18" charset="0"/>
              </a:rPr>
              <a:t>ALMUERZO</a:t>
            </a:r>
            <a:endParaRPr lang="es-ES" dirty="0"/>
          </a:p>
        </p:txBody>
      </p:sp>
      <p:sp>
        <p:nvSpPr>
          <p:cNvPr id="32" name="COMIDA">
            <a:hlinkClick r:id="rId3" action="ppaction://hlinksldjump"/>
            <a:extLst>
              <a:ext uri="{FF2B5EF4-FFF2-40B4-BE49-F238E27FC236}">
                <a16:creationId xmlns:a16="http://schemas.microsoft.com/office/drawing/2014/main" id="{4F408674-A4EE-02EE-D6BD-3D693A399CA5}"/>
              </a:ext>
            </a:extLst>
          </p:cNvPr>
          <p:cNvSpPr/>
          <p:nvPr/>
        </p:nvSpPr>
        <p:spPr>
          <a:xfrm>
            <a:off x="533400" y="0"/>
            <a:ext cx="2457450" cy="885825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400" dirty="0">
                <a:latin typeface="Baskerville Old Face" panose="02020602080505020303" pitchFamily="18" charset="0"/>
              </a:rPr>
              <a:t>DESAYUNO</a:t>
            </a:r>
          </a:p>
        </p:txBody>
      </p:sp>
      <p:sp>
        <p:nvSpPr>
          <p:cNvPr id="33" name="CAFE">
            <a:hlinkClick r:id="rId3" action="ppaction://hlinksldjump"/>
            <a:extLst>
              <a:ext uri="{FF2B5EF4-FFF2-40B4-BE49-F238E27FC236}">
                <a16:creationId xmlns:a16="http://schemas.microsoft.com/office/drawing/2014/main" id="{4E289D65-C95E-6B94-1566-C3C6D16AC95A}"/>
              </a:ext>
            </a:extLst>
          </p:cNvPr>
          <p:cNvSpPr/>
          <p:nvPr/>
        </p:nvSpPr>
        <p:spPr>
          <a:xfrm>
            <a:off x="6096000" y="0"/>
            <a:ext cx="2457450" cy="885825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400" dirty="0">
                <a:latin typeface="Baskerville Old Face" panose="02020602080505020303" pitchFamily="18" charset="0"/>
              </a:rPr>
              <a:t>CENA</a:t>
            </a:r>
          </a:p>
        </p:txBody>
      </p:sp>
      <p:sp>
        <p:nvSpPr>
          <p:cNvPr id="34" name="CHURROS">
            <a:hlinkClick r:id="rId4" action="ppaction://hlinksldjump"/>
            <a:extLst>
              <a:ext uri="{FF2B5EF4-FFF2-40B4-BE49-F238E27FC236}">
                <a16:creationId xmlns:a16="http://schemas.microsoft.com/office/drawing/2014/main" id="{C0A8A9D1-21E0-14C8-059E-901715159063}"/>
              </a:ext>
            </a:extLst>
          </p:cNvPr>
          <p:cNvSpPr/>
          <p:nvPr/>
        </p:nvSpPr>
        <p:spPr>
          <a:xfrm>
            <a:off x="533400" y="885825"/>
            <a:ext cx="2457450" cy="885825"/>
          </a:xfrm>
          <a:prstGeom prst="rect">
            <a:avLst/>
          </a:prstGeom>
          <a:solidFill>
            <a:schemeClr val="dk1">
              <a:alpha val="73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CONTINENTAL</a:t>
            </a:r>
          </a:p>
        </p:txBody>
      </p:sp>
      <p:sp>
        <p:nvSpPr>
          <p:cNvPr id="35" name="QUESO">
            <a:hlinkClick r:id="rId5" action="ppaction://hlinksldjump"/>
            <a:extLst>
              <a:ext uri="{FF2B5EF4-FFF2-40B4-BE49-F238E27FC236}">
                <a16:creationId xmlns:a16="http://schemas.microsoft.com/office/drawing/2014/main" id="{568381B0-A444-91FC-1E4C-E3AD5397DD2D}"/>
              </a:ext>
            </a:extLst>
          </p:cNvPr>
          <p:cNvSpPr/>
          <p:nvPr/>
        </p:nvSpPr>
        <p:spPr>
          <a:xfrm>
            <a:off x="533400" y="1771650"/>
            <a:ext cx="2457450" cy="885825"/>
          </a:xfrm>
          <a:prstGeom prst="rect">
            <a:avLst/>
          </a:prstGeom>
          <a:solidFill>
            <a:schemeClr val="dk1">
              <a:alpha val="73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BOL DE FRUTAS</a:t>
            </a:r>
          </a:p>
        </p:txBody>
      </p:sp>
      <p:sp>
        <p:nvSpPr>
          <p:cNvPr id="36" name="FRANCES">
            <a:hlinkClick r:id="rId6" action="ppaction://hlinksldjump"/>
            <a:extLst>
              <a:ext uri="{FF2B5EF4-FFF2-40B4-BE49-F238E27FC236}">
                <a16:creationId xmlns:a16="http://schemas.microsoft.com/office/drawing/2014/main" id="{B6025214-A745-0EED-2F6A-6857EA16BC17}"/>
              </a:ext>
            </a:extLst>
          </p:cNvPr>
          <p:cNvSpPr/>
          <p:nvPr/>
        </p:nvSpPr>
        <p:spPr>
          <a:xfrm>
            <a:off x="533400" y="2643187"/>
            <a:ext cx="2457450" cy="885825"/>
          </a:xfrm>
          <a:prstGeom prst="rect">
            <a:avLst/>
          </a:prstGeom>
          <a:solidFill>
            <a:schemeClr val="dk1">
              <a:alpha val="73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CEREALES</a:t>
            </a:r>
          </a:p>
        </p:txBody>
      </p:sp>
      <p:sp>
        <p:nvSpPr>
          <p:cNvPr id="37" name="SUBEME NOTA">
            <a:hlinkClick r:id="rId7" action="ppaction://hlinksldjump"/>
            <a:extLst>
              <a:ext uri="{FF2B5EF4-FFF2-40B4-BE49-F238E27FC236}">
                <a16:creationId xmlns:a16="http://schemas.microsoft.com/office/drawing/2014/main" id="{864B754C-F04B-83E2-BA35-9802C29FEA29}"/>
              </a:ext>
            </a:extLst>
          </p:cNvPr>
          <p:cNvSpPr/>
          <p:nvPr/>
        </p:nvSpPr>
        <p:spPr>
          <a:xfrm>
            <a:off x="533400" y="3514724"/>
            <a:ext cx="2457450" cy="885825"/>
          </a:xfrm>
          <a:prstGeom prst="rect">
            <a:avLst/>
          </a:prstGeom>
          <a:solidFill>
            <a:schemeClr val="dk1">
              <a:alpha val="73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TORTITAS</a:t>
            </a:r>
          </a:p>
        </p:txBody>
      </p:sp>
      <p:sp>
        <p:nvSpPr>
          <p:cNvPr id="38" name="CHURROS">
            <a:hlinkClick r:id="rId8" action="ppaction://hlinksldjump"/>
            <a:extLst>
              <a:ext uri="{FF2B5EF4-FFF2-40B4-BE49-F238E27FC236}">
                <a16:creationId xmlns:a16="http://schemas.microsoft.com/office/drawing/2014/main" id="{2CB20FA3-50B7-8F67-E575-EF27BEFA4B49}"/>
              </a:ext>
            </a:extLst>
          </p:cNvPr>
          <p:cNvSpPr/>
          <p:nvPr/>
        </p:nvSpPr>
        <p:spPr>
          <a:xfrm>
            <a:off x="3295650" y="885825"/>
            <a:ext cx="2457450" cy="885825"/>
          </a:xfrm>
          <a:prstGeom prst="rect">
            <a:avLst/>
          </a:prstGeom>
          <a:solidFill>
            <a:schemeClr val="dk1">
              <a:alpha val="73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ESPAGETI</a:t>
            </a:r>
          </a:p>
        </p:txBody>
      </p:sp>
      <p:sp>
        <p:nvSpPr>
          <p:cNvPr id="39" name="QUESO">
            <a:hlinkClick r:id="rId9" action="ppaction://hlinksldjump"/>
            <a:extLst>
              <a:ext uri="{FF2B5EF4-FFF2-40B4-BE49-F238E27FC236}">
                <a16:creationId xmlns:a16="http://schemas.microsoft.com/office/drawing/2014/main" id="{ECDC24F2-BEA0-674E-1CA5-6BACB4B2C412}"/>
              </a:ext>
            </a:extLst>
          </p:cNvPr>
          <p:cNvSpPr/>
          <p:nvPr/>
        </p:nvSpPr>
        <p:spPr>
          <a:xfrm>
            <a:off x="3295650" y="1771650"/>
            <a:ext cx="2457450" cy="885825"/>
          </a:xfrm>
          <a:prstGeom prst="rect">
            <a:avLst/>
          </a:prstGeom>
          <a:solidFill>
            <a:schemeClr val="dk1">
              <a:alpha val="73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SOPA</a:t>
            </a:r>
          </a:p>
        </p:txBody>
      </p:sp>
      <p:sp>
        <p:nvSpPr>
          <p:cNvPr id="40" name="FRANCES">
            <a:extLst>
              <a:ext uri="{FF2B5EF4-FFF2-40B4-BE49-F238E27FC236}">
                <a16:creationId xmlns:a16="http://schemas.microsoft.com/office/drawing/2014/main" id="{B18E6822-3184-0FB7-63BE-052A5BCF633F}"/>
              </a:ext>
            </a:extLst>
          </p:cNvPr>
          <p:cNvSpPr/>
          <p:nvPr/>
        </p:nvSpPr>
        <p:spPr>
          <a:xfrm>
            <a:off x="3295650" y="2643187"/>
            <a:ext cx="2457450" cy="885825"/>
          </a:xfrm>
          <a:prstGeom prst="rect">
            <a:avLst/>
          </a:prstGeom>
          <a:solidFill>
            <a:schemeClr val="dk1">
              <a:alpha val="73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COSTILLAS</a:t>
            </a:r>
          </a:p>
        </p:txBody>
      </p:sp>
      <p:sp>
        <p:nvSpPr>
          <p:cNvPr id="41" name="CHURROS">
            <a:hlinkClick r:id="rId10" action="ppaction://hlinksldjump"/>
            <a:extLst>
              <a:ext uri="{FF2B5EF4-FFF2-40B4-BE49-F238E27FC236}">
                <a16:creationId xmlns:a16="http://schemas.microsoft.com/office/drawing/2014/main" id="{D7B90BC6-5546-0F1C-2102-85660424B3A5}"/>
              </a:ext>
            </a:extLst>
          </p:cNvPr>
          <p:cNvSpPr/>
          <p:nvPr/>
        </p:nvSpPr>
        <p:spPr>
          <a:xfrm>
            <a:off x="6096000" y="885825"/>
            <a:ext cx="2457450" cy="885825"/>
          </a:xfrm>
          <a:prstGeom prst="rect">
            <a:avLst/>
          </a:prstGeom>
          <a:solidFill>
            <a:schemeClr val="dk1">
              <a:alpha val="73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PIZZA</a:t>
            </a:r>
          </a:p>
        </p:txBody>
      </p:sp>
      <p:sp>
        <p:nvSpPr>
          <p:cNvPr id="42" name="QUESO">
            <a:hlinkClick r:id="rId11" action="ppaction://hlinksldjump"/>
            <a:extLst>
              <a:ext uri="{FF2B5EF4-FFF2-40B4-BE49-F238E27FC236}">
                <a16:creationId xmlns:a16="http://schemas.microsoft.com/office/drawing/2014/main" id="{F3BE0865-0E31-6224-6CAD-B6A47B595579}"/>
              </a:ext>
            </a:extLst>
          </p:cNvPr>
          <p:cNvSpPr/>
          <p:nvPr/>
        </p:nvSpPr>
        <p:spPr>
          <a:xfrm>
            <a:off x="6096000" y="1771650"/>
            <a:ext cx="2457450" cy="885825"/>
          </a:xfrm>
          <a:prstGeom prst="rect">
            <a:avLst/>
          </a:prstGeom>
          <a:solidFill>
            <a:schemeClr val="dk1">
              <a:alpha val="73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EMBUTIDO</a:t>
            </a:r>
          </a:p>
        </p:txBody>
      </p:sp>
      <p:sp>
        <p:nvSpPr>
          <p:cNvPr id="43" name="FRANCES">
            <a:extLst>
              <a:ext uri="{FF2B5EF4-FFF2-40B4-BE49-F238E27FC236}">
                <a16:creationId xmlns:a16="http://schemas.microsoft.com/office/drawing/2014/main" id="{B2A5CC81-C397-2877-5F47-A5A49FC29657}"/>
              </a:ext>
            </a:extLst>
          </p:cNvPr>
          <p:cNvSpPr/>
          <p:nvPr/>
        </p:nvSpPr>
        <p:spPr>
          <a:xfrm>
            <a:off x="6096000" y="2643187"/>
            <a:ext cx="2457450" cy="885825"/>
          </a:xfrm>
          <a:prstGeom prst="rect">
            <a:avLst/>
          </a:prstGeom>
          <a:solidFill>
            <a:schemeClr val="dk1">
              <a:alpha val="73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SUSHI</a:t>
            </a:r>
          </a:p>
        </p:txBody>
      </p:sp>
      <p:sp>
        <p:nvSpPr>
          <p:cNvPr id="44" name="SUBEME NOTA">
            <a:hlinkClick r:id="rId12" action="ppaction://hlinksldjump"/>
            <a:extLst>
              <a:ext uri="{FF2B5EF4-FFF2-40B4-BE49-F238E27FC236}">
                <a16:creationId xmlns:a16="http://schemas.microsoft.com/office/drawing/2014/main" id="{AAB4636B-822C-4552-2615-97A2A75B2B38}"/>
              </a:ext>
            </a:extLst>
          </p:cNvPr>
          <p:cNvSpPr/>
          <p:nvPr/>
        </p:nvSpPr>
        <p:spPr>
          <a:xfrm>
            <a:off x="6096000" y="3514724"/>
            <a:ext cx="2457450" cy="885825"/>
          </a:xfrm>
          <a:prstGeom prst="rect">
            <a:avLst/>
          </a:prstGeom>
          <a:solidFill>
            <a:schemeClr val="dk1">
              <a:alpha val="73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CREMA DE VERDURAS</a:t>
            </a:r>
          </a:p>
        </p:txBody>
      </p:sp>
      <p:sp>
        <p:nvSpPr>
          <p:cNvPr id="45" name="SUBEME NOTA">
            <a:hlinkClick r:id="rId13" action="ppaction://hlinksldjump"/>
            <a:extLst>
              <a:ext uri="{FF2B5EF4-FFF2-40B4-BE49-F238E27FC236}">
                <a16:creationId xmlns:a16="http://schemas.microsoft.com/office/drawing/2014/main" id="{E72580DB-6185-D83B-9586-91BE5B527B65}"/>
              </a:ext>
            </a:extLst>
          </p:cNvPr>
          <p:cNvSpPr/>
          <p:nvPr/>
        </p:nvSpPr>
        <p:spPr>
          <a:xfrm>
            <a:off x="3295650" y="3514723"/>
            <a:ext cx="2457450" cy="885825"/>
          </a:xfrm>
          <a:prstGeom prst="rect">
            <a:avLst/>
          </a:prstGeom>
          <a:solidFill>
            <a:schemeClr val="dk1">
              <a:alpha val="73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ENSALADA CESAR</a:t>
            </a:r>
          </a:p>
        </p:txBody>
      </p:sp>
    </p:spTree>
    <p:extLst>
      <p:ext uri="{BB962C8B-B14F-4D97-AF65-F5344CB8AC3E}">
        <p14:creationId xmlns:p14="http://schemas.microsoft.com/office/powerpoint/2010/main" val="10901488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78 -0.50717 L -3.75E-6 -3.33333E-6 " pathEditMode="relative" rAng="0" ptsTypes="AA">
                                      <p:cBhvr>
                                        <p:cTn id="8" dur="2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9" y="2534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7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6" restart="whenNotActive" fill="hold" evtFilter="cancelBubble" nodeType="interactiveSeq">
                <p:stCondLst>
                  <p:cond evt="onClick" delay="0">
                    <p:tgtEl>
                      <p:spTgt spid="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" fill="hold">
                      <p:stCondLst>
                        <p:cond delay="0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78 -0.50717 L -1.25E-6 2.96296E-6 " pathEditMode="relative" rAng="0" ptsTypes="AA">
                                      <p:cBhvr>
                                        <p:cTn id="28" dur="2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9" y="25231"/>
                                    </p:animMotion>
                                  </p:childTnLst>
                                </p:cTn>
                              </p:par>
                              <p:par>
                                <p:cTn id="29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25E-6 -0.38542 L -1.25E-6 -4.81481E-6 " pathEditMode="relative" rAng="0" ptsTypes="AA">
                                      <p:cBhvr>
                                        <p:cTn id="30" dur="2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9375"/>
                                    </p:animMotion>
                                  </p:childTnLst>
                                </p:cTn>
                              </p:par>
                              <p:par>
                                <p:cTn id="31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25E-6 -0.25 L -1.25E-6 -0.00116 " pathEditMode="relative" rAng="0" ptsTypes="AA">
                                      <p:cBhvr>
                                        <p:cTn id="32" dur="2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2431"/>
                                    </p:animMotion>
                                  </p:childTnLst>
                                </p:cTn>
                              </p:par>
                              <p:par>
                                <p:cTn id="33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25E-6 -0.12083 L -1.25E-6 2.77556E-17 " pathEditMode="relative" rAng="0" ptsTypes="AA">
                                      <p:cBhvr>
                                        <p:cTn id="34" dur="2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604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7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47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47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47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2"/>
                  </p:tgtEl>
                </p:cond>
              </p:nextCondLst>
            </p:seq>
            <p:seq concurrent="1" nextAc="seek">
              <p:cTn id="57" restart="whenNotActive" fill="hold" evtFilter="cancelBubble" nodeType="interactiveSeq">
                <p:stCondLst>
                  <p:cond evt="onClick" delay="0">
                    <p:tgtEl>
                      <p:spTgt spid="3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8" fill="hold">
                      <p:stCondLst>
                        <p:cond delay="0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75E-6 -0.38542 L -3.75E-6 0 " pathEditMode="relative" rAng="0" ptsTypes="AA">
                                      <p:cBhvr>
                                        <p:cTn id="67" dur="2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9259"/>
                                    </p:animMotion>
                                  </p:childTnLst>
                                </p:cTn>
                              </p:par>
                              <p:par>
                                <p:cTn id="68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75E-6 -0.25 L -3.75E-6 -0.00116 " pathEditMode="relative" rAng="0" ptsTypes="AA">
                                      <p:cBhvr>
                                        <p:cTn id="69" dur="2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2431"/>
                                    </p:animMotion>
                                  </p:childTnLst>
                                </p:cTn>
                              </p:par>
                              <p:par>
                                <p:cTn id="70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25E-6 -0.12083 L -1.25E-6 2.77556E-17 " pathEditMode="relative" rAng="0" ptsTypes="AA">
                                      <p:cBhvr>
                                        <p:cTn id="71" dur="2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604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47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5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1000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1000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47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0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1" dur="100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100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47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5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6" dur="10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10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1"/>
                  </p:tgtEl>
                </p:cond>
              </p:nextCondLst>
            </p:seq>
            <p:seq concurrent="1" nextAc="seek">
              <p:cTn id="89" restart="whenNotActive" fill="hold" evtFilter="cancelBubble" nodeType="interactiveSeq">
                <p:stCondLst>
                  <p:cond evt="onClick" delay="0">
                    <p:tgtEl>
                      <p:spTgt spid="3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0" fill="hold">
                      <p:stCondLst>
                        <p:cond delay="0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6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0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78 -0.50717 L -1.25E-6 -3.33333E-6 " pathEditMode="relative" rAng="0" ptsTypes="AA">
                                      <p:cBhvr>
                                        <p:cTn id="101" dur="2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9" y="25347"/>
                                    </p:animMotion>
                                  </p:childTnLst>
                                </p:cTn>
                              </p:par>
                              <p:par>
                                <p:cTn id="102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25E-6 -0.38542 L -1.25E-6 0 " pathEditMode="relative" rAng="0" ptsTypes="AA">
                                      <p:cBhvr>
                                        <p:cTn id="103" dur="2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9259"/>
                                    </p:animMotion>
                                  </p:childTnLst>
                                </p:cTn>
                              </p:par>
                              <p:par>
                                <p:cTn id="104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25E-6 -0.25 L -1.25E-6 -0.00116 " pathEditMode="relative" rAng="0" ptsTypes="AA">
                                      <p:cBhvr>
                                        <p:cTn id="105" dur="2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2431"/>
                                    </p:animMotion>
                                  </p:childTnLst>
                                </p:cTn>
                              </p:par>
                              <p:par>
                                <p:cTn id="106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25E-6 -0.12083 L -1.25E-6 2.77556E-17 " pathEditMode="relative" rAng="0" ptsTypes="AA">
                                      <p:cBhvr>
                                        <p:cTn id="107" dur="2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604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47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1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2" dur="1000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1000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47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6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7" dur="1000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1000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0" presetID="47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1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2" dur="1000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1000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47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6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7" dur="1000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1000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3"/>
                  </p:tgtEl>
                </p:cond>
              </p:nextCondLst>
            </p:seq>
          </p:childTnLst>
        </p:cTn>
      </p:par>
    </p:tnLst>
    <p:bldLst>
      <p:bldP spid="34" grpId="0" animBg="1"/>
      <p:bldP spid="34" grpId="1" animBg="1"/>
      <p:bldP spid="34" grpId="2" animBg="1"/>
      <p:bldP spid="35" grpId="0" animBg="1"/>
      <p:bldP spid="35" grpId="1" animBg="1"/>
      <p:bldP spid="35" grpId="2" animBg="1"/>
      <p:bldP spid="36" grpId="0" animBg="1"/>
      <p:bldP spid="36" grpId="1" animBg="1"/>
      <p:bldP spid="36" grpId="2" animBg="1"/>
      <p:bldP spid="37" grpId="0" animBg="1"/>
      <p:bldP spid="37" grpId="1" animBg="1"/>
      <p:bldP spid="37" grpId="2" animBg="1"/>
      <p:bldP spid="38" grpId="0" animBg="1"/>
      <p:bldP spid="38" grpId="1" animBg="1"/>
      <p:bldP spid="38" grpId="2" animBg="1"/>
      <p:bldP spid="39" grpId="0" animBg="1"/>
      <p:bldP spid="39" grpId="1" animBg="1"/>
      <p:bldP spid="39" grpId="2" animBg="1"/>
      <p:bldP spid="40" grpId="0" animBg="1"/>
      <p:bldP spid="40" grpId="1" animBg="1"/>
      <p:bldP spid="40" grpId="2" animBg="1"/>
      <p:bldP spid="41" grpId="0" animBg="1"/>
      <p:bldP spid="41" grpId="1" animBg="1"/>
      <p:bldP spid="41" grpId="2" animBg="1"/>
      <p:bldP spid="42" grpId="0" animBg="1"/>
      <p:bldP spid="42" grpId="1" animBg="1"/>
      <p:bldP spid="42" grpId="2" animBg="1"/>
      <p:bldP spid="43" grpId="0" animBg="1"/>
      <p:bldP spid="43" grpId="1" animBg="1"/>
      <p:bldP spid="43" grpId="2" animBg="1"/>
      <p:bldP spid="44" grpId="0" animBg="1"/>
      <p:bldP spid="44" grpId="1" animBg="1"/>
      <p:bldP spid="44" grpId="2" animBg="1"/>
      <p:bldP spid="45" grpId="0" animBg="1"/>
      <p:bldP spid="45" grpId="1" animBg="1"/>
      <p:bldP spid="45" grpId="2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 descr="El sushi engorda o no? - Descubre las calorías que tiene y los tipos que  son más saludables">
            <a:extLst>
              <a:ext uri="{FF2B5EF4-FFF2-40B4-BE49-F238E27FC236}">
                <a16:creationId xmlns:a16="http://schemas.microsoft.com/office/drawing/2014/main" id="{7DA4AD9E-48B8-3133-29AC-483E4BADF0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085850"/>
            <a:ext cx="12216704" cy="8140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1" name="BEBIDA FRIA">
            <a:hlinkClick r:id="rId3" action="ppaction://hlinksldjump"/>
            <a:extLst>
              <a:ext uri="{FF2B5EF4-FFF2-40B4-BE49-F238E27FC236}">
                <a16:creationId xmlns:a16="http://schemas.microsoft.com/office/drawing/2014/main" id="{35653F37-CDF5-635A-14A7-037B0955E0BC}"/>
              </a:ext>
            </a:extLst>
          </p:cNvPr>
          <p:cNvSpPr/>
          <p:nvPr/>
        </p:nvSpPr>
        <p:spPr>
          <a:xfrm>
            <a:off x="3295650" y="0"/>
            <a:ext cx="2457450" cy="885825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400" dirty="0">
                <a:latin typeface="Baskerville Old Face" panose="02020602080505020303" pitchFamily="18" charset="0"/>
              </a:rPr>
              <a:t>ALMUERZO</a:t>
            </a:r>
            <a:endParaRPr lang="es-ES" dirty="0"/>
          </a:p>
        </p:txBody>
      </p:sp>
      <p:sp>
        <p:nvSpPr>
          <p:cNvPr id="32" name="COMIDA">
            <a:hlinkClick r:id="rId3" action="ppaction://hlinksldjump"/>
            <a:extLst>
              <a:ext uri="{FF2B5EF4-FFF2-40B4-BE49-F238E27FC236}">
                <a16:creationId xmlns:a16="http://schemas.microsoft.com/office/drawing/2014/main" id="{2CDACC0E-42A0-73DA-28B2-F2675C6BC4E2}"/>
              </a:ext>
            </a:extLst>
          </p:cNvPr>
          <p:cNvSpPr/>
          <p:nvPr/>
        </p:nvSpPr>
        <p:spPr>
          <a:xfrm>
            <a:off x="533400" y="0"/>
            <a:ext cx="2457450" cy="885825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400" dirty="0">
                <a:latin typeface="Baskerville Old Face" panose="02020602080505020303" pitchFamily="18" charset="0"/>
              </a:rPr>
              <a:t>DESAYUNO</a:t>
            </a:r>
          </a:p>
        </p:txBody>
      </p:sp>
      <p:sp>
        <p:nvSpPr>
          <p:cNvPr id="33" name="CAFE">
            <a:hlinkClick r:id="rId3" action="ppaction://hlinksldjump"/>
            <a:extLst>
              <a:ext uri="{FF2B5EF4-FFF2-40B4-BE49-F238E27FC236}">
                <a16:creationId xmlns:a16="http://schemas.microsoft.com/office/drawing/2014/main" id="{22AB51D8-A461-477B-77EA-F7187512CBF6}"/>
              </a:ext>
            </a:extLst>
          </p:cNvPr>
          <p:cNvSpPr/>
          <p:nvPr/>
        </p:nvSpPr>
        <p:spPr>
          <a:xfrm>
            <a:off x="6096000" y="0"/>
            <a:ext cx="2457450" cy="885825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400" dirty="0">
                <a:latin typeface="Baskerville Old Face" panose="02020602080505020303" pitchFamily="18" charset="0"/>
              </a:rPr>
              <a:t>CENA</a:t>
            </a:r>
          </a:p>
        </p:txBody>
      </p:sp>
      <p:sp>
        <p:nvSpPr>
          <p:cNvPr id="34" name="CHURROS">
            <a:hlinkClick r:id="rId4" action="ppaction://hlinksldjump"/>
            <a:extLst>
              <a:ext uri="{FF2B5EF4-FFF2-40B4-BE49-F238E27FC236}">
                <a16:creationId xmlns:a16="http://schemas.microsoft.com/office/drawing/2014/main" id="{8113D3D4-251D-169B-A302-5864D041AC51}"/>
              </a:ext>
            </a:extLst>
          </p:cNvPr>
          <p:cNvSpPr/>
          <p:nvPr/>
        </p:nvSpPr>
        <p:spPr>
          <a:xfrm>
            <a:off x="533400" y="885825"/>
            <a:ext cx="2457450" cy="885825"/>
          </a:xfrm>
          <a:prstGeom prst="rect">
            <a:avLst/>
          </a:prstGeom>
          <a:solidFill>
            <a:schemeClr val="dk1">
              <a:alpha val="73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CONTINENTAL</a:t>
            </a:r>
          </a:p>
        </p:txBody>
      </p:sp>
      <p:sp>
        <p:nvSpPr>
          <p:cNvPr id="35" name="QUESO">
            <a:hlinkClick r:id="rId5" action="ppaction://hlinksldjump"/>
            <a:extLst>
              <a:ext uri="{FF2B5EF4-FFF2-40B4-BE49-F238E27FC236}">
                <a16:creationId xmlns:a16="http://schemas.microsoft.com/office/drawing/2014/main" id="{0A3B2167-28C0-7E98-DEF4-94742F8EE91E}"/>
              </a:ext>
            </a:extLst>
          </p:cNvPr>
          <p:cNvSpPr/>
          <p:nvPr/>
        </p:nvSpPr>
        <p:spPr>
          <a:xfrm>
            <a:off x="533400" y="1771650"/>
            <a:ext cx="2457450" cy="885825"/>
          </a:xfrm>
          <a:prstGeom prst="rect">
            <a:avLst/>
          </a:prstGeom>
          <a:solidFill>
            <a:schemeClr val="dk1">
              <a:alpha val="73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BOL DE FRUTAS</a:t>
            </a:r>
          </a:p>
        </p:txBody>
      </p:sp>
      <p:sp>
        <p:nvSpPr>
          <p:cNvPr id="36" name="FRANCES">
            <a:hlinkClick r:id="rId6" action="ppaction://hlinksldjump"/>
            <a:extLst>
              <a:ext uri="{FF2B5EF4-FFF2-40B4-BE49-F238E27FC236}">
                <a16:creationId xmlns:a16="http://schemas.microsoft.com/office/drawing/2014/main" id="{41E6E051-D21A-6C4B-DE65-090E4565EB3E}"/>
              </a:ext>
            </a:extLst>
          </p:cNvPr>
          <p:cNvSpPr/>
          <p:nvPr/>
        </p:nvSpPr>
        <p:spPr>
          <a:xfrm>
            <a:off x="533400" y="2643187"/>
            <a:ext cx="2457450" cy="885825"/>
          </a:xfrm>
          <a:prstGeom prst="rect">
            <a:avLst/>
          </a:prstGeom>
          <a:solidFill>
            <a:schemeClr val="dk1">
              <a:alpha val="73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CEREALES</a:t>
            </a:r>
          </a:p>
        </p:txBody>
      </p:sp>
      <p:sp>
        <p:nvSpPr>
          <p:cNvPr id="37" name="SUBEME NOTA">
            <a:hlinkClick r:id="rId7" action="ppaction://hlinksldjump"/>
            <a:extLst>
              <a:ext uri="{FF2B5EF4-FFF2-40B4-BE49-F238E27FC236}">
                <a16:creationId xmlns:a16="http://schemas.microsoft.com/office/drawing/2014/main" id="{86FFE333-5741-4B56-A1A3-6D6EC30BEC1C}"/>
              </a:ext>
            </a:extLst>
          </p:cNvPr>
          <p:cNvSpPr/>
          <p:nvPr/>
        </p:nvSpPr>
        <p:spPr>
          <a:xfrm>
            <a:off x="533400" y="3514724"/>
            <a:ext cx="2457450" cy="885825"/>
          </a:xfrm>
          <a:prstGeom prst="rect">
            <a:avLst/>
          </a:prstGeom>
          <a:solidFill>
            <a:schemeClr val="dk1">
              <a:alpha val="73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TORTITAS</a:t>
            </a:r>
          </a:p>
        </p:txBody>
      </p:sp>
      <p:sp>
        <p:nvSpPr>
          <p:cNvPr id="38" name="CHURROS">
            <a:hlinkClick r:id="rId8" action="ppaction://hlinksldjump"/>
            <a:extLst>
              <a:ext uri="{FF2B5EF4-FFF2-40B4-BE49-F238E27FC236}">
                <a16:creationId xmlns:a16="http://schemas.microsoft.com/office/drawing/2014/main" id="{DBA82D4A-0A27-01DB-6F84-7B56822E4771}"/>
              </a:ext>
            </a:extLst>
          </p:cNvPr>
          <p:cNvSpPr/>
          <p:nvPr/>
        </p:nvSpPr>
        <p:spPr>
          <a:xfrm>
            <a:off x="3295650" y="885825"/>
            <a:ext cx="2457450" cy="885825"/>
          </a:xfrm>
          <a:prstGeom prst="rect">
            <a:avLst/>
          </a:prstGeom>
          <a:solidFill>
            <a:schemeClr val="dk1">
              <a:alpha val="73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ESPAGETI</a:t>
            </a:r>
          </a:p>
        </p:txBody>
      </p:sp>
      <p:sp>
        <p:nvSpPr>
          <p:cNvPr id="39" name="QUESO">
            <a:hlinkClick r:id="rId9" action="ppaction://hlinksldjump"/>
            <a:extLst>
              <a:ext uri="{FF2B5EF4-FFF2-40B4-BE49-F238E27FC236}">
                <a16:creationId xmlns:a16="http://schemas.microsoft.com/office/drawing/2014/main" id="{01CA018E-34D4-7750-F025-BD5BCE682000}"/>
              </a:ext>
            </a:extLst>
          </p:cNvPr>
          <p:cNvSpPr/>
          <p:nvPr/>
        </p:nvSpPr>
        <p:spPr>
          <a:xfrm>
            <a:off x="3295650" y="1771650"/>
            <a:ext cx="2457450" cy="885825"/>
          </a:xfrm>
          <a:prstGeom prst="rect">
            <a:avLst/>
          </a:prstGeom>
          <a:solidFill>
            <a:schemeClr val="dk1">
              <a:alpha val="73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SOPA</a:t>
            </a:r>
          </a:p>
        </p:txBody>
      </p:sp>
      <p:sp>
        <p:nvSpPr>
          <p:cNvPr id="40" name="FRANCES">
            <a:extLst>
              <a:ext uri="{FF2B5EF4-FFF2-40B4-BE49-F238E27FC236}">
                <a16:creationId xmlns:a16="http://schemas.microsoft.com/office/drawing/2014/main" id="{41D80911-B7A7-AE81-1A83-5C4E83B0F52D}"/>
              </a:ext>
            </a:extLst>
          </p:cNvPr>
          <p:cNvSpPr/>
          <p:nvPr/>
        </p:nvSpPr>
        <p:spPr>
          <a:xfrm>
            <a:off x="3295650" y="2643187"/>
            <a:ext cx="2457450" cy="885825"/>
          </a:xfrm>
          <a:prstGeom prst="rect">
            <a:avLst/>
          </a:prstGeom>
          <a:solidFill>
            <a:schemeClr val="dk1">
              <a:alpha val="73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COSTILLAS</a:t>
            </a:r>
          </a:p>
        </p:txBody>
      </p:sp>
      <p:sp>
        <p:nvSpPr>
          <p:cNvPr id="41" name="CHURROS">
            <a:hlinkClick r:id="rId10" action="ppaction://hlinksldjump"/>
            <a:extLst>
              <a:ext uri="{FF2B5EF4-FFF2-40B4-BE49-F238E27FC236}">
                <a16:creationId xmlns:a16="http://schemas.microsoft.com/office/drawing/2014/main" id="{6D118D13-7D32-E361-8B41-961AB441CB17}"/>
              </a:ext>
            </a:extLst>
          </p:cNvPr>
          <p:cNvSpPr/>
          <p:nvPr/>
        </p:nvSpPr>
        <p:spPr>
          <a:xfrm>
            <a:off x="6096000" y="885825"/>
            <a:ext cx="2457450" cy="885825"/>
          </a:xfrm>
          <a:prstGeom prst="rect">
            <a:avLst/>
          </a:prstGeom>
          <a:solidFill>
            <a:schemeClr val="dk1">
              <a:alpha val="73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PIZZA</a:t>
            </a:r>
          </a:p>
        </p:txBody>
      </p:sp>
      <p:sp>
        <p:nvSpPr>
          <p:cNvPr id="42" name="QUESO">
            <a:hlinkClick r:id="rId11" action="ppaction://hlinksldjump"/>
            <a:extLst>
              <a:ext uri="{FF2B5EF4-FFF2-40B4-BE49-F238E27FC236}">
                <a16:creationId xmlns:a16="http://schemas.microsoft.com/office/drawing/2014/main" id="{CB49E208-0AF7-EDB6-AF69-86E7AC164833}"/>
              </a:ext>
            </a:extLst>
          </p:cNvPr>
          <p:cNvSpPr/>
          <p:nvPr/>
        </p:nvSpPr>
        <p:spPr>
          <a:xfrm>
            <a:off x="6096000" y="1771650"/>
            <a:ext cx="2457450" cy="885825"/>
          </a:xfrm>
          <a:prstGeom prst="rect">
            <a:avLst/>
          </a:prstGeom>
          <a:solidFill>
            <a:schemeClr val="dk1">
              <a:alpha val="73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EMBUTIDO</a:t>
            </a:r>
          </a:p>
        </p:txBody>
      </p:sp>
      <p:sp>
        <p:nvSpPr>
          <p:cNvPr id="43" name="FRANCES">
            <a:extLst>
              <a:ext uri="{FF2B5EF4-FFF2-40B4-BE49-F238E27FC236}">
                <a16:creationId xmlns:a16="http://schemas.microsoft.com/office/drawing/2014/main" id="{DBF8A0B7-AFF6-53E3-F5AB-5595466593A7}"/>
              </a:ext>
            </a:extLst>
          </p:cNvPr>
          <p:cNvSpPr/>
          <p:nvPr/>
        </p:nvSpPr>
        <p:spPr>
          <a:xfrm>
            <a:off x="6096000" y="2643187"/>
            <a:ext cx="2457450" cy="885825"/>
          </a:xfrm>
          <a:prstGeom prst="rect">
            <a:avLst/>
          </a:prstGeom>
          <a:solidFill>
            <a:schemeClr val="dk1">
              <a:alpha val="73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SUSHI</a:t>
            </a:r>
          </a:p>
        </p:txBody>
      </p:sp>
      <p:sp>
        <p:nvSpPr>
          <p:cNvPr id="44" name="SUBEME NOTA">
            <a:hlinkClick r:id="rId12" action="ppaction://hlinksldjump"/>
            <a:extLst>
              <a:ext uri="{FF2B5EF4-FFF2-40B4-BE49-F238E27FC236}">
                <a16:creationId xmlns:a16="http://schemas.microsoft.com/office/drawing/2014/main" id="{FF95DBE2-D343-8530-0B76-C6613B0E5BB2}"/>
              </a:ext>
            </a:extLst>
          </p:cNvPr>
          <p:cNvSpPr/>
          <p:nvPr/>
        </p:nvSpPr>
        <p:spPr>
          <a:xfrm>
            <a:off x="6096000" y="3514724"/>
            <a:ext cx="2457450" cy="885825"/>
          </a:xfrm>
          <a:prstGeom prst="rect">
            <a:avLst/>
          </a:prstGeom>
          <a:solidFill>
            <a:schemeClr val="dk1">
              <a:alpha val="73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CREMA DE VERDURAS</a:t>
            </a:r>
          </a:p>
        </p:txBody>
      </p:sp>
      <p:sp>
        <p:nvSpPr>
          <p:cNvPr id="45" name="SUBEME NOTA">
            <a:hlinkClick r:id="rId13" action="ppaction://hlinksldjump"/>
            <a:extLst>
              <a:ext uri="{FF2B5EF4-FFF2-40B4-BE49-F238E27FC236}">
                <a16:creationId xmlns:a16="http://schemas.microsoft.com/office/drawing/2014/main" id="{A70CF265-C506-101D-3F27-4AC88CE52A49}"/>
              </a:ext>
            </a:extLst>
          </p:cNvPr>
          <p:cNvSpPr/>
          <p:nvPr/>
        </p:nvSpPr>
        <p:spPr>
          <a:xfrm>
            <a:off x="3295650" y="3514723"/>
            <a:ext cx="2457450" cy="885825"/>
          </a:xfrm>
          <a:prstGeom prst="rect">
            <a:avLst/>
          </a:prstGeom>
          <a:solidFill>
            <a:schemeClr val="dk1">
              <a:alpha val="73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ENSALADA CESAR</a:t>
            </a:r>
          </a:p>
        </p:txBody>
      </p:sp>
    </p:spTree>
    <p:extLst>
      <p:ext uri="{BB962C8B-B14F-4D97-AF65-F5344CB8AC3E}">
        <p14:creationId xmlns:p14="http://schemas.microsoft.com/office/powerpoint/2010/main" val="24824480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78 -0.50717 L -3.75E-6 -3.33333E-6 " pathEditMode="relative" rAng="0" ptsTypes="AA">
                                      <p:cBhvr>
                                        <p:cTn id="8" dur="2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9" y="2534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7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6" restart="whenNotActive" fill="hold" evtFilter="cancelBubble" nodeType="interactiveSeq">
                <p:stCondLst>
                  <p:cond evt="onClick" delay="0">
                    <p:tgtEl>
                      <p:spTgt spid="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" fill="hold">
                      <p:stCondLst>
                        <p:cond delay="0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78 -0.50717 L -1.25E-6 2.96296E-6 " pathEditMode="relative" rAng="0" ptsTypes="AA">
                                      <p:cBhvr>
                                        <p:cTn id="28" dur="2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9" y="25231"/>
                                    </p:animMotion>
                                  </p:childTnLst>
                                </p:cTn>
                              </p:par>
                              <p:par>
                                <p:cTn id="29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25E-6 -0.38542 L -1.25E-6 -4.81481E-6 " pathEditMode="relative" rAng="0" ptsTypes="AA">
                                      <p:cBhvr>
                                        <p:cTn id="30" dur="2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9375"/>
                                    </p:animMotion>
                                  </p:childTnLst>
                                </p:cTn>
                              </p:par>
                              <p:par>
                                <p:cTn id="31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25E-6 -0.25 L -1.25E-6 -0.00116 " pathEditMode="relative" rAng="0" ptsTypes="AA">
                                      <p:cBhvr>
                                        <p:cTn id="32" dur="2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2431"/>
                                    </p:animMotion>
                                  </p:childTnLst>
                                </p:cTn>
                              </p:par>
                              <p:par>
                                <p:cTn id="33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25E-6 -0.12083 L -1.25E-6 2.77556E-17 " pathEditMode="relative" rAng="0" ptsTypes="AA">
                                      <p:cBhvr>
                                        <p:cTn id="34" dur="2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604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7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47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47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47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2"/>
                  </p:tgtEl>
                </p:cond>
              </p:nextCondLst>
            </p:seq>
            <p:seq concurrent="1" nextAc="seek">
              <p:cTn id="57" restart="whenNotActive" fill="hold" evtFilter="cancelBubble" nodeType="interactiveSeq">
                <p:stCondLst>
                  <p:cond evt="onClick" delay="0">
                    <p:tgtEl>
                      <p:spTgt spid="3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8" fill="hold">
                      <p:stCondLst>
                        <p:cond delay="0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75E-6 -0.38542 L -3.75E-6 0 " pathEditMode="relative" rAng="0" ptsTypes="AA">
                                      <p:cBhvr>
                                        <p:cTn id="67" dur="2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9259"/>
                                    </p:animMotion>
                                  </p:childTnLst>
                                </p:cTn>
                              </p:par>
                              <p:par>
                                <p:cTn id="68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75E-6 -0.25 L -3.75E-6 -0.00116 " pathEditMode="relative" rAng="0" ptsTypes="AA">
                                      <p:cBhvr>
                                        <p:cTn id="69" dur="2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2431"/>
                                    </p:animMotion>
                                  </p:childTnLst>
                                </p:cTn>
                              </p:par>
                              <p:par>
                                <p:cTn id="70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25E-6 -0.12083 L -1.25E-6 2.77556E-17 " pathEditMode="relative" rAng="0" ptsTypes="AA">
                                      <p:cBhvr>
                                        <p:cTn id="71" dur="2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604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47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5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1000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1000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47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0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1" dur="100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100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47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5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6" dur="10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10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1"/>
                  </p:tgtEl>
                </p:cond>
              </p:nextCondLst>
            </p:seq>
            <p:seq concurrent="1" nextAc="seek">
              <p:cTn id="89" restart="whenNotActive" fill="hold" evtFilter="cancelBubble" nodeType="interactiveSeq">
                <p:stCondLst>
                  <p:cond evt="onClick" delay="0">
                    <p:tgtEl>
                      <p:spTgt spid="3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0" fill="hold">
                      <p:stCondLst>
                        <p:cond delay="0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6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0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78 -0.50717 L -1.25E-6 -3.33333E-6 " pathEditMode="relative" rAng="0" ptsTypes="AA">
                                      <p:cBhvr>
                                        <p:cTn id="101" dur="2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9" y="25347"/>
                                    </p:animMotion>
                                  </p:childTnLst>
                                </p:cTn>
                              </p:par>
                              <p:par>
                                <p:cTn id="102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25E-6 -0.38542 L -1.25E-6 0 " pathEditMode="relative" rAng="0" ptsTypes="AA">
                                      <p:cBhvr>
                                        <p:cTn id="103" dur="2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9259"/>
                                    </p:animMotion>
                                  </p:childTnLst>
                                </p:cTn>
                              </p:par>
                              <p:par>
                                <p:cTn id="104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25E-6 -0.25 L -1.25E-6 -0.00116 " pathEditMode="relative" rAng="0" ptsTypes="AA">
                                      <p:cBhvr>
                                        <p:cTn id="105" dur="2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2431"/>
                                    </p:animMotion>
                                  </p:childTnLst>
                                </p:cTn>
                              </p:par>
                              <p:par>
                                <p:cTn id="106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25E-6 -0.12083 L -1.25E-6 2.77556E-17 " pathEditMode="relative" rAng="0" ptsTypes="AA">
                                      <p:cBhvr>
                                        <p:cTn id="107" dur="2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604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47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1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2" dur="1000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1000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47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6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7" dur="1000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1000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0" presetID="47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1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2" dur="1000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1000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47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6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7" dur="1000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1000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3"/>
                  </p:tgtEl>
                </p:cond>
              </p:nextCondLst>
            </p:seq>
          </p:childTnLst>
        </p:cTn>
      </p:par>
    </p:tnLst>
    <p:bldLst>
      <p:bldP spid="34" grpId="0" animBg="1"/>
      <p:bldP spid="34" grpId="1" animBg="1"/>
      <p:bldP spid="34" grpId="2" animBg="1"/>
      <p:bldP spid="35" grpId="0" animBg="1"/>
      <p:bldP spid="35" grpId="1" animBg="1"/>
      <p:bldP spid="35" grpId="2" animBg="1"/>
      <p:bldP spid="36" grpId="0" animBg="1"/>
      <p:bldP spid="36" grpId="1" animBg="1"/>
      <p:bldP spid="36" grpId="2" animBg="1"/>
      <p:bldP spid="37" grpId="0" animBg="1"/>
      <p:bldP spid="37" grpId="1" animBg="1"/>
      <p:bldP spid="37" grpId="2" animBg="1"/>
      <p:bldP spid="38" grpId="0" animBg="1"/>
      <p:bldP spid="38" grpId="1" animBg="1"/>
      <p:bldP spid="38" grpId="2" animBg="1"/>
      <p:bldP spid="39" grpId="0" animBg="1"/>
      <p:bldP spid="39" grpId="1" animBg="1"/>
      <p:bldP spid="39" grpId="2" animBg="1"/>
      <p:bldP spid="40" grpId="0" animBg="1"/>
      <p:bldP spid="40" grpId="1" animBg="1"/>
      <p:bldP spid="40" grpId="2" animBg="1"/>
      <p:bldP spid="41" grpId="0" animBg="1"/>
      <p:bldP spid="41" grpId="1" animBg="1"/>
      <p:bldP spid="41" grpId="2" animBg="1"/>
      <p:bldP spid="42" grpId="0" animBg="1"/>
      <p:bldP spid="42" grpId="1" animBg="1"/>
      <p:bldP spid="42" grpId="2" animBg="1"/>
      <p:bldP spid="43" grpId="0" animBg="1"/>
      <p:bldP spid="43" grpId="1" animBg="1"/>
      <p:bldP spid="43" grpId="2" animBg="1"/>
      <p:bldP spid="44" grpId="0" animBg="1"/>
      <p:bldP spid="44" grpId="1" animBg="1"/>
      <p:bldP spid="44" grpId="2" animBg="1"/>
      <p:bldP spid="45" grpId="0" animBg="1"/>
      <p:bldP spid="45" grpId="1" animBg="1"/>
      <p:bldP spid="45" grpId="2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 descr="Las mejores recetas de crema de verduras - Mejor con Salud">
            <a:extLst>
              <a:ext uri="{FF2B5EF4-FFF2-40B4-BE49-F238E27FC236}">
                <a16:creationId xmlns:a16="http://schemas.microsoft.com/office/drawing/2014/main" id="{617DE806-D6D2-D0F1-F9BA-FD3F3B8C7A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564931"/>
            <a:ext cx="12192000" cy="79878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BEBIDA FRIA">
            <a:hlinkClick r:id="rId3" action="ppaction://hlinksldjump"/>
            <a:extLst>
              <a:ext uri="{FF2B5EF4-FFF2-40B4-BE49-F238E27FC236}">
                <a16:creationId xmlns:a16="http://schemas.microsoft.com/office/drawing/2014/main" id="{38F0DA6B-0CE1-DBA2-CA06-05483D241CFF}"/>
              </a:ext>
            </a:extLst>
          </p:cNvPr>
          <p:cNvSpPr/>
          <p:nvPr/>
        </p:nvSpPr>
        <p:spPr>
          <a:xfrm>
            <a:off x="3295650" y="0"/>
            <a:ext cx="2457450" cy="885825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400" dirty="0">
                <a:latin typeface="Baskerville Old Face" panose="02020602080505020303" pitchFamily="18" charset="0"/>
              </a:rPr>
              <a:t>ALMUERZO</a:t>
            </a:r>
            <a:endParaRPr lang="es-ES" dirty="0"/>
          </a:p>
        </p:txBody>
      </p:sp>
      <p:sp>
        <p:nvSpPr>
          <p:cNvPr id="18" name="COMIDA">
            <a:hlinkClick r:id="rId3" action="ppaction://hlinksldjump"/>
            <a:extLst>
              <a:ext uri="{FF2B5EF4-FFF2-40B4-BE49-F238E27FC236}">
                <a16:creationId xmlns:a16="http://schemas.microsoft.com/office/drawing/2014/main" id="{0279E8DF-AE07-EA3F-A319-DB39BD196BA1}"/>
              </a:ext>
            </a:extLst>
          </p:cNvPr>
          <p:cNvSpPr/>
          <p:nvPr/>
        </p:nvSpPr>
        <p:spPr>
          <a:xfrm>
            <a:off x="533400" y="0"/>
            <a:ext cx="2457450" cy="885825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400" dirty="0">
                <a:latin typeface="Baskerville Old Face" panose="02020602080505020303" pitchFamily="18" charset="0"/>
              </a:rPr>
              <a:t>DESAYUNO</a:t>
            </a:r>
          </a:p>
        </p:txBody>
      </p:sp>
      <p:sp>
        <p:nvSpPr>
          <p:cNvPr id="19" name="CAFE">
            <a:hlinkClick r:id="rId3" action="ppaction://hlinksldjump"/>
            <a:extLst>
              <a:ext uri="{FF2B5EF4-FFF2-40B4-BE49-F238E27FC236}">
                <a16:creationId xmlns:a16="http://schemas.microsoft.com/office/drawing/2014/main" id="{A3191DA1-2215-430C-82D1-0CB5A1FB360E}"/>
              </a:ext>
            </a:extLst>
          </p:cNvPr>
          <p:cNvSpPr/>
          <p:nvPr/>
        </p:nvSpPr>
        <p:spPr>
          <a:xfrm>
            <a:off x="6096000" y="0"/>
            <a:ext cx="2457450" cy="885825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400" dirty="0">
                <a:latin typeface="Baskerville Old Face" panose="02020602080505020303" pitchFamily="18" charset="0"/>
              </a:rPr>
              <a:t>CENA</a:t>
            </a:r>
          </a:p>
        </p:txBody>
      </p:sp>
      <p:sp>
        <p:nvSpPr>
          <p:cNvPr id="20" name="CHURROS">
            <a:hlinkClick r:id="rId4" action="ppaction://hlinksldjump"/>
            <a:extLst>
              <a:ext uri="{FF2B5EF4-FFF2-40B4-BE49-F238E27FC236}">
                <a16:creationId xmlns:a16="http://schemas.microsoft.com/office/drawing/2014/main" id="{4E733D89-905A-8895-A097-69A517F05CDD}"/>
              </a:ext>
            </a:extLst>
          </p:cNvPr>
          <p:cNvSpPr/>
          <p:nvPr/>
        </p:nvSpPr>
        <p:spPr>
          <a:xfrm>
            <a:off x="533400" y="885825"/>
            <a:ext cx="2457450" cy="885825"/>
          </a:xfrm>
          <a:prstGeom prst="rect">
            <a:avLst/>
          </a:prstGeom>
          <a:solidFill>
            <a:schemeClr val="dk1">
              <a:alpha val="73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CONTINENTAL</a:t>
            </a:r>
          </a:p>
        </p:txBody>
      </p:sp>
      <p:sp>
        <p:nvSpPr>
          <p:cNvPr id="21" name="QUESO">
            <a:hlinkClick r:id="rId5" action="ppaction://hlinksldjump"/>
            <a:extLst>
              <a:ext uri="{FF2B5EF4-FFF2-40B4-BE49-F238E27FC236}">
                <a16:creationId xmlns:a16="http://schemas.microsoft.com/office/drawing/2014/main" id="{A0F8EBDE-5680-2A44-787C-64E62EF796F0}"/>
              </a:ext>
            </a:extLst>
          </p:cNvPr>
          <p:cNvSpPr/>
          <p:nvPr/>
        </p:nvSpPr>
        <p:spPr>
          <a:xfrm>
            <a:off x="533400" y="1771650"/>
            <a:ext cx="2457450" cy="885825"/>
          </a:xfrm>
          <a:prstGeom prst="rect">
            <a:avLst/>
          </a:prstGeom>
          <a:solidFill>
            <a:schemeClr val="dk1">
              <a:alpha val="73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BOL DE FRUTAS</a:t>
            </a:r>
          </a:p>
        </p:txBody>
      </p:sp>
      <p:sp>
        <p:nvSpPr>
          <p:cNvPr id="22" name="FRANCES">
            <a:hlinkClick r:id="rId6" action="ppaction://hlinksldjump"/>
            <a:extLst>
              <a:ext uri="{FF2B5EF4-FFF2-40B4-BE49-F238E27FC236}">
                <a16:creationId xmlns:a16="http://schemas.microsoft.com/office/drawing/2014/main" id="{36BE9824-90A9-CDFB-7233-869DDACDC8A7}"/>
              </a:ext>
            </a:extLst>
          </p:cNvPr>
          <p:cNvSpPr/>
          <p:nvPr/>
        </p:nvSpPr>
        <p:spPr>
          <a:xfrm>
            <a:off x="533400" y="2643187"/>
            <a:ext cx="2457450" cy="885825"/>
          </a:xfrm>
          <a:prstGeom prst="rect">
            <a:avLst/>
          </a:prstGeom>
          <a:solidFill>
            <a:schemeClr val="dk1">
              <a:alpha val="73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CEREALES</a:t>
            </a:r>
          </a:p>
        </p:txBody>
      </p:sp>
      <p:sp>
        <p:nvSpPr>
          <p:cNvPr id="23" name="SUBEME NOTA">
            <a:hlinkClick r:id="rId7" action="ppaction://hlinksldjump"/>
            <a:extLst>
              <a:ext uri="{FF2B5EF4-FFF2-40B4-BE49-F238E27FC236}">
                <a16:creationId xmlns:a16="http://schemas.microsoft.com/office/drawing/2014/main" id="{5BDDF35F-2426-0207-56E7-700E35B1966D}"/>
              </a:ext>
            </a:extLst>
          </p:cNvPr>
          <p:cNvSpPr/>
          <p:nvPr/>
        </p:nvSpPr>
        <p:spPr>
          <a:xfrm>
            <a:off x="533400" y="3514724"/>
            <a:ext cx="2457450" cy="885825"/>
          </a:xfrm>
          <a:prstGeom prst="rect">
            <a:avLst/>
          </a:prstGeom>
          <a:solidFill>
            <a:schemeClr val="dk1">
              <a:alpha val="73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TORTITAS</a:t>
            </a:r>
          </a:p>
        </p:txBody>
      </p:sp>
      <p:sp>
        <p:nvSpPr>
          <p:cNvPr id="24" name="CHURROS">
            <a:hlinkClick r:id="rId8" action="ppaction://hlinksldjump"/>
            <a:extLst>
              <a:ext uri="{FF2B5EF4-FFF2-40B4-BE49-F238E27FC236}">
                <a16:creationId xmlns:a16="http://schemas.microsoft.com/office/drawing/2014/main" id="{19FB57B9-13B8-9C61-D02C-BC4D885B1143}"/>
              </a:ext>
            </a:extLst>
          </p:cNvPr>
          <p:cNvSpPr/>
          <p:nvPr/>
        </p:nvSpPr>
        <p:spPr>
          <a:xfrm>
            <a:off x="3295650" y="885825"/>
            <a:ext cx="2457450" cy="885825"/>
          </a:xfrm>
          <a:prstGeom prst="rect">
            <a:avLst/>
          </a:prstGeom>
          <a:solidFill>
            <a:schemeClr val="dk1">
              <a:alpha val="73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ESPAGETI</a:t>
            </a:r>
          </a:p>
        </p:txBody>
      </p:sp>
      <p:sp>
        <p:nvSpPr>
          <p:cNvPr id="25" name="QUESO">
            <a:hlinkClick r:id="rId9" action="ppaction://hlinksldjump"/>
            <a:extLst>
              <a:ext uri="{FF2B5EF4-FFF2-40B4-BE49-F238E27FC236}">
                <a16:creationId xmlns:a16="http://schemas.microsoft.com/office/drawing/2014/main" id="{7C939979-2CC9-789E-80CB-EB7AD03DD203}"/>
              </a:ext>
            </a:extLst>
          </p:cNvPr>
          <p:cNvSpPr/>
          <p:nvPr/>
        </p:nvSpPr>
        <p:spPr>
          <a:xfrm>
            <a:off x="3295650" y="1771650"/>
            <a:ext cx="2457450" cy="885825"/>
          </a:xfrm>
          <a:prstGeom prst="rect">
            <a:avLst/>
          </a:prstGeom>
          <a:solidFill>
            <a:schemeClr val="dk1">
              <a:alpha val="73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SOPA</a:t>
            </a:r>
          </a:p>
        </p:txBody>
      </p:sp>
      <p:sp>
        <p:nvSpPr>
          <p:cNvPr id="26" name="FRANCES">
            <a:extLst>
              <a:ext uri="{FF2B5EF4-FFF2-40B4-BE49-F238E27FC236}">
                <a16:creationId xmlns:a16="http://schemas.microsoft.com/office/drawing/2014/main" id="{CA390CB8-54B5-4D43-FDA5-2CE7E63EE34E}"/>
              </a:ext>
            </a:extLst>
          </p:cNvPr>
          <p:cNvSpPr/>
          <p:nvPr/>
        </p:nvSpPr>
        <p:spPr>
          <a:xfrm>
            <a:off x="3295650" y="2643187"/>
            <a:ext cx="2457450" cy="885825"/>
          </a:xfrm>
          <a:prstGeom prst="rect">
            <a:avLst/>
          </a:prstGeom>
          <a:solidFill>
            <a:schemeClr val="dk1">
              <a:alpha val="73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COSTILLAS</a:t>
            </a:r>
          </a:p>
        </p:txBody>
      </p:sp>
      <p:sp>
        <p:nvSpPr>
          <p:cNvPr id="27" name="CHURROS">
            <a:hlinkClick r:id="rId10" action="ppaction://hlinksldjump"/>
            <a:extLst>
              <a:ext uri="{FF2B5EF4-FFF2-40B4-BE49-F238E27FC236}">
                <a16:creationId xmlns:a16="http://schemas.microsoft.com/office/drawing/2014/main" id="{BAC688CB-7477-BF7A-056E-C0360488147B}"/>
              </a:ext>
            </a:extLst>
          </p:cNvPr>
          <p:cNvSpPr/>
          <p:nvPr/>
        </p:nvSpPr>
        <p:spPr>
          <a:xfrm>
            <a:off x="6096000" y="885825"/>
            <a:ext cx="2457450" cy="885825"/>
          </a:xfrm>
          <a:prstGeom prst="rect">
            <a:avLst/>
          </a:prstGeom>
          <a:solidFill>
            <a:schemeClr val="dk1">
              <a:alpha val="73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PIZZA</a:t>
            </a:r>
          </a:p>
        </p:txBody>
      </p:sp>
      <p:sp>
        <p:nvSpPr>
          <p:cNvPr id="28" name="QUESO">
            <a:hlinkClick r:id="rId11" action="ppaction://hlinksldjump"/>
            <a:extLst>
              <a:ext uri="{FF2B5EF4-FFF2-40B4-BE49-F238E27FC236}">
                <a16:creationId xmlns:a16="http://schemas.microsoft.com/office/drawing/2014/main" id="{C0DC0AD3-B4AC-9E33-E3CC-68876D3629C8}"/>
              </a:ext>
            </a:extLst>
          </p:cNvPr>
          <p:cNvSpPr/>
          <p:nvPr/>
        </p:nvSpPr>
        <p:spPr>
          <a:xfrm>
            <a:off x="6096000" y="1771650"/>
            <a:ext cx="2457450" cy="885825"/>
          </a:xfrm>
          <a:prstGeom prst="rect">
            <a:avLst/>
          </a:prstGeom>
          <a:solidFill>
            <a:schemeClr val="dk1">
              <a:alpha val="73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EMBUTIDO</a:t>
            </a:r>
          </a:p>
        </p:txBody>
      </p:sp>
      <p:sp>
        <p:nvSpPr>
          <p:cNvPr id="29" name="FRANCES">
            <a:extLst>
              <a:ext uri="{FF2B5EF4-FFF2-40B4-BE49-F238E27FC236}">
                <a16:creationId xmlns:a16="http://schemas.microsoft.com/office/drawing/2014/main" id="{0E825F41-F6E8-306F-64EE-BAA7DE3DA357}"/>
              </a:ext>
            </a:extLst>
          </p:cNvPr>
          <p:cNvSpPr/>
          <p:nvPr/>
        </p:nvSpPr>
        <p:spPr>
          <a:xfrm>
            <a:off x="6096000" y="2643187"/>
            <a:ext cx="2457450" cy="885825"/>
          </a:xfrm>
          <a:prstGeom prst="rect">
            <a:avLst/>
          </a:prstGeom>
          <a:solidFill>
            <a:schemeClr val="dk1">
              <a:alpha val="73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SUSHI</a:t>
            </a:r>
          </a:p>
        </p:txBody>
      </p:sp>
      <p:sp>
        <p:nvSpPr>
          <p:cNvPr id="30" name="SUBEME NOTA">
            <a:hlinkClick r:id="rId12" action="ppaction://hlinksldjump"/>
            <a:extLst>
              <a:ext uri="{FF2B5EF4-FFF2-40B4-BE49-F238E27FC236}">
                <a16:creationId xmlns:a16="http://schemas.microsoft.com/office/drawing/2014/main" id="{9E753381-CF53-71DB-FB3F-A43A3079D336}"/>
              </a:ext>
            </a:extLst>
          </p:cNvPr>
          <p:cNvSpPr/>
          <p:nvPr/>
        </p:nvSpPr>
        <p:spPr>
          <a:xfrm>
            <a:off x="6096000" y="3514724"/>
            <a:ext cx="2457450" cy="885825"/>
          </a:xfrm>
          <a:prstGeom prst="rect">
            <a:avLst/>
          </a:prstGeom>
          <a:solidFill>
            <a:schemeClr val="dk1">
              <a:alpha val="73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CREMA DE VERDURAS</a:t>
            </a:r>
          </a:p>
        </p:txBody>
      </p:sp>
      <p:sp>
        <p:nvSpPr>
          <p:cNvPr id="31" name="SUBEME NOTA">
            <a:hlinkClick r:id="rId13" action="ppaction://hlinksldjump"/>
            <a:extLst>
              <a:ext uri="{FF2B5EF4-FFF2-40B4-BE49-F238E27FC236}">
                <a16:creationId xmlns:a16="http://schemas.microsoft.com/office/drawing/2014/main" id="{430C33F4-0065-5B2F-C92D-2F01AC7FEFCE}"/>
              </a:ext>
            </a:extLst>
          </p:cNvPr>
          <p:cNvSpPr/>
          <p:nvPr/>
        </p:nvSpPr>
        <p:spPr>
          <a:xfrm>
            <a:off x="3295650" y="3514723"/>
            <a:ext cx="2457450" cy="885825"/>
          </a:xfrm>
          <a:prstGeom prst="rect">
            <a:avLst/>
          </a:prstGeom>
          <a:solidFill>
            <a:schemeClr val="dk1">
              <a:alpha val="73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ENSALADA CESAR</a:t>
            </a:r>
          </a:p>
        </p:txBody>
      </p:sp>
    </p:spTree>
    <p:extLst>
      <p:ext uri="{BB962C8B-B14F-4D97-AF65-F5344CB8AC3E}">
        <p14:creationId xmlns:p14="http://schemas.microsoft.com/office/powerpoint/2010/main" val="14704759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78 -0.50717 L -3.75E-6 -3.33333E-6 " pathEditMode="relative" rAng="0" ptsTypes="AA">
                                      <p:cBhvr>
                                        <p:cTn id="8" dur="2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9" y="2534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7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6" restart="whenNotActive" fill="hold" evtFilter="cancelBubble" nodeType="interactiveSeq">
                <p:stCondLst>
                  <p:cond evt="onClick" delay="0">
                    <p:tgtEl>
                      <p:spTgt spid="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" fill="hold">
                      <p:stCondLst>
                        <p:cond delay="0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78 -0.50717 L -1.25E-6 2.96296E-6 " pathEditMode="relative" rAng="0" ptsTypes="AA">
                                      <p:cBhvr>
                                        <p:cTn id="28" dur="2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9" y="25231"/>
                                    </p:animMotion>
                                  </p:childTnLst>
                                </p:cTn>
                              </p:par>
                              <p:par>
                                <p:cTn id="29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25E-6 -0.38542 L -1.25E-6 -4.81481E-6 " pathEditMode="relative" rAng="0" ptsTypes="AA">
                                      <p:cBhvr>
                                        <p:cTn id="30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9375"/>
                                    </p:animMotion>
                                  </p:childTnLst>
                                </p:cTn>
                              </p:par>
                              <p:par>
                                <p:cTn id="31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25E-6 -0.25 L -1.25E-6 -0.00116 " pathEditMode="relative" rAng="0" ptsTypes="AA">
                                      <p:cBhvr>
                                        <p:cTn id="32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2431"/>
                                    </p:animMotion>
                                  </p:childTnLst>
                                </p:cTn>
                              </p:par>
                              <p:par>
                                <p:cTn id="33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25E-6 -0.12083 L -1.25E-6 2.77556E-17 " pathEditMode="relative" rAng="0" ptsTypes="AA">
                                      <p:cBhvr>
                                        <p:cTn id="34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604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7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47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47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47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"/>
                  </p:tgtEl>
                </p:cond>
              </p:nextCondLst>
            </p:seq>
            <p:seq concurrent="1" nextAc="seek">
              <p:cTn id="57" restart="whenNotActive" fill="hold" evtFilter="cancelBubble" nodeType="interactiveSeq">
                <p:stCondLst>
                  <p:cond evt="onClick" delay="0">
                    <p:tgtEl>
                      <p:spTgt spid="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8" fill="hold">
                      <p:stCondLst>
                        <p:cond delay="0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75E-6 -0.38542 L -3.75E-6 0 " pathEditMode="relative" rAng="0" ptsTypes="AA">
                                      <p:cBhvr>
                                        <p:cTn id="67" dur="2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9259"/>
                                    </p:animMotion>
                                  </p:childTnLst>
                                </p:cTn>
                              </p:par>
                              <p:par>
                                <p:cTn id="68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75E-6 -0.25 L -3.75E-6 -0.00116 " pathEditMode="relative" rAng="0" ptsTypes="AA">
                                      <p:cBhvr>
                                        <p:cTn id="69" dur="2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2431"/>
                                    </p:animMotion>
                                  </p:childTnLst>
                                </p:cTn>
                              </p:par>
                              <p:par>
                                <p:cTn id="70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25E-6 -0.12083 L -1.25E-6 2.77556E-17 " pathEditMode="relative" rAng="0" ptsTypes="AA">
                                      <p:cBhvr>
                                        <p:cTn id="71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604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47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5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10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10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47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0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1" dur="10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10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47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5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6" dur="10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10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"/>
                  </p:tgtEl>
                </p:cond>
              </p:nextCondLst>
            </p:seq>
            <p:seq concurrent="1" nextAc="seek">
              <p:cTn id="89" restart="whenNotActive" fill="hold" evtFilter="cancelBubble" nodeType="interactiveSeq">
                <p:stCondLst>
                  <p:cond evt="onClick" delay="0">
                    <p:tgtEl>
                      <p:spTgt spid="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0" fill="hold">
                      <p:stCondLst>
                        <p:cond delay="0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6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0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78 -0.50717 L -1.25E-6 -3.33333E-6 " pathEditMode="relative" rAng="0" ptsTypes="AA">
                                      <p:cBhvr>
                                        <p:cTn id="101" dur="2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9" y="25347"/>
                                    </p:animMotion>
                                  </p:childTnLst>
                                </p:cTn>
                              </p:par>
                              <p:par>
                                <p:cTn id="102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25E-6 -0.38542 L -1.25E-6 0 " pathEditMode="relative" rAng="0" ptsTypes="AA">
                                      <p:cBhvr>
                                        <p:cTn id="103" dur="2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9259"/>
                                    </p:animMotion>
                                  </p:childTnLst>
                                </p:cTn>
                              </p:par>
                              <p:par>
                                <p:cTn id="104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25E-6 -0.25 L -1.25E-6 -0.00116 " pathEditMode="relative" rAng="0" ptsTypes="AA">
                                      <p:cBhvr>
                                        <p:cTn id="105" dur="2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2431"/>
                                    </p:animMotion>
                                  </p:childTnLst>
                                </p:cTn>
                              </p:par>
                              <p:par>
                                <p:cTn id="106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25E-6 -0.12083 L -1.25E-6 2.77556E-17 " pathEditMode="relative" rAng="0" ptsTypes="AA">
                                      <p:cBhvr>
                                        <p:cTn id="107" dur="2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604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47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1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2" dur="10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10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47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6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7" dur="10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10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0" presetID="47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1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2" dur="10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10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47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6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7" dur="10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10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"/>
                  </p:tgtEl>
                </p:cond>
              </p:nextCondLst>
            </p:seq>
          </p:childTnLst>
        </p:cTn>
      </p:par>
    </p:tnLst>
    <p:bldLst>
      <p:bldP spid="20" grpId="0" animBg="1"/>
      <p:bldP spid="20" grpId="1" animBg="1"/>
      <p:bldP spid="20" grpId="2" animBg="1"/>
      <p:bldP spid="21" grpId="0" animBg="1"/>
      <p:bldP spid="21" grpId="1" animBg="1"/>
      <p:bldP spid="21" grpId="2" animBg="1"/>
      <p:bldP spid="22" grpId="0" animBg="1"/>
      <p:bldP spid="22" grpId="1" animBg="1"/>
      <p:bldP spid="22" grpId="2" animBg="1"/>
      <p:bldP spid="23" grpId="0" animBg="1"/>
      <p:bldP spid="23" grpId="1" animBg="1"/>
      <p:bldP spid="23" grpId="2" animBg="1"/>
      <p:bldP spid="24" grpId="0" animBg="1"/>
      <p:bldP spid="24" grpId="1" animBg="1"/>
      <p:bldP spid="24" grpId="2" animBg="1"/>
      <p:bldP spid="25" grpId="0" animBg="1"/>
      <p:bldP spid="25" grpId="1" animBg="1"/>
      <p:bldP spid="25" grpId="2" animBg="1"/>
      <p:bldP spid="26" grpId="0" animBg="1"/>
      <p:bldP spid="26" grpId="1" animBg="1"/>
      <p:bldP spid="26" grpId="2" animBg="1"/>
      <p:bldP spid="27" grpId="0" animBg="1"/>
      <p:bldP spid="27" grpId="1" animBg="1"/>
      <p:bldP spid="27" grpId="2" animBg="1"/>
      <p:bldP spid="28" grpId="0" animBg="1"/>
      <p:bldP spid="28" grpId="1" animBg="1"/>
      <p:bldP spid="28" grpId="2" animBg="1"/>
      <p:bldP spid="29" grpId="0" animBg="1"/>
      <p:bldP spid="29" grpId="1" animBg="1"/>
      <p:bldP spid="29" grpId="2" animBg="1"/>
      <p:bldP spid="30" grpId="0" animBg="1"/>
      <p:bldP spid="30" grpId="1" animBg="1"/>
      <p:bldP spid="30" grpId="2" animBg="1"/>
      <p:bldP spid="31" grpId="0" animBg="1"/>
      <p:bldP spid="31" grpId="1" animBg="1"/>
      <p:bldP spid="31" grpId="2" animBg="1"/>
    </p:bld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260</Words>
  <Application>Microsoft Office PowerPoint</Application>
  <PresentationFormat>Panorámica</PresentationFormat>
  <Paragraphs>195</Paragraphs>
  <Slides>13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8" baseType="lpstr">
      <vt:lpstr>Arial</vt:lpstr>
      <vt:lpstr>Baskerville Old Face</vt:lpstr>
      <vt:lpstr>Calibri</vt:lpstr>
      <vt:lpstr>Calibri Light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alumno</dc:creator>
  <cp:lastModifiedBy>alumno</cp:lastModifiedBy>
  <cp:revision>1</cp:revision>
  <dcterms:created xsi:type="dcterms:W3CDTF">2024-01-12T12:14:38Z</dcterms:created>
  <dcterms:modified xsi:type="dcterms:W3CDTF">2024-01-12T12:30:23Z</dcterms:modified>
</cp:coreProperties>
</file>