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31242F56-9119-4582-843B-FEF198C1AD0F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6699"/>
    <a:srgbClr val="FF5050"/>
    <a:srgbClr val="00FFCC"/>
    <a:srgbClr val="33CCCC"/>
    <a:srgbClr val="00FFFF"/>
    <a:srgbClr val="00CC99"/>
    <a:srgbClr val="66FF99"/>
    <a:srgbClr val="FF7C8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C1-4499-B7DE-0ED2FFBE3AD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C1-4499-B7DE-0ED2FFBE3AD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DC1-4499-B7DE-0ED2FFBE3AD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DC1-4499-B7DE-0ED2FFBE3AD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DC1-4499-B7DE-0ED2FFBE3AD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DC1-4499-B7DE-0ED2FFBE3A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Hoja1!$A$2:$A$7</c:f>
              <c:strCache>
                <c:ptCount val="6"/>
                <c:pt idx="0">
                  <c:v>Gorillaz</c:v>
                </c:pt>
                <c:pt idx="1">
                  <c:v>Demon Days</c:v>
                </c:pt>
                <c:pt idx="2">
                  <c:v>Plastic Beach </c:v>
                </c:pt>
                <c:pt idx="3">
                  <c:v>HumanZ</c:v>
                </c:pt>
                <c:pt idx="4">
                  <c:v>The Now Now</c:v>
                </c:pt>
                <c:pt idx="5">
                  <c:v>Song Machine</c:v>
                </c:pt>
              </c:strCache>
            </c:strRef>
          </c:cat>
          <c:val>
            <c:numRef>
              <c:f>Hoja1!$B$2:$B$7</c:f>
              <c:numCache>
                <c:formatCode>General</c:formatCode>
                <c:ptCount val="6"/>
                <c:pt idx="0">
                  <c:v>13</c:v>
                </c:pt>
                <c:pt idx="1">
                  <c:v>17</c:v>
                </c:pt>
                <c:pt idx="2">
                  <c:v>10</c:v>
                </c:pt>
                <c:pt idx="3">
                  <c:v>1</c:v>
                </c:pt>
                <c:pt idx="4">
                  <c:v>3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EA-457E-99FB-0BC84AF80C2D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ABF870-BD00-4252-BE6C-F9AD13559842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AC2CFC15-5DDB-4B91-89B2-F9D18742114D}">
      <dgm:prSet phldrT="[Texto]"/>
      <dgm:spPr>
        <a:solidFill>
          <a:srgbClr val="FF3399"/>
        </a:solidFill>
      </dgm:spPr>
      <dgm:t>
        <a:bodyPr/>
        <a:lstStyle/>
        <a:p>
          <a:r>
            <a:rPr lang="es-ES" dirty="0">
              <a:latin typeface=" Bahnschrift"/>
            </a:rPr>
            <a:t>Gorillaz</a:t>
          </a:r>
        </a:p>
      </dgm:t>
    </dgm:pt>
    <dgm:pt modelId="{D340422D-BD3A-436C-9DF5-3BB7DFA6323D}" type="parTrans" cxnId="{391F0310-D82F-4676-B152-677B432E50D8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A7011322-EFFC-42A1-A91F-94B0FE626A52}" type="sibTrans" cxnId="{391F0310-D82F-4676-B152-677B432E50D8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5055EF39-7FDC-4FC6-A805-77A277315CFB}">
      <dgm:prSet phldrT="[Texto]"/>
      <dgm:spPr>
        <a:solidFill>
          <a:srgbClr val="FF3399">
            <a:alpha val="90000"/>
          </a:srgbClr>
        </a:solidFill>
      </dgm:spPr>
      <dgm:t>
        <a:bodyPr/>
        <a:lstStyle/>
        <a:p>
          <a:r>
            <a:rPr lang="es-ES" dirty="0">
              <a:latin typeface=" Bahnschrift"/>
            </a:rPr>
            <a:t>2001</a:t>
          </a:r>
        </a:p>
      </dgm:t>
    </dgm:pt>
    <dgm:pt modelId="{C1784B5C-9145-4FF8-84E2-1B37665ACEB3}" type="parTrans" cxnId="{5C89DAF9-FF44-49C9-A7AA-1E387600FF11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5D9876F1-4B53-4C6C-9AA0-709D3B33A4C1}" type="sibTrans" cxnId="{5C89DAF9-FF44-49C9-A7AA-1E387600FF11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8F18AF6F-0DB1-4F33-8819-A25843123FE1}">
      <dgm:prSet phldrT="[Texto]"/>
      <dgm:spPr>
        <a:solidFill>
          <a:srgbClr val="FF3399"/>
        </a:solidFill>
      </dgm:spPr>
      <dgm:t>
        <a:bodyPr/>
        <a:lstStyle/>
        <a:p>
          <a:r>
            <a:rPr lang="es-ES" dirty="0" err="1">
              <a:latin typeface=" Bahnschrift"/>
            </a:rPr>
            <a:t>Plastic</a:t>
          </a:r>
          <a:r>
            <a:rPr lang="es-ES" dirty="0">
              <a:latin typeface=" Bahnschrift"/>
            </a:rPr>
            <a:t> Beach</a:t>
          </a:r>
        </a:p>
      </dgm:t>
    </dgm:pt>
    <dgm:pt modelId="{888887D0-26B4-4838-B373-CF4F71FC7704}" type="parTrans" cxnId="{F2F2C91D-8497-4C17-AEB3-008799A72DFF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24DD317D-AA77-4D7B-9C50-D996BA116C20}" type="sibTrans" cxnId="{F2F2C91D-8497-4C17-AEB3-008799A72DFF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5FC932B7-4333-431C-9811-13AD9D1E6FBA}">
      <dgm:prSet phldrT="[Texto]"/>
      <dgm:spPr>
        <a:solidFill>
          <a:srgbClr val="FF3399">
            <a:alpha val="90000"/>
          </a:srgbClr>
        </a:solidFill>
      </dgm:spPr>
      <dgm:t>
        <a:bodyPr/>
        <a:lstStyle/>
        <a:p>
          <a:r>
            <a:rPr lang="es-ES" dirty="0">
              <a:latin typeface=" Bahnschrift"/>
            </a:rPr>
            <a:t>2010</a:t>
          </a:r>
        </a:p>
      </dgm:t>
    </dgm:pt>
    <dgm:pt modelId="{F1568B22-5E29-493E-AE0B-8B39AE56A72E}" type="parTrans" cxnId="{CC00A1F1-A711-4B12-B7A5-9316361DD725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C3A67719-4FB5-4F7B-B4D3-EEB85FF86E7E}" type="sibTrans" cxnId="{CC00A1F1-A711-4B12-B7A5-9316361DD725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88245818-B29F-476D-80EE-75E45255C990}">
      <dgm:prSet phldrT="[Texto]"/>
      <dgm:spPr>
        <a:solidFill>
          <a:srgbClr val="FF3399"/>
        </a:solidFill>
      </dgm:spPr>
      <dgm:t>
        <a:bodyPr/>
        <a:lstStyle/>
        <a:p>
          <a:r>
            <a:rPr lang="es-ES" dirty="0" err="1">
              <a:latin typeface=" Bahnschrift"/>
            </a:rPr>
            <a:t>Demon</a:t>
          </a:r>
          <a:r>
            <a:rPr lang="es-ES" dirty="0">
              <a:latin typeface=" Bahnschrift"/>
            </a:rPr>
            <a:t> </a:t>
          </a:r>
          <a:r>
            <a:rPr lang="es-ES" dirty="0" err="1">
              <a:latin typeface=" Bahnschrift"/>
            </a:rPr>
            <a:t>Days</a:t>
          </a:r>
          <a:endParaRPr lang="es-ES" dirty="0">
            <a:latin typeface=" Bahnschrift"/>
          </a:endParaRPr>
        </a:p>
      </dgm:t>
    </dgm:pt>
    <dgm:pt modelId="{EB833FDE-B34D-43D0-B573-A11E42B8FF47}" type="sibTrans" cxnId="{3C05C51B-F1C8-494F-A5C1-07296ED1A7BB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9143FEE0-727C-4B28-A614-EA95FBA3D841}" type="parTrans" cxnId="{3C05C51B-F1C8-494F-A5C1-07296ED1A7BB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203241FD-FA1F-4561-8602-2EC38A0D988E}">
      <dgm:prSet phldrT="[Texto]"/>
      <dgm:spPr>
        <a:solidFill>
          <a:srgbClr val="FF3399">
            <a:alpha val="90000"/>
          </a:srgbClr>
        </a:solidFill>
      </dgm:spPr>
      <dgm:t>
        <a:bodyPr/>
        <a:lstStyle/>
        <a:p>
          <a:r>
            <a:rPr lang="es-ES" dirty="0">
              <a:latin typeface=" Bahnschrift"/>
            </a:rPr>
            <a:t>2005</a:t>
          </a:r>
        </a:p>
      </dgm:t>
    </dgm:pt>
    <dgm:pt modelId="{9D9A6362-C55C-4143-B12E-4E753796D013}" type="sibTrans" cxnId="{ACFDF6C3-05C1-4967-AD66-B701920502CC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63F0A460-8EE2-4CD9-B89A-E51B713CA9BA}" type="parTrans" cxnId="{ACFDF6C3-05C1-4967-AD66-B701920502CC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939F77DA-8827-4EDE-8337-A91BCA99E186}">
      <dgm:prSet phldrT="[Texto]"/>
      <dgm:spPr>
        <a:solidFill>
          <a:srgbClr val="FF3399"/>
        </a:solidFill>
      </dgm:spPr>
      <dgm:t>
        <a:bodyPr/>
        <a:lstStyle/>
        <a:p>
          <a:r>
            <a:rPr lang="es-ES" dirty="0" err="1">
              <a:latin typeface=" Bahnschrift"/>
            </a:rPr>
            <a:t>Humanz</a:t>
          </a:r>
          <a:endParaRPr lang="es-ES" dirty="0">
            <a:latin typeface=" Bahnschrift"/>
          </a:endParaRPr>
        </a:p>
      </dgm:t>
    </dgm:pt>
    <dgm:pt modelId="{8F6AD5DE-484F-4397-9F55-4AC86949D9FD}" type="parTrans" cxnId="{D0257C1A-43D4-41EC-B656-8F4FB2336736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64C00993-DD36-499D-867F-60BFBB06D880}" type="sibTrans" cxnId="{D0257C1A-43D4-41EC-B656-8F4FB2336736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E46A76AE-E139-44BD-9503-71F8027DDCC3}">
      <dgm:prSet phldrT="[Texto]"/>
      <dgm:spPr>
        <a:solidFill>
          <a:srgbClr val="FF3399">
            <a:alpha val="90000"/>
          </a:srgbClr>
        </a:solidFill>
      </dgm:spPr>
      <dgm:t>
        <a:bodyPr/>
        <a:lstStyle/>
        <a:p>
          <a:r>
            <a:rPr lang="es-ES" dirty="0">
              <a:latin typeface=" Bahnschrift"/>
            </a:rPr>
            <a:t>2017</a:t>
          </a:r>
        </a:p>
      </dgm:t>
    </dgm:pt>
    <dgm:pt modelId="{BC26AEAB-FA2C-47E1-9BE3-A2E1593C699A}" type="parTrans" cxnId="{5DE6E1A2-CBCA-4F48-A31E-77B040642A32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6F766DBC-F90D-4DAE-82DC-7CD2D494CF53}" type="sibTrans" cxnId="{5DE6E1A2-CBCA-4F48-A31E-77B040642A32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87866C1B-7482-4806-A6C6-1576BAB722AD}">
      <dgm:prSet phldrT="[Texto]"/>
      <dgm:spPr>
        <a:solidFill>
          <a:srgbClr val="FF3399"/>
        </a:solidFill>
      </dgm:spPr>
      <dgm:t>
        <a:bodyPr/>
        <a:lstStyle/>
        <a:p>
          <a:r>
            <a:rPr lang="es-ES" dirty="0" err="1">
              <a:latin typeface=" Bahnschrift"/>
            </a:rPr>
            <a:t>The</a:t>
          </a:r>
          <a:r>
            <a:rPr lang="es-ES" dirty="0">
              <a:latin typeface=" Bahnschrift"/>
            </a:rPr>
            <a:t> </a:t>
          </a:r>
          <a:r>
            <a:rPr lang="es-ES" dirty="0" err="1">
              <a:latin typeface=" Bahnschrift"/>
            </a:rPr>
            <a:t>Now</a:t>
          </a:r>
          <a:r>
            <a:rPr lang="es-ES" dirty="0">
              <a:latin typeface=" Bahnschrift"/>
            </a:rPr>
            <a:t> </a:t>
          </a:r>
          <a:r>
            <a:rPr lang="es-ES" dirty="0" err="1">
              <a:latin typeface=" Bahnschrift"/>
            </a:rPr>
            <a:t>Now</a:t>
          </a:r>
          <a:endParaRPr lang="es-ES" dirty="0">
            <a:latin typeface=" Bahnschrift"/>
          </a:endParaRPr>
        </a:p>
      </dgm:t>
    </dgm:pt>
    <dgm:pt modelId="{7623E040-8232-44EC-96EF-B479F4FBDFA1}" type="parTrans" cxnId="{4D2C692F-D945-4BF6-BD9E-7067661F2B70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A8362567-FCE8-44C9-A48B-8BD912007629}" type="sibTrans" cxnId="{4D2C692F-D945-4BF6-BD9E-7067661F2B70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BC644635-ABEB-46E1-B76B-2C9D86B37005}">
      <dgm:prSet phldrT="[Texto]"/>
      <dgm:spPr>
        <a:solidFill>
          <a:srgbClr val="FF3399"/>
        </a:solidFill>
      </dgm:spPr>
      <dgm:t>
        <a:bodyPr/>
        <a:lstStyle/>
        <a:p>
          <a:r>
            <a:rPr lang="es-ES" dirty="0">
              <a:latin typeface=" Bahnschrift"/>
            </a:rPr>
            <a:t>2018</a:t>
          </a:r>
        </a:p>
      </dgm:t>
    </dgm:pt>
    <dgm:pt modelId="{4E68EB77-C7E6-41E6-83AA-68275166A8EF}" type="parTrans" cxnId="{7DEC2E1F-0E16-4F98-999E-5B860991B899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24288CBC-1F1D-45A4-9F1A-1F72B0F85570}" type="sibTrans" cxnId="{7DEC2E1F-0E16-4F98-999E-5B860991B899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32575464-4484-458D-93F4-CA2855E6FB2D}">
      <dgm:prSet phldrT="[Texto]"/>
      <dgm:spPr>
        <a:solidFill>
          <a:srgbClr val="FF3399"/>
        </a:solidFill>
      </dgm:spPr>
      <dgm:t>
        <a:bodyPr/>
        <a:lstStyle/>
        <a:p>
          <a:r>
            <a:rPr lang="es-ES" dirty="0" err="1">
              <a:latin typeface=" Bahnschrift"/>
            </a:rPr>
            <a:t>Song</a:t>
          </a:r>
          <a:r>
            <a:rPr lang="es-ES" dirty="0">
              <a:latin typeface=" Bahnschrift"/>
            </a:rPr>
            <a:t> </a:t>
          </a:r>
          <a:r>
            <a:rPr lang="es-ES" dirty="0" err="1">
              <a:latin typeface=" Bahnschrift"/>
            </a:rPr>
            <a:t>Nachine</a:t>
          </a:r>
          <a:endParaRPr lang="es-ES" dirty="0">
            <a:latin typeface=" Bahnschrift"/>
          </a:endParaRPr>
        </a:p>
      </dgm:t>
    </dgm:pt>
    <dgm:pt modelId="{F888AF9F-52F9-4883-9617-CC7BC0235487}" type="parTrans" cxnId="{7516BF6F-1C5C-4047-BD6B-2F3F593CCB5F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7955985B-3E67-4EDE-A0B8-733E71D9CF87}" type="sibTrans" cxnId="{7516BF6F-1C5C-4047-BD6B-2F3F593CCB5F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D9B67A10-94D2-45AF-AAD7-27EDB53E608B}">
      <dgm:prSet phldrT="[Texto]"/>
      <dgm:spPr>
        <a:solidFill>
          <a:srgbClr val="FF3399"/>
        </a:solidFill>
      </dgm:spPr>
      <dgm:t>
        <a:bodyPr/>
        <a:lstStyle/>
        <a:p>
          <a:r>
            <a:rPr lang="es-ES" dirty="0">
              <a:latin typeface=" Bahnschrift"/>
            </a:rPr>
            <a:t>2020</a:t>
          </a:r>
        </a:p>
      </dgm:t>
    </dgm:pt>
    <dgm:pt modelId="{67BFCFB4-A842-44A0-BBC2-7EDDD774E71C}" type="parTrans" cxnId="{AA25103B-CE26-4540-9A1A-69DB57EA8F1C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1163D647-4927-4437-B052-5810D179E6EC}" type="sibTrans" cxnId="{AA25103B-CE26-4540-9A1A-69DB57EA8F1C}">
      <dgm:prSet/>
      <dgm:spPr/>
      <dgm:t>
        <a:bodyPr/>
        <a:lstStyle/>
        <a:p>
          <a:endParaRPr lang="es-ES">
            <a:latin typeface=" Bahnschrift"/>
          </a:endParaRPr>
        </a:p>
      </dgm:t>
    </dgm:pt>
    <dgm:pt modelId="{A6BF1FC9-C854-4FAB-8EE6-A9A163663DFC}" type="pres">
      <dgm:prSet presAssocID="{DDABF870-BD00-4252-BE6C-F9AD13559842}" presName="theList" presStyleCnt="0">
        <dgm:presLayoutVars>
          <dgm:dir/>
          <dgm:animLvl val="lvl"/>
          <dgm:resizeHandles val="exact"/>
        </dgm:presLayoutVars>
      </dgm:prSet>
      <dgm:spPr/>
    </dgm:pt>
    <dgm:pt modelId="{653E90C8-07A5-4714-A99C-94A1FF7A4D5C}" type="pres">
      <dgm:prSet presAssocID="{AC2CFC15-5DDB-4B91-89B2-F9D18742114D}" presName="compNode" presStyleCnt="0"/>
      <dgm:spPr/>
    </dgm:pt>
    <dgm:pt modelId="{C6FF14F5-673F-405B-86E5-3BCD16734B8B}" type="pres">
      <dgm:prSet presAssocID="{AC2CFC15-5DDB-4B91-89B2-F9D18742114D}" presName="noGeometry" presStyleCnt="0"/>
      <dgm:spPr/>
    </dgm:pt>
    <dgm:pt modelId="{75D332A6-C558-4DBC-89C6-20DC76528060}" type="pres">
      <dgm:prSet presAssocID="{AC2CFC15-5DDB-4B91-89B2-F9D18742114D}" presName="childTextVisible" presStyleLbl="bgAccFollowNode1" presStyleIdx="0" presStyleCnt="6">
        <dgm:presLayoutVars>
          <dgm:bulletEnabled val="1"/>
        </dgm:presLayoutVars>
      </dgm:prSet>
      <dgm:spPr/>
    </dgm:pt>
    <dgm:pt modelId="{A725561E-1B87-4354-A660-CF8DADF958CC}" type="pres">
      <dgm:prSet presAssocID="{AC2CFC15-5DDB-4B91-89B2-F9D18742114D}" presName="childTextHidden" presStyleLbl="bgAccFollowNode1" presStyleIdx="0" presStyleCnt="6"/>
      <dgm:spPr/>
    </dgm:pt>
    <dgm:pt modelId="{79D52D3B-A35F-469B-9297-8DCF7354D4D2}" type="pres">
      <dgm:prSet presAssocID="{AC2CFC15-5DDB-4B91-89B2-F9D18742114D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F9A4B80D-AAE2-4484-BA49-C34F8FB7D9C5}" type="pres">
      <dgm:prSet presAssocID="{AC2CFC15-5DDB-4B91-89B2-F9D18742114D}" presName="aSpace" presStyleCnt="0"/>
      <dgm:spPr/>
    </dgm:pt>
    <dgm:pt modelId="{10784C23-BAF8-4126-A6E2-771392D09C84}" type="pres">
      <dgm:prSet presAssocID="{88245818-B29F-476D-80EE-75E45255C990}" presName="compNode" presStyleCnt="0"/>
      <dgm:spPr/>
    </dgm:pt>
    <dgm:pt modelId="{7F42FC08-BC41-4CBC-8AD9-D327BB62EF0D}" type="pres">
      <dgm:prSet presAssocID="{88245818-B29F-476D-80EE-75E45255C990}" presName="noGeometry" presStyleCnt="0"/>
      <dgm:spPr/>
    </dgm:pt>
    <dgm:pt modelId="{29CAF313-9991-4AC3-995C-A6F47FF8EB29}" type="pres">
      <dgm:prSet presAssocID="{88245818-B29F-476D-80EE-75E45255C990}" presName="childTextVisible" presStyleLbl="bgAccFollowNode1" presStyleIdx="1" presStyleCnt="6">
        <dgm:presLayoutVars>
          <dgm:bulletEnabled val="1"/>
        </dgm:presLayoutVars>
      </dgm:prSet>
      <dgm:spPr/>
    </dgm:pt>
    <dgm:pt modelId="{FE160295-A50A-44BC-94B6-82D5CEB0CB27}" type="pres">
      <dgm:prSet presAssocID="{88245818-B29F-476D-80EE-75E45255C990}" presName="childTextHidden" presStyleLbl="bgAccFollowNode1" presStyleIdx="1" presStyleCnt="6"/>
      <dgm:spPr/>
    </dgm:pt>
    <dgm:pt modelId="{CA628317-FEF7-48A8-8747-0DB6F88298DE}" type="pres">
      <dgm:prSet presAssocID="{88245818-B29F-476D-80EE-75E45255C990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C1EA18EC-F310-49ED-947B-42C04C0D55DE}" type="pres">
      <dgm:prSet presAssocID="{88245818-B29F-476D-80EE-75E45255C990}" presName="aSpace" presStyleCnt="0"/>
      <dgm:spPr/>
    </dgm:pt>
    <dgm:pt modelId="{83869ACB-986E-486D-91D4-8A3622ECB90B}" type="pres">
      <dgm:prSet presAssocID="{8F18AF6F-0DB1-4F33-8819-A25843123FE1}" presName="compNode" presStyleCnt="0"/>
      <dgm:spPr/>
    </dgm:pt>
    <dgm:pt modelId="{A5588878-A17C-4C62-B117-FA59BEB60E43}" type="pres">
      <dgm:prSet presAssocID="{8F18AF6F-0DB1-4F33-8819-A25843123FE1}" presName="noGeometry" presStyleCnt="0"/>
      <dgm:spPr/>
    </dgm:pt>
    <dgm:pt modelId="{B976BA3E-A222-4A4A-8B3D-6C7C06FFAF08}" type="pres">
      <dgm:prSet presAssocID="{8F18AF6F-0DB1-4F33-8819-A25843123FE1}" presName="childTextVisible" presStyleLbl="bgAccFollowNode1" presStyleIdx="2" presStyleCnt="6">
        <dgm:presLayoutVars>
          <dgm:bulletEnabled val="1"/>
        </dgm:presLayoutVars>
      </dgm:prSet>
      <dgm:spPr/>
    </dgm:pt>
    <dgm:pt modelId="{CCB99D7A-F391-4D70-A955-2D33AF7248D0}" type="pres">
      <dgm:prSet presAssocID="{8F18AF6F-0DB1-4F33-8819-A25843123FE1}" presName="childTextHidden" presStyleLbl="bgAccFollowNode1" presStyleIdx="2" presStyleCnt="6"/>
      <dgm:spPr/>
    </dgm:pt>
    <dgm:pt modelId="{D8D4AC79-D2B7-41D7-A812-343B925AEFFA}" type="pres">
      <dgm:prSet presAssocID="{8F18AF6F-0DB1-4F33-8819-A25843123FE1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AD91CD35-3819-40AA-9B42-46B39DD4CFE7}" type="pres">
      <dgm:prSet presAssocID="{8F18AF6F-0DB1-4F33-8819-A25843123FE1}" presName="aSpace" presStyleCnt="0"/>
      <dgm:spPr/>
    </dgm:pt>
    <dgm:pt modelId="{43C43A05-DAC0-4A96-9D29-4FF6EED764CA}" type="pres">
      <dgm:prSet presAssocID="{939F77DA-8827-4EDE-8337-A91BCA99E186}" presName="compNode" presStyleCnt="0"/>
      <dgm:spPr/>
    </dgm:pt>
    <dgm:pt modelId="{1ACF4B2E-5D7F-4226-B367-60813B901D60}" type="pres">
      <dgm:prSet presAssocID="{939F77DA-8827-4EDE-8337-A91BCA99E186}" presName="noGeometry" presStyleCnt="0"/>
      <dgm:spPr/>
    </dgm:pt>
    <dgm:pt modelId="{ED788A36-242C-4FB6-992A-522D096A9F96}" type="pres">
      <dgm:prSet presAssocID="{939F77DA-8827-4EDE-8337-A91BCA99E186}" presName="childTextVisible" presStyleLbl="bgAccFollowNode1" presStyleIdx="3" presStyleCnt="6">
        <dgm:presLayoutVars>
          <dgm:bulletEnabled val="1"/>
        </dgm:presLayoutVars>
      </dgm:prSet>
      <dgm:spPr/>
    </dgm:pt>
    <dgm:pt modelId="{31969DCC-7E5F-478E-A602-6710CAA96053}" type="pres">
      <dgm:prSet presAssocID="{939F77DA-8827-4EDE-8337-A91BCA99E186}" presName="childTextHidden" presStyleLbl="bgAccFollowNode1" presStyleIdx="3" presStyleCnt="6"/>
      <dgm:spPr/>
    </dgm:pt>
    <dgm:pt modelId="{91A13661-A236-4A89-93A6-BFFDAB29E719}" type="pres">
      <dgm:prSet presAssocID="{939F77DA-8827-4EDE-8337-A91BCA99E186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B32C9962-F59A-41FD-97C3-17713EC66A35}" type="pres">
      <dgm:prSet presAssocID="{939F77DA-8827-4EDE-8337-A91BCA99E186}" presName="aSpace" presStyleCnt="0"/>
      <dgm:spPr/>
    </dgm:pt>
    <dgm:pt modelId="{024F9CE7-ED59-4BBA-84B3-AEC12A5149D7}" type="pres">
      <dgm:prSet presAssocID="{87866C1B-7482-4806-A6C6-1576BAB722AD}" presName="compNode" presStyleCnt="0"/>
      <dgm:spPr/>
    </dgm:pt>
    <dgm:pt modelId="{DFA4D042-FFC9-419C-88C3-D64878D0C619}" type="pres">
      <dgm:prSet presAssocID="{87866C1B-7482-4806-A6C6-1576BAB722AD}" presName="noGeometry" presStyleCnt="0"/>
      <dgm:spPr/>
    </dgm:pt>
    <dgm:pt modelId="{B257914B-7C74-4A14-89B8-F6B98F77A141}" type="pres">
      <dgm:prSet presAssocID="{87866C1B-7482-4806-A6C6-1576BAB722AD}" presName="childTextVisible" presStyleLbl="bgAccFollowNode1" presStyleIdx="4" presStyleCnt="6">
        <dgm:presLayoutVars>
          <dgm:bulletEnabled val="1"/>
        </dgm:presLayoutVars>
      </dgm:prSet>
      <dgm:spPr/>
    </dgm:pt>
    <dgm:pt modelId="{F5F95D95-4D25-4FC9-AA34-F11345C40E7F}" type="pres">
      <dgm:prSet presAssocID="{87866C1B-7482-4806-A6C6-1576BAB722AD}" presName="childTextHidden" presStyleLbl="bgAccFollowNode1" presStyleIdx="4" presStyleCnt="6"/>
      <dgm:spPr/>
    </dgm:pt>
    <dgm:pt modelId="{0C1078BC-57F2-4D01-83C2-B45C0433FAFB}" type="pres">
      <dgm:prSet presAssocID="{87866C1B-7482-4806-A6C6-1576BAB722AD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2A954C74-A052-46AB-913B-96F0A360BB9A}" type="pres">
      <dgm:prSet presAssocID="{87866C1B-7482-4806-A6C6-1576BAB722AD}" presName="aSpace" presStyleCnt="0"/>
      <dgm:spPr/>
    </dgm:pt>
    <dgm:pt modelId="{A4AE762D-6B13-42D7-805F-E568648F7EF2}" type="pres">
      <dgm:prSet presAssocID="{32575464-4484-458D-93F4-CA2855E6FB2D}" presName="compNode" presStyleCnt="0"/>
      <dgm:spPr/>
    </dgm:pt>
    <dgm:pt modelId="{96C4B0A4-2ED8-41AF-BF25-2A5B9444CD73}" type="pres">
      <dgm:prSet presAssocID="{32575464-4484-458D-93F4-CA2855E6FB2D}" presName="noGeometry" presStyleCnt="0"/>
      <dgm:spPr/>
    </dgm:pt>
    <dgm:pt modelId="{916E3137-F658-49D9-BDEE-19D82DF09951}" type="pres">
      <dgm:prSet presAssocID="{32575464-4484-458D-93F4-CA2855E6FB2D}" presName="childTextVisible" presStyleLbl="bgAccFollowNode1" presStyleIdx="5" presStyleCnt="6">
        <dgm:presLayoutVars>
          <dgm:bulletEnabled val="1"/>
        </dgm:presLayoutVars>
      </dgm:prSet>
      <dgm:spPr/>
    </dgm:pt>
    <dgm:pt modelId="{AD63C12C-95BE-4249-B8CE-078BAD021893}" type="pres">
      <dgm:prSet presAssocID="{32575464-4484-458D-93F4-CA2855E6FB2D}" presName="childTextHidden" presStyleLbl="bgAccFollowNode1" presStyleIdx="5" presStyleCnt="6"/>
      <dgm:spPr/>
    </dgm:pt>
    <dgm:pt modelId="{39ED10B2-01A7-4DE9-8052-C2B57CBD93E6}" type="pres">
      <dgm:prSet presAssocID="{32575464-4484-458D-93F4-CA2855E6FB2D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01199C0D-A32C-4A3B-B958-78D910894942}" type="presOf" srcId="{E46A76AE-E139-44BD-9503-71F8027DDCC3}" destId="{ED788A36-242C-4FB6-992A-522D096A9F96}" srcOrd="0" destOrd="0" presId="urn:microsoft.com/office/officeart/2005/8/layout/hProcess6"/>
    <dgm:cxn modelId="{391F0310-D82F-4676-B152-677B432E50D8}" srcId="{DDABF870-BD00-4252-BE6C-F9AD13559842}" destId="{AC2CFC15-5DDB-4B91-89B2-F9D18742114D}" srcOrd="0" destOrd="0" parTransId="{D340422D-BD3A-436C-9DF5-3BB7DFA6323D}" sibTransId="{A7011322-EFFC-42A1-A91F-94B0FE626A52}"/>
    <dgm:cxn modelId="{7A316C12-44D2-49C2-9860-C9173C82B892}" type="presOf" srcId="{939F77DA-8827-4EDE-8337-A91BCA99E186}" destId="{91A13661-A236-4A89-93A6-BFFDAB29E719}" srcOrd="0" destOrd="0" presId="urn:microsoft.com/office/officeart/2005/8/layout/hProcess6"/>
    <dgm:cxn modelId="{D0257C1A-43D4-41EC-B656-8F4FB2336736}" srcId="{DDABF870-BD00-4252-BE6C-F9AD13559842}" destId="{939F77DA-8827-4EDE-8337-A91BCA99E186}" srcOrd="3" destOrd="0" parTransId="{8F6AD5DE-484F-4397-9F55-4AC86949D9FD}" sibTransId="{64C00993-DD36-499D-867F-60BFBB06D880}"/>
    <dgm:cxn modelId="{BF4C161B-4413-4139-86B2-E4A7DB2503F0}" type="presOf" srcId="{8F18AF6F-0DB1-4F33-8819-A25843123FE1}" destId="{D8D4AC79-D2B7-41D7-A812-343B925AEFFA}" srcOrd="0" destOrd="0" presId="urn:microsoft.com/office/officeart/2005/8/layout/hProcess6"/>
    <dgm:cxn modelId="{3C05C51B-F1C8-494F-A5C1-07296ED1A7BB}" srcId="{DDABF870-BD00-4252-BE6C-F9AD13559842}" destId="{88245818-B29F-476D-80EE-75E45255C990}" srcOrd="1" destOrd="0" parTransId="{9143FEE0-727C-4B28-A614-EA95FBA3D841}" sibTransId="{EB833FDE-B34D-43D0-B573-A11E42B8FF47}"/>
    <dgm:cxn modelId="{F2F2C91D-8497-4C17-AEB3-008799A72DFF}" srcId="{DDABF870-BD00-4252-BE6C-F9AD13559842}" destId="{8F18AF6F-0DB1-4F33-8819-A25843123FE1}" srcOrd="2" destOrd="0" parTransId="{888887D0-26B4-4838-B373-CF4F71FC7704}" sibTransId="{24DD317D-AA77-4D7B-9C50-D996BA116C20}"/>
    <dgm:cxn modelId="{7DEC2E1F-0E16-4F98-999E-5B860991B899}" srcId="{87866C1B-7482-4806-A6C6-1576BAB722AD}" destId="{BC644635-ABEB-46E1-B76B-2C9D86B37005}" srcOrd="0" destOrd="0" parTransId="{4E68EB77-C7E6-41E6-83AA-68275166A8EF}" sibTransId="{24288CBC-1F1D-45A4-9F1A-1F72B0F85570}"/>
    <dgm:cxn modelId="{4D2C692F-D945-4BF6-BD9E-7067661F2B70}" srcId="{DDABF870-BD00-4252-BE6C-F9AD13559842}" destId="{87866C1B-7482-4806-A6C6-1576BAB722AD}" srcOrd="4" destOrd="0" parTransId="{7623E040-8232-44EC-96EF-B479F4FBDFA1}" sibTransId="{A8362567-FCE8-44C9-A48B-8BD912007629}"/>
    <dgm:cxn modelId="{EF48AE37-2769-4093-BB51-F1AF4794EAFA}" type="presOf" srcId="{D9B67A10-94D2-45AF-AAD7-27EDB53E608B}" destId="{AD63C12C-95BE-4249-B8CE-078BAD021893}" srcOrd="1" destOrd="0" presId="urn:microsoft.com/office/officeart/2005/8/layout/hProcess6"/>
    <dgm:cxn modelId="{AA25103B-CE26-4540-9A1A-69DB57EA8F1C}" srcId="{32575464-4484-458D-93F4-CA2855E6FB2D}" destId="{D9B67A10-94D2-45AF-AAD7-27EDB53E608B}" srcOrd="0" destOrd="0" parTransId="{67BFCFB4-A842-44A0-BBC2-7EDDD774E71C}" sibTransId="{1163D647-4927-4437-B052-5810D179E6EC}"/>
    <dgm:cxn modelId="{0D4BC33B-B08F-49E0-87D9-EC4F565CB007}" type="presOf" srcId="{BC644635-ABEB-46E1-B76B-2C9D86B37005}" destId="{B257914B-7C74-4A14-89B8-F6B98F77A141}" srcOrd="0" destOrd="0" presId="urn:microsoft.com/office/officeart/2005/8/layout/hProcess6"/>
    <dgm:cxn modelId="{0CD82263-761C-4F71-AEA9-873FD8B83F07}" type="presOf" srcId="{87866C1B-7482-4806-A6C6-1576BAB722AD}" destId="{0C1078BC-57F2-4D01-83C2-B45C0433FAFB}" srcOrd="0" destOrd="0" presId="urn:microsoft.com/office/officeart/2005/8/layout/hProcess6"/>
    <dgm:cxn modelId="{97EB606B-6E33-40F0-9E71-122DAF634382}" type="presOf" srcId="{5055EF39-7FDC-4FC6-A805-77A277315CFB}" destId="{A725561E-1B87-4354-A660-CF8DADF958CC}" srcOrd="1" destOrd="0" presId="urn:microsoft.com/office/officeart/2005/8/layout/hProcess6"/>
    <dgm:cxn modelId="{7516BF6F-1C5C-4047-BD6B-2F3F593CCB5F}" srcId="{DDABF870-BD00-4252-BE6C-F9AD13559842}" destId="{32575464-4484-458D-93F4-CA2855E6FB2D}" srcOrd="5" destOrd="0" parTransId="{F888AF9F-52F9-4883-9617-CC7BC0235487}" sibTransId="{7955985B-3E67-4EDE-A0B8-733E71D9CF87}"/>
    <dgm:cxn modelId="{B11B0851-63B6-468B-92AC-AEFA4AD9A5B4}" type="presOf" srcId="{5FC932B7-4333-431C-9811-13AD9D1E6FBA}" destId="{B976BA3E-A222-4A4A-8B3D-6C7C06FFAF08}" srcOrd="0" destOrd="0" presId="urn:microsoft.com/office/officeart/2005/8/layout/hProcess6"/>
    <dgm:cxn modelId="{12F67878-D0BB-43E6-ABE2-12ED9353DD8E}" type="presOf" srcId="{BC644635-ABEB-46E1-B76B-2C9D86B37005}" destId="{F5F95D95-4D25-4FC9-AA34-F11345C40E7F}" srcOrd="1" destOrd="0" presId="urn:microsoft.com/office/officeart/2005/8/layout/hProcess6"/>
    <dgm:cxn modelId="{C6432A8D-648E-4D7D-9F5E-4A6D09BBE797}" type="presOf" srcId="{AC2CFC15-5DDB-4B91-89B2-F9D18742114D}" destId="{79D52D3B-A35F-469B-9297-8DCF7354D4D2}" srcOrd="0" destOrd="0" presId="urn:microsoft.com/office/officeart/2005/8/layout/hProcess6"/>
    <dgm:cxn modelId="{0AAA2A8D-A359-4CE0-A8FF-E43636B82EFA}" type="presOf" srcId="{E46A76AE-E139-44BD-9503-71F8027DDCC3}" destId="{31969DCC-7E5F-478E-A602-6710CAA96053}" srcOrd="1" destOrd="0" presId="urn:microsoft.com/office/officeart/2005/8/layout/hProcess6"/>
    <dgm:cxn modelId="{5DE6E1A2-CBCA-4F48-A31E-77B040642A32}" srcId="{939F77DA-8827-4EDE-8337-A91BCA99E186}" destId="{E46A76AE-E139-44BD-9503-71F8027DDCC3}" srcOrd="0" destOrd="0" parTransId="{BC26AEAB-FA2C-47E1-9BE3-A2E1593C699A}" sibTransId="{6F766DBC-F90D-4DAE-82DC-7CD2D494CF53}"/>
    <dgm:cxn modelId="{84C5F6C1-5D8B-49FE-AB51-7F8204E6F035}" type="presOf" srcId="{5FC932B7-4333-431C-9811-13AD9D1E6FBA}" destId="{CCB99D7A-F391-4D70-A955-2D33AF7248D0}" srcOrd="1" destOrd="0" presId="urn:microsoft.com/office/officeart/2005/8/layout/hProcess6"/>
    <dgm:cxn modelId="{ACFDF6C3-05C1-4967-AD66-B701920502CC}" srcId="{88245818-B29F-476D-80EE-75E45255C990}" destId="{203241FD-FA1F-4561-8602-2EC38A0D988E}" srcOrd="0" destOrd="0" parTransId="{63F0A460-8EE2-4CD9-B89A-E51B713CA9BA}" sibTransId="{9D9A6362-C55C-4143-B12E-4E753796D013}"/>
    <dgm:cxn modelId="{31F9B3C5-AF12-4C8B-8EE5-9CC3F603BAA5}" type="presOf" srcId="{88245818-B29F-476D-80EE-75E45255C990}" destId="{CA628317-FEF7-48A8-8747-0DB6F88298DE}" srcOrd="0" destOrd="0" presId="urn:microsoft.com/office/officeart/2005/8/layout/hProcess6"/>
    <dgm:cxn modelId="{15D588C7-16E1-4DEC-BB14-03E4ED2AA5B9}" type="presOf" srcId="{DDABF870-BD00-4252-BE6C-F9AD13559842}" destId="{A6BF1FC9-C854-4FAB-8EE6-A9A163663DFC}" srcOrd="0" destOrd="0" presId="urn:microsoft.com/office/officeart/2005/8/layout/hProcess6"/>
    <dgm:cxn modelId="{D4391FCB-6225-405F-B5B7-2DB78649D2A0}" type="presOf" srcId="{32575464-4484-458D-93F4-CA2855E6FB2D}" destId="{39ED10B2-01A7-4DE9-8052-C2B57CBD93E6}" srcOrd="0" destOrd="0" presId="urn:microsoft.com/office/officeart/2005/8/layout/hProcess6"/>
    <dgm:cxn modelId="{15E887CE-BF5F-44E3-A85F-2187BACE785F}" type="presOf" srcId="{D9B67A10-94D2-45AF-AAD7-27EDB53E608B}" destId="{916E3137-F658-49D9-BDEE-19D82DF09951}" srcOrd="0" destOrd="0" presId="urn:microsoft.com/office/officeart/2005/8/layout/hProcess6"/>
    <dgm:cxn modelId="{3103B8D3-F76F-40C5-8868-128826042B73}" type="presOf" srcId="{5055EF39-7FDC-4FC6-A805-77A277315CFB}" destId="{75D332A6-C558-4DBC-89C6-20DC76528060}" srcOrd="0" destOrd="0" presId="urn:microsoft.com/office/officeart/2005/8/layout/hProcess6"/>
    <dgm:cxn modelId="{74FFFBD4-A4C4-4C7B-9FCD-9FB1BADE276F}" type="presOf" srcId="{203241FD-FA1F-4561-8602-2EC38A0D988E}" destId="{FE160295-A50A-44BC-94B6-82D5CEB0CB27}" srcOrd="1" destOrd="0" presId="urn:microsoft.com/office/officeart/2005/8/layout/hProcess6"/>
    <dgm:cxn modelId="{CC00A1F1-A711-4B12-B7A5-9316361DD725}" srcId="{8F18AF6F-0DB1-4F33-8819-A25843123FE1}" destId="{5FC932B7-4333-431C-9811-13AD9D1E6FBA}" srcOrd="0" destOrd="0" parTransId="{F1568B22-5E29-493E-AE0B-8B39AE56A72E}" sibTransId="{C3A67719-4FB5-4F7B-B4D3-EEB85FF86E7E}"/>
    <dgm:cxn modelId="{EADBBDF6-36D1-42F8-9E8D-FE667998BD93}" type="presOf" srcId="{203241FD-FA1F-4561-8602-2EC38A0D988E}" destId="{29CAF313-9991-4AC3-995C-A6F47FF8EB29}" srcOrd="0" destOrd="0" presId="urn:microsoft.com/office/officeart/2005/8/layout/hProcess6"/>
    <dgm:cxn modelId="{5C89DAF9-FF44-49C9-A7AA-1E387600FF11}" srcId="{AC2CFC15-5DDB-4B91-89B2-F9D18742114D}" destId="{5055EF39-7FDC-4FC6-A805-77A277315CFB}" srcOrd="0" destOrd="0" parTransId="{C1784B5C-9145-4FF8-84E2-1B37665ACEB3}" sibTransId="{5D9876F1-4B53-4C6C-9AA0-709D3B33A4C1}"/>
    <dgm:cxn modelId="{6595E2DE-FC75-4857-9CEC-01049E1AE1A1}" type="presParOf" srcId="{A6BF1FC9-C854-4FAB-8EE6-A9A163663DFC}" destId="{653E90C8-07A5-4714-A99C-94A1FF7A4D5C}" srcOrd="0" destOrd="0" presId="urn:microsoft.com/office/officeart/2005/8/layout/hProcess6"/>
    <dgm:cxn modelId="{717B4FA8-00FD-472E-9983-60079D7FA6B5}" type="presParOf" srcId="{653E90C8-07A5-4714-A99C-94A1FF7A4D5C}" destId="{C6FF14F5-673F-405B-86E5-3BCD16734B8B}" srcOrd="0" destOrd="0" presId="urn:microsoft.com/office/officeart/2005/8/layout/hProcess6"/>
    <dgm:cxn modelId="{4CC69AB9-5B93-4BED-A10C-38919D34683A}" type="presParOf" srcId="{653E90C8-07A5-4714-A99C-94A1FF7A4D5C}" destId="{75D332A6-C558-4DBC-89C6-20DC76528060}" srcOrd="1" destOrd="0" presId="urn:microsoft.com/office/officeart/2005/8/layout/hProcess6"/>
    <dgm:cxn modelId="{CC1763D2-0855-4314-B140-6FBAD2E6EBE4}" type="presParOf" srcId="{653E90C8-07A5-4714-A99C-94A1FF7A4D5C}" destId="{A725561E-1B87-4354-A660-CF8DADF958CC}" srcOrd="2" destOrd="0" presId="urn:microsoft.com/office/officeart/2005/8/layout/hProcess6"/>
    <dgm:cxn modelId="{720978FA-15CA-493E-838F-51B920A020CD}" type="presParOf" srcId="{653E90C8-07A5-4714-A99C-94A1FF7A4D5C}" destId="{79D52D3B-A35F-469B-9297-8DCF7354D4D2}" srcOrd="3" destOrd="0" presId="urn:microsoft.com/office/officeart/2005/8/layout/hProcess6"/>
    <dgm:cxn modelId="{D4504E03-8519-4615-B602-64958D484CB7}" type="presParOf" srcId="{A6BF1FC9-C854-4FAB-8EE6-A9A163663DFC}" destId="{F9A4B80D-AAE2-4484-BA49-C34F8FB7D9C5}" srcOrd="1" destOrd="0" presId="urn:microsoft.com/office/officeart/2005/8/layout/hProcess6"/>
    <dgm:cxn modelId="{D3BD71FE-4939-48D9-8003-CDBC0929FA39}" type="presParOf" srcId="{A6BF1FC9-C854-4FAB-8EE6-A9A163663DFC}" destId="{10784C23-BAF8-4126-A6E2-771392D09C84}" srcOrd="2" destOrd="0" presId="urn:microsoft.com/office/officeart/2005/8/layout/hProcess6"/>
    <dgm:cxn modelId="{607A4377-4810-4D9F-A7CA-13F6FDFC780F}" type="presParOf" srcId="{10784C23-BAF8-4126-A6E2-771392D09C84}" destId="{7F42FC08-BC41-4CBC-8AD9-D327BB62EF0D}" srcOrd="0" destOrd="0" presId="urn:microsoft.com/office/officeart/2005/8/layout/hProcess6"/>
    <dgm:cxn modelId="{90342373-99D3-4674-92C2-AD5822B41DDA}" type="presParOf" srcId="{10784C23-BAF8-4126-A6E2-771392D09C84}" destId="{29CAF313-9991-4AC3-995C-A6F47FF8EB29}" srcOrd="1" destOrd="0" presId="urn:microsoft.com/office/officeart/2005/8/layout/hProcess6"/>
    <dgm:cxn modelId="{9501DD99-A685-4C46-8EC9-CFA6DB5ED14C}" type="presParOf" srcId="{10784C23-BAF8-4126-A6E2-771392D09C84}" destId="{FE160295-A50A-44BC-94B6-82D5CEB0CB27}" srcOrd="2" destOrd="0" presId="urn:microsoft.com/office/officeart/2005/8/layout/hProcess6"/>
    <dgm:cxn modelId="{D203E87D-0E6A-40E0-8465-6ADAA8533315}" type="presParOf" srcId="{10784C23-BAF8-4126-A6E2-771392D09C84}" destId="{CA628317-FEF7-48A8-8747-0DB6F88298DE}" srcOrd="3" destOrd="0" presId="urn:microsoft.com/office/officeart/2005/8/layout/hProcess6"/>
    <dgm:cxn modelId="{4A6D57D0-0D6F-4C07-A7E4-BD4BA22A9062}" type="presParOf" srcId="{A6BF1FC9-C854-4FAB-8EE6-A9A163663DFC}" destId="{C1EA18EC-F310-49ED-947B-42C04C0D55DE}" srcOrd="3" destOrd="0" presId="urn:microsoft.com/office/officeart/2005/8/layout/hProcess6"/>
    <dgm:cxn modelId="{1E7AEA3B-D146-43DF-87BD-1FAA7BFA99CE}" type="presParOf" srcId="{A6BF1FC9-C854-4FAB-8EE6-A9A163663DFC}" destId="{83869ACB-986E-486D-91D4-8A3622ECB90B}" srcOrd="4" destOrd="0" presId="urn:microsoft.com/office/officeart/2005/8/layout/hProcess6"/>
    <dgm:cxn modelId="{C39F87D8-1623-49F8-92E2-8B3047F39BF8}" type="presParOf" srcId="{83869ACB-986E-486D-91D4-8A3622ECB90B}" destId="{A5588878-A17C-4C62-B117-FA59BEB60E43}" srcOrd="0" destOrd="0" presId="urn:microsoft.com/office/officeart/2005/8/layout/hProcess6"/>
    <dgm:cxn modelId="{914CE6B2-BF99-455C-B5E2-4D0C3E56829C}" type="presParOf" srcId="{83869ACB-986E-486D-91D4-8A3622ECB90B}" destId="{B976BA3E-A222-4A4A-8B3D-6C7C06FFAF08}" srcOrd="1" destOrd="0" presId="urn:microsoft.com/office/officeart/2005/8/layout/hProcess6"/>
    <dgm:cxn modelId="{E581252D-05BF-4596-863F-B79F6340ADEB}" type="presParOf" srcId="{83869ACB-986E-486D-91D4-8A3622ECB90B}" destId="{CCB99D7A-F391-4D70-A955-2D33AF7248D0}" srcOrd="2" destOrd="0" presId="urn:microsoft.com/office/officeart/2005/8/layout/hProcess6"/>
    <dgm:cxn modelId="{4C2F8763-74F0-4E40-8F7F-BD5BC06B715F}" type="presParOf" srcId="{83869ACB-986E-486D-91D4-8A3622ECB90B}" destId="{D8D4AC79-D2B7-41D7-A812-343B925AEFFA}" srcOrd="3" destOrd="0" presId="urn:microsoft.com/office/officeart/2005/8/layout/hProcess6"/>
    <dgm:cxn modelId="{0F3E8C04-D0B4-4F4E-BB2F-0DA807A0F486}" type="presParOf" srcId="{A6BF1FC9-C854-4FAB-8EE6-A9A163663DFC}" destId="{AD91CD35-3819-40AA-9B42-46B39DD4CFE7}" srcOrd="5" destOrd="0" presId="urn:microsoft.com/office/officeart/2005/8/layout/hProcess6"/>
    <dgm:cxn modelId="{047C3B8E-DB2A-4E8D-9358-6F50BAFE56E0}" type="presParOf" srcId="{A6BF1FC9-C854-4FAB-8EE6-A9A163663DFC}" destId="{43C43A05-DAC0-4A96-9D29-4FF6EED764CA}" srcOrd="6" destOrd="0" presId="urn:microsoft.com/office/officeart/2005/8/layout/hProcess6"/>
    <dgm:cxn modelId="{66BCFCEA-069F-4031-8308-C17200CE0038}" type="presParOf" srcId="{43C43A05-DAC0-4A96-9D29-4FF6EED764CA}" destId="{1ACF4B2E-5D7F-4226-B367-60813B901D60}" srcOrd="0" destOrd="0" presId="urn:microsoft.com/office/officeart/2005/8/layout/hProcess6"/>
    <dgm:cxn modelId="{1F31D830-BFB8-4906-8033-7B5643836D3D}" type="presParOf" srcId="{43C43A05-DAC0-4A96-9D29-4FF6EED764CA}" destId="{ED788A36-242C-4FB6-992A-522D096A9F96}" srcOrd="1" destOrd="0" presId="urn:microsoft.com/office/officeart/2005/8/layout/hProcess6"/>
    <dgm:cxn modelId="{C16BB5BF-C747-46C7-A5D0-D5B311582405}" type="presParOf" srcId="{43C43A05-DAC0-4A96-9D29-4FF6EED764CA}" destId="{31969DCC-7E5F-478E-A602-6710CAA96053}" srcOrd="2" destOrd="0" presId="urn:microsoft.com/office/officeart/2005/8/layout/hProcess6"/>
    <dgm:cxn modelId="{FCF25B49-4D87-4175-97DB-EA267520A357}" type="presParOf" srcId="{43C43A05-DAC0-4A96-9D29-4FF6EED764CA}" destId="{91A13661-A236-4A89-93A6-BFFDAB29E719}" srcOrd="3" destOrd="0" presId="urn:microsoft.com/office/officeart/2005/8/layout/hProcess6"/>
    <dgm:cxn modelId="{E8D0CD8D-4AAE-4EB5-A2C5-A6E1461C4EC3}" type="presParOf" srcId="{A6BF1FC9-C854-4FAB-8EE6-A9A163663DFC}" destId="{B32C9962-F59A-41FD-97C3-17713EC66A35}" srcOrd="7" destOrd="0" presId="urn:microsoft.com/office/officeart/2005/8/layout/hProcess6"/>
    <dgm:cxn modelId="{01E5CDAF-0D32-4D3E-B696-CE74740B0431}" type="presParOf" srcId="{A6BF1FC9-C854-4FAB-8EE6-A9A163663DFC}" destId="{024F9CE7-ED59-4BBA-84B3-AEC12A5149D7}" srcOrd="8" destOrd="0" presId="urn:microsoft.com/office/officeart/2005/8/layout/hProcess6"/>
    <dgm:cxn modelId="{BA61A857-1003-4FEF-AF5E-A9DF8387572B}" type="presParOf" srcId="{024F9CE7-ED59-4BBA-84B3-AEC12A5149D7}" destId="{DFA4D042-FFC9-419C-88C3-D64878D0C619}" srcOrd="0" destOrd="0" presId="urn:microsoft.com/office/officeart/2005/8/layout/hProcess6"/>
    <dgm:cxn modelId="{8ED901A4-B776-4B42-A14F-F41954C184DA}" type="presParOf" srcId="{024F9CE7-ED59-4BBA-84B3-AEC12A5149D7}" destId="{B257914B-7C74-4A14-89B8-F6B98F77A141}" srcOrd="1" destOrd="0" presId="urn:microsoft.com/office/officeart/2005/8/layout/hProcess6"/>
    <dgm:cxn modelId="{4B62493C-5ED5-4DD1-A6E6-5F693A7DE3BB}" type="presParOf" srcId="{024F9CE7-ED59-4BBA-84B3-AEC12A5149D7}" destId="{F5F95D95-4D25-4FC9-AA34-F11345C40E7F}" srcOrd="2" destOrd="0" presId="urn:microsoft.com/office/officeart/2005/8/layout/hProcess6"/>
    <dgm:cxn modelId="{5C30A0D5-6E4D-484F-A9F5-A8DE98DDC6E6}" type="presParOf" srcId="{024F9CE7-ED59-4BBA-84B3-AEC12A5149D7}" destId="{0C1078BC-57F2-4D01-83C2-B45C0433FAFB}" srcOrd="3" destOrd="0" presId="urn:microsoft.com/office/officeart/2005/8/layout/hProcess6"/>
    <dgm:cxn modelId="{7A5F9F3A-2A06-4FF0-89E7-D56D48348F68}" type="presParOf" srcId="{A6BF1FC9-C854-4FAB-8EE6-A9A163663DFC}" destId="{2A954C74-A052-46AB-913B-96F0A360BB9A}" srcOrd="9" destOrd="0" presId="urn:microsoft.com/office/officeart/2005/8/layout/hProcess6"/>
    <dgm:cxn modelId="{479730F9-F0D3-4DF6-AD45-0D98D9E30B1A}" type="presParOf" srcId="{A6BF1FC9-C854-4FAB-8EE6-A9A163663DFC}" destId="{A4AE762D-6B13-42D7-805F-E568648F7EF2}" srcOrd="10" destOrd="0" presId="urn:microsoft.com/office/officeart/2005/8/layout/hProcess6"/>
    <dgm:cxn modelId="{51FCFB47-FFA6-4FA4-9298-DF9428EF8085}" type="presParOf" srcId="{A4AE762D-6B13-42D7-805F-E568648F7EF2}" destId="{96C4B0A4-2ED8-41AF-BF25-2A5B9444CD73}" srcOrd="0" destOrd="0" presId="urn:microsoft.com/office/officeart/2005/8/layout/hProcess6"/>
    <dgm:cxn modelId="{FAE27E44-A5B3-40F6-A55A-8CF92EB80EE8}" type="presParOf" srcId="{A4AE762D-6B13-42D7-805F-E568648F7EF2}" destId="{916E3137-F658-49D9-BDEE-19D82DF09951}" srcOrd="1" destOrd="0" presId="urn:microsoft.com/office/officeart/2005/8/layout/hProcess6"/>
    <dgm:cxn modelId="{50CA690A-EF6E-4BDC-9B51-5C7FCB135B54}" type="presParOf" srcId="{A4AE762D-6B13-42D7-805F-E568648F7EF2}" destId="{AD63C12C-95BE-4249-B8CE-078BAD021893}" srcOrd="2" destOrd="0" presId="urn:microsoft.com/office/officeart/2005/8/layout/hProcess6"/>
    <dgm:cxn modelId="{6710D6EF-24B7-4523-A323-9ADE72B1DCF9}" type="presParOf" srcId="{A4AE762D-6B13-42D7-805F-E568648F7EF2}" destId="{39ED10B2-01A7-4DE9-8052-C2B57CBD93E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332A6-C558-4DBC-89C6-20DC76528060}">
      <dsp:nvSpPr>
        <dsp:cNvPr id="0" name=""/>
        <dsp:cNvSpPr/>
      </dsp:nvSpPr>
      <dsp:spPr>
        <a:xfrm>
          <a:off x="384699" y="2470776"/>
          <a:ext cx="1525694" cy="1333649"/>
        </a:xfrm>
        <a:prstGeom prst="rightArrow">
          <a:avLst>
            <a:gd name="adj1" fmla="val 70000"/>
            <a:gd name="adj2" fmla="val 50000"/>
          </a:avLst>
        </a:prstGeom>
        <a:solidFill>
          <a:srgbClr val="FF3399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>
              <a:latin typeface=" Bahnschrift"/>
            </a:rPr>
            <a:t>2001</a:t>
          </a:r>
        </a:p>
      </dsp:txBody>
      <dsp:txXfrm>
        <a:off x="766123" y="2670823"/>
        <a:ext cx="743776" cy="933555"/>
      </dsp:txXfrm>
    </dsp:sp>
    <dsp:sp modelId="{79D52D3B-A35F-469B-9297-8DCF7354D4D2}">
      <dsp:nvSpPr>
        <dsp:cNvPr id="0" name=""/>
        <dsp:cNvSpPr/>
      </dsp:nvSpPr>
      <dsp:spPr>
        <a:xfrm>
          <a:off x="3275" y="2756177"/>
          <a:ext cx="762847" cy="762847"/>
        </a:xfrm>
        <a:prstGeom prst="ellipse">
          <a:avLst/>
        </a:prstGeom>
        <a:solidFill>
          <a:srgbClr val="FF33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>
              <a:latin typeface=" Bahnschrift"/>
            </a:rPr>
            <a:t>Gorillaz</a:t>
          </a:r>
        </a:p>
      </dsp:txBody>
      <dsp:txXfrm>
        <a:off x="114991" y="2867893"/>
        <a:ext cx="539415" cy="539415"/>
      </dsp:txXfrm>
    </dsp:sp>
    <dsp:sp modelId="{29CAF313-9991-4AC3-995C-A6F47FF8EB29}">
      <dsp:nvSpPr>
        <dsp:cNvPr id="0" name=""/>
        <dsp:cNvSpPr/>
      </dsp:nvSpPr>
      <dsp:spPr>
        <a:xfrm>
          <a:off x="2387173" y="2470776"/>
          <a:ext cx="1525694" cy="1333649"/>
        </a:xfrm>
        <a:prstGeom prst="rightArrow">
          <a:avLst>
            <a:gd name="adj1" fmla="val 70000"/>
            <a:gd name="adj2" fmla="val 50000"/>
          </a:avLst>
        </a:prstGeom>
        <a:solidFill>
          <a:srgbClr val="FF3399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>
              <a:latin typeface=" Bahnschrift"/>
            </a:rPr>
            <a:t>2005</a:t>
          </a:r>
        </a:p>
      </dsp:txBody>
      <dsp:txXfrm>
        <a:off x="2768597" y="2670823"/>
        <a:ext cx="743776" cy="933555"/>
      </dsp:txXfrm>
    </dsp:sp>
    <dsp:sp modelId="{CA628317-FEF7-48A8-8747-0DB6F88298DE}">
      <dsp:nvSpPr>
        <dsp:cNvPr id="0" name=""/>
        <dsp:cNvSpPr/>
      </dsp:nvSpPr>
      <dsp:spPr>
        <a:xfrm>
          <a:off x="2005750" y="2756177"/>
          <a:ext cx="762847" cy="762847"/>
        </a:xfrm>
        <a:prstGeom prst="ellipse">
          <a:avLst/>
        </a:prstGeom>
        <a:solidFill>
          <a:srgbClr val="FF33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 err="1">
              <a:latin typeface=" Bahnschrift"/>
            </a:rPr>
            <a:t>Demon</a:t>
          </a:r>
          <a:r>
            <a:rPr lang="es-ES" sz="1100" kern="1200" dirty="0">
              <a:latin typeface=" Bahnschrift"/>
            </a:rPr>
            <a:t> </a:t>
          </a:r>
          <a:r>
            <a:rPr lang="es-ES" sz="1100" kern="1200" dirty="0" err="1">
              <a:latin typeface=" Bahnschrift"/>
            </a:rPr>
            <a:t>Days</a:t>
          </a:r>
          <a:endParaRPr lang="es-ES" sz="1100" kern="1200" dirty="0">
            <a:latin typeface=" Bahnschrift"/>
          </a:endParaRPr>
        </a:p>
      </dsp:txBody>
      <dsp:txXfrm>
        <a:off x="2117466" y="2867893"/>
        <a:ext cx="539415" cy="539415"/>
      </dsp:txXfrm>
    </dsp:sp>
    <dsp:sp modelId="{B976BA3E-A222-4A4A-8B3D-6C7C06FFAF08}">
      <dsp:nvSpPr>
        <dsp:cNvPr id="0" name=""/>
        <dsp:cNvSpPr/>
      </dsp:nvSpPr>
      <dsp:spPr>
        <a:xfrm>
          <a:off x="4389648" y="2470776"/>
          <a:ext cx="1525694" cy="1333649"/>
        </a:xfrm>
        <a:prstGeom prst="rightArrow">
          <a:avLst>
            <a:gd name="adj1" fmla="val 70000"/>
            <a:gd name="adj2" fmla="val 50000"/>
          </a:avLst>
        </a:prstGeom>
        <a:solidFill>
          <a:srgbClr val="FF3399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>
              <a:latin typeface=" Bahnschrift"/>
            </a:rPr>
            <a:t>2010</a:t>
          </a:r>
        </a:p>
      </dsp:txBody>
      <dsp:txXfrm>
        <a:off x="4771072" y="2670823"/>
        <a:ext cx="743776" cy="933555"/>
      </dsp:txXfrm>
    </dsp:sp>
    <dsp:sp modelId="{D8D4AC79-D2B7-41D7-A812-343B925AEFFA}">
      <dsp:nvSpPr>
        <dsp:cNvPr id="0" name=""/>
        <dsp:cNvSpPr/>
      </dsp:nvSpPr>
      <dsp:spPr>
        <a:xfrm>
          <a:off x="4008224" y="2756177"/>
          <a:ext cx="762847" cy="762847"/>
        </a:xfrm>
        <a:prstGeom prst="ellipse">
          <a:avLst/>
        </a:prstGeom>
        <a:solidFill>
          <a:srgbClr val="FF33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 err="1">
              <a:latin typeface=" Bahnschrift"/>
            </a:rPr>
            <a:t>Plastic</a:t>
          </a:r>
          <a:r>
            <a:rPr lang="es-ES" sz="1100" kern="1200" dirty="0">
              <a:latin typeface=" Bahnschrift"/>
            </a:rPr>
            <a:t> Beach</a:t>
          </a:r>
        </a:p>
      </dsp:txBody>
      <dsp:txXfrm>
        <a:off x="4119940" y="2867893"/>
        <a:ext cx="539415" cy="539415"/>
      </dsp:txXfrm>
    </dsp:sp>
    <dsp:sp modelId="{ED788A36-242C-4FB6-992A-522D096A9F96}">
      <dsp:nvSpPr>
        <dsp:cNvPr id="0" name=""/>
        <dsp:cNvSpPr/>
      </dsp:nvSpPr>
      <dsp:spPr>
        <a:xfrm>
          <a:off x="6392123" y="2470776"/>
          <a:ext cx="1525694" cy="1333649"/>
        </a:xfrm>
        <a:prstGeom prst="rightArrow">
          <a:avLst>
            <a:gd name="adj1" fmla="val 70000"/>
            <a:gd name="adj2" fmla="val 50000"/>
          </a:avLst>
        </a:prstGeom>
        <a:solidFill>
          <a:srgbClr val="FF3399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>
              <a:latin typeface=" Bahnschrift"/>
            </a:rPr>
            <a:t>2017</a:t>
          </a:r>
        </a:p>
      </dsp:txBody>
      <dsp:txXfrm>
        <a:off x="6773546" y="2670823"/>
        <a:ext cx="743776" cy="933555"/>
      </dsp:txXfrm>
    </dsp:sp>
    <dsp:sp modelId="{91A13661-A236-4A89-93A6-BFFDAB29E719}">
      <dsp:nvSpPr>
        <dsp:cNvPr id="0" name=""/>
        <dsp:cNvSpPr/>
      </dsp:nvSpPr>
      <dsp:spPr>
        <a:xfrm>
          <a:off x="6010699" y="2756177"/>
          <a:ext cx="762847" cy="762847"/>
        </a:xfrm>
        <a:prstGeom prst="ellipse">
          <a:avLst/>
        </a:prstGeom>
        <a:solidFill>
          <a:srgbClr val="FF33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 err="1">
              <a:latin typeface=" Bahnschrift"/>
            </a:rPr>
            <a:t>Humanz</a:t>
          </a:r>
          <a:endParaRPr lang="es-ES" sz="1100" kern="1200" dirty="0">
            <a:latin typeface=" Bahnschrift"/>
          </a:endParaRPr>
        </a:p>
      </dsp:txBody>
      <dsp:txXfrm>
        <a:off x="6122415" y="2867893"/>
        <a:ext cx="539415" cy="539415"/>
      </dsp:txXfrm>
    </dsp:sp>
    <dsp:sp modelId="{B257914B-7C74-4A14-89B8-F6B98F77A141}">
      <dsp:nvSpPr>
        <dsp:cNvPr id="0" name=""/>
        <dsp:cNvSpPr/>
      </dsp:nvSpPr>
      <dsp:spPr>
        <a:xfrm>
          <a:off x="8394597" y="2470776"/>
          <a:ext cx="1525694" cy="1333649"/>
        </a:xfrm>
        <a:prstGeom prst="rightArrow">
          <a:avLst>
            <a:gd name="adj1" fmla="val 70000"/>
            <a:gd name="adj2" fmla="val 50000"/>
          </a:avLst>
        </a:prstGeom>
        <a:solidFill>
          <a:srgbClr val="FF3399"/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>
              <a:latin typeface=" Bahnschrift"/>
            </a:rPr>
            <a:t>2018</a:t>
          </a:r>
        </a:p>
      </dsp:txBody>
      <dsp:txXfrm>
        <a:off x="8776021" y="2670823"/>
        <a:ext cx="743776" cy="933555"/>
      </dsp:txXfrm>
    </dsp:sp>
    <dsp:sp modelId="{0C1078BC-57F2-4D01-83C2-B45C0433FAFB}">
      <dsp:nvSpPr>
        <dsp:cNvPr id="0" name=""/>
        <dsp:cNvSpPr/>
      </dsp:nvSpPr>
      <dsp:spPr>
        <a:xfrm>
          <a:off x="8013174" y="2756177"/>
          <a:ext cx="762847" cy="762847"/>
        </a:xfrm>
        <a:prstGeom prst="ellipse">
          <a:avLst/>
        </a:prstGeom>
        <a:solidFill>
          <a:srgbClr val="FF33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 err="1">
              <a:latin typeface=" Bahnschrift"/>
            </a:rPr>
            <a:t>The</a:t>
          </a:r>
          <a:r>
            <a:rPr lang="es-ES" sz="1100" kern="1200" dirty="0">
              <a:latin typeface=" Bahnschrift"/>
            </a:rPr>
            <a:t> </a:t>
          </a:r>
          <a:r>
            <a:rPr lang="es-ES" sz="1100" kern="1200" dirty="0" err="1">
              <a:latin typeface=" Bahnschrift"/>
            </a:rPr>
            <a:t>Now</a:t>
          </a:r>
          <a:r>
            <a:rPr lang="es-ES" sz="1100" kern="1200" dirty="0">
              <a:latin typeface=" Bahnschrift"/>
            </a:rPr>
            <a:t> </a:t>
          </a:r>
          <a:r>
            <a:rPr lang="es-ES" sz="1100" kern="1200" dirty="0" err="1">
              <a:latin typeface=" Bahnschrift"/>
            </a:rPr>
            <a:t>Now</a:t>
          </a:r>
          <a:endParaRPr lang="es-ES" sz="1100" kern="1200" dirty="0">
            <a:latin typeface=" Bahnschrift"/>
          </a:endParaRPr>
        </a:p>
      </dsp:txBody>
      <dsp:txXfrm>
        <a:off x="8124890" y="2867893"/>
        <a:ext cx="539415" cy="539415"/>
      </dsp:txXfrm>
    </dsp:sp>
    <dsp:sp modelId="{916E3137-F658-49D9-BDEE-19D82DF09951}">
      <dsp:nvSpPr>
        <dsp:cNvPr id="0" name=""/>
        <dsp:cNvSpPr/>
      </dsp:nvSpPr>
      <dsp:spPr>
        <a:xfrm>
          <a:off x="10397072" y="2470776"/>
          <a:ext cx="1525694" cy="1333649"/>
        </a:xfrm>
        <a:prstGeom prst="rightArrow">
          <a:avLst>
            <a:gd name="adj1" fmla="val 70000"/>
            <a:gd name="adj2" fmla="val 50000"/>
          </a:avLst>
        </a:prstGeom>
        <a:solidFill>
          <a:srgbClr val="FF3399"/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>
              <a:latin typeface=" Bahnschrift"/>
            </a:rPr>
            <a:t>2020</a:t>
          </a:r>
        </a:p>
      </dsp:txBody>
      <dsp:txXfrm>
        <a:off x="10778496" y="2670823"/>
        <a:ext cx="743776" cy="933555"/>
      </dsp:txXfrm>
    </dsp:sp>
    <dsp:sp modelId="{39ED10B2-01A7-4DE9-8052-C2B57CBD93E6}">
      <dsp:nvSpPr>
        <dsp:cNvPr id="0" name=""/>
        <dsp:cNvSpPr/>
      </dsp:nvSpPr>
      <dsp:spPr>
        <a:xfrm>
          <a:off x="10015648" y="2756177"/>
          <a:ext cx="762847" cy="762847"/>
        </a:xfrm>
        <a:prstGeom prst="ellipse">
          <a:avLst/>
        </a:prstGeom>
        <a:solidFill>
          <a:srgbClr val="FF33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 err="1">
              <a:latin typeface=" Bahnschrift"/>
            </a:rPr>
            <a:t>Song</a:t>
          </a:r>
          <a:r>
            <a:rPr lang="es-ES" sz="1100" kern="1200" dirty="0">
              <a:latin typeface=" Bahnschrift"/>
            </a:rPr>
            <a:t> </a:t>
          </a:r>
          <a:r>
            <a:rPr lang="es-ES" sz="1100" kern="1200" dirty="0" err="1">
              <a:latin typeface=" Bahnschrift"/>
            </a:rPr>
            <a:t>Nachine</a:t>
          </a:r>
          <a:endParaRPr lang="es-ES" sz="1100" kern="1200" dirty="0">
            <a:latin typeface=" Bahnschrift"/>
          </a:endParaRPr>
        </a:p>
      </dsp:txBody>
      <dsp:txXfrm>
        <a:off x="10127364" y="2867893"/>
        <a:ext cx="539415" cy="539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ACAC6-A07D-6AB6-F968-03FF52C83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9237AF-6307-7876-C4A4-E9C16530A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922398-3890-BDE2-791E-677506E5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356B0B-9091-84FD-658C-8300B23C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93347A-EB18-66E5-3E18-33884B420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301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C8270-B3DE-4CEF-B64C-0FA1BBE1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CB1D2B-C426-AA6D-0244-6D446D99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31752E-4BCD-A334-E2F6-C7544BBCA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0610D5-284B-33DB-D85F-B164CD40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F74592-1FE2-9260-2D6C-993381E7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647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87EF2-FAC9-25E3-0B9C-B42B881BD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D09E1A-D1C8-BDCE-EE92-3C1813C12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D300F3-FD52-39E8-53A1-A39EBA252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EC6D82-DF0A-B1B8-F5B9-6D150126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C1876E-E5D3-0DD9-6B46-6E550983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166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183A4-7E55-67CB-B2BF-5D1A998E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695323-5856-1266-C47D-4DFED791D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40B6F6-EE94-3952-637C-BDB369280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040217-FAB7-CF0C-3553-34888AF7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419B27-6E0A-006D-DCF7-F2AB65A4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0A33A9-CCAD-5637-A93A-AC4991AC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41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6583F-FA2E-ECDF-E938-15512FE4B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50BB15-EF4A-2E9E-4119-1986CB52F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5F4355-423B-EB1F-8545-84DE8D24B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94C6AF-E8CF-89CC-C32F-E2879A6C9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2FC5B29-6117-084A-5D45-BF1825B50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09A54B-894F-121C-719A-5A0A30B3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CA3578-5153-EAE8-EB5D-8DCE8EB8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1E6BE0-2EBE-4E87-3E47-BA448795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26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2DB85-6623-0773-EBD9-F3E0CBF7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A2CE9-4B27-9C15-7D84-5D2C638B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60EC75-4274-2188-B75B-A67543FE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BA5E01-A4C4-6940-B292-080FF39C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098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7339D6-7D0B-AE54-607B-53DB16A5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D3D8BB-EA18-6C85-65C0-43E734B9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3C8835-607F-1236-B372-25A073FF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727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4916D-24FA-D2F8-2935-1206F333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15F3CD-933B-EFD3-FCE8-81E1609CA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08AC79-29DE-44D2-6DBE-E47DBE555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9DC244-8DEB-6CEC-50B1-92F5CB98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5E8133-17FE-775D-E188-25B76611C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06D1B0-323D-CFBF-C6A5-9D2EFF9D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90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759CB-DF2F-353A-53D1-CCCBA4BC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C644F9-5B87-86CF-633A-A13AB2264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FA3963-98C1-7455-7832-B3B796A35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BF5233-B0ED-F732-EB52-A5717C30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86C56D-12B4-02D8-1F22-97E5AB108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998117-B131-A89C-93FF-3EA13708E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284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BFBA4-78D1-C088-5E25-9C5FE8E6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FAC406-DC0A-DE9A-68F0-00303A862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8AB4A6-9761-64D2-AEA3-ACEA123C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98B0A6-DB73-6D46-5586-5F539464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A5DB2-FD3D-5246-C2FB-4BF098FE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25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56D8B7-541A-8656-C936-BD5308176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D000E5-C03A-C61A-034F-706D19D04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8389C-2142-DF3A-8794-50EC3692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FBBDCF-6430-DF89-5719-A97E3F6B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53BDAF-191D-FD4B-FA3E-1A30A75E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388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5C1455-17F8-751A-E8E3-8EA771E90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21A6E1-D515-550B-A099-6CD17003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C33F3B-E9C2-85D3-3DA5-AA8B1D0E2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0CF5-D672-46B5-B5FE-5967CD5C1220}" type="datetimeFigureOut">
              <a:rPr lang="es-ES" smtClean="0"/>
              <a:t>18/01/2024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781B24-5172-E8C2-DC5F-C89FA5616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4961D9-077D-C8C8-83D9-463DCBD35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0C0E2-FDC3-46A4-93FE-27DC8122EF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824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slide" Target="slide4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parece lento">
            <a:extLst>
              <a:ext uri="{FF2B5EF4-FFF2-40B4-BE49-F238E27FC236}">
                <a16:creationId xmlns:a16="http://schemas.microsoft.com/office/drawing/2014/main" id="{BCAF7D48-A523-B30C-B17C-7FC704B529DD}"/>
              </a:ext>
            </a:extLst>
          </p:cNvPr>
          <p:cNvSpPr/>
          <p:nvPr/>
        </p:nvSpPr>
        <p:spPr>
          <a:xfrm>
            <a:off x="2146935" y="2098992"/>
            <a:ext cx="8799830" cy="420624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dirty="0" err="1">
                <a:solidFill>
                  <a:schemeClr val="tx1"/>
                </a:solidFill>
              </a:rPr>
              <a:t>GorillaZ</a:t>
            </a:r>
            <a:r>
              <a:rPr lang="es-ES" sz="6600" dirty="0">
                <a:solidFill>
                  <a:schemeClr val="tx1"/>
                </a:solidFill>
              </a:rPr>
              <a:t> …te espera</a:t>
            </a:r>
          </a:p>
        </p:txBody>
      </p:sp>
      <p:sp>
        <p:nvSpPr>
          <p:cNvPr id="4" name="Iniciar cuenta atras">
            <a:extLst>
              <a:ext uri="{FF2B5EF4-FFF2-40B4-BE49-F238E27FC236}">
                <a16:creationId xmlns:a16="http://schemas.microsoft.com/office/drawing/2014/main" id="{4AC1B5AF-3205-1812-A070-7924F1FE85DB}"/>
              </a:ext>
            </a:extLst>
          </p:cNvPr>
          <p:cNvSpPr txBox="1">
            <a:spLocks/>
          </p:cNvSpPr>
          <p:nvPr/>
        </p:nvSpPr>
        <p:spPr>
          <a:xfrm>
            <a:off x="342900" y="914400"/>
            <a:ext cx="6731000" cy="776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solidFill>
                  <a:schemeClr val="bg1"/>
                </a:solidFill>
              </a:rPr>
              <a:t>Iniciar cuenta atrás ….</a:t>
            </a:r>
          </a:p>
        </p:txBody>
      </p:sp>
      <p:sp>
        <p:nvSpPr>
          <p:cNvPr id="5" name="Cuadrado ultimo 1">
            <a:extLst>
              <a:ext uri="{FF2B5EF4-FFF2-40B4-BE49-F238E27FC236}">
                <a16:creationId xmlns:a16="http://schemas.microsoft.com/office/drawing/2014/main" id="{10230CFF-20E9-DD71-CB78-CDAB87620AC8}"/>
              </a:ext>
            </a:extLst>
          </p:cNvPr>
          <p:cNvSpPr/>
          <p:nvPr/>
        </p:nvSpPr>
        <p:spPr>
          <a:xfrm>
            <a:off x="6546850" y="2451100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1</a:t>
            </a:r>
          </a:p>
        </p:txBody>
      </p:sp>
      <p:sp>
        <p:nvSpPr>
          <p:cNvPr id="6" name="Cuadrado 2">
            <a:extLst>
              <a:ext uri="{FF2B5EF4-FFF2-40B4-BE49-F238E27FC236}">
                <a16:creationId xmlns:a16="http://schemas.microsoft.com/office/drawing/2014/main" id="{E2F15680-4F58-F0E8-0C52-D5E93BF58448}"/>
              </a:ext>
            </a:extLst>
          </p:cNvPr>
          <p:cNvSpPr/>
          <p:nvPr/>
        </p:nvSpPr>
        <p:spPr>
          <a:xfrm>
            <a:off x="8642350" y="2463800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2</a:t>
            </a:r>
          </a:p>
        </p:txBody>
      </p:sp>
      <p:sp>
        <p:nvSpPr>
          <p:cNvPr id="7" name="Cuadrado 3">
            <a:extLst>
              <a:ext uri="{FF2B5EF4-FFF2-40B4-BE49-F238E27FC236}">
                <a16:creationId xmlns:a16="http://schemas.microsoft.com/office/drawing/2014/main" id="{6D455308-7D48-C214-BAD5-048991CAF952}"/>
              </a:ext>
            </a:extLst>
          </p:cNvPr>
          <p:cNvSpPr/>
          <p:nvPr/>
        </p:nvSpPr>
        <p:spPr>
          <a:xfrm>
            <a:off x="2355850" y="3719512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3</a:t>
            </a:r>
          </a:p>
        </p:txBody>
      </p:sp>
      <p:sp>
        <p:nvSpPr>
          <p:cNvPr id="8" name="Cuadrado 4">
            <a:extLst>
              <a:ext uri="{FF2B5EF4-FFF2-40B4-BE49-F238E27FC236}">
                <a16:creationId xmlns:a16="http://schemas.microsoft.com/office/drawing/2014/main" id="{1F0C8ABE-4FD1-7AEA-C63F-5A813BE58858}"/>
              </a:ext>
            </a:extLst>
          </p:cNvPr>
          <p:cNvSpPr/>
          <p:nvPr/>
        </p:nvSpPr>
        <p:spPr>
          <a:xfrm>
            <a:off x="4451350" y="3719512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4</a:t>
            </a:r>
          </a:p>
        </p:txBody>
      </p:sp>
      <p:sp>
        <p:nvSpPr>
          <p:cNvPr id="9" name="Cuadrado 5">
            <a:extLst>
              <a:ext uri="{FF2B5EF4-FFF2-40B4-BE49-F238E27FC236}">
                <a16:creationId xmlns:a16="http://schemas.microsoft.com/office/drawing/2014/main" id="{5A7EEF78-96A5-31AD-4A6C-FB0F7EA90903}"/>
              </a:ext>
            </a:extLst>
          </p:cNvPr>
          <p:cNvSpPr/>
          <p:nvPr/>
        </p:nvSpPr>
        <p:spPr>
          <a:xfrm>
            <a:off x="6546850" y="3719512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5</a:t>
            </a:r>
          </a:p>
        </p:txBody>
      </p:sp>
      <p:sp>
        <p:nvSpPr>
          <p:cNvPr id="10" name="Cuadrado 6">
            <a:extLst>
              <a:ext uri="{FF2B5EF4-FFF2-40B4-BE49-F238E27FC236}">
                <a16:creationId xmlns:a16="http://schemas.microsoft.com/office/drawing/2014/main" id="{FEA7EEAE-D740-B2D2-1E16-C270FB548673}"/>
              </a:ext>
            </a:extLst>
          </p:cNvPr>
          <p:cNvSpPr/>
          <p:nvPr/>
        </p:nvSpPr>
        <p:spPr>
          <a:xfrm>
            <a:off x="8642350" y="3719512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6</a:t>
            </a:r>
          </a:p>
        </p:txBody>
      </p:sp>
      <p:sp>
        <p:nvSpPr>
          <p:cNvPr id="11" name="Cuadrado 7">
            <a:extLst>
              <a:ext uri="{FF2B5EF4-FFF2-40B4-BE49-F238E27FC236}">
                <a16:creationId xmlns:a16="http://schemas.microsoft.com/office/drawing/2014/main" id="{CF216570-3C24-6D07-9205-5E42D7941562}"/>
              </a:ext>
            </a:extLst>
          </p:cNvPr>
          <p:cNvSpPr/>
          <p:nvPr/>
        </p:nvSpPr>
        <p:spPr>
          <a:xfrm>
            <a:off x="2355850" y="4949824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7</a:t>
            </a:r>
          </a:p>
        </p:txBody>
      </p:sp>
      <p:sp>
        <p:nvSpPr>
          <p:cNvPr id="12" name="Cuadrado 8">
            <a:extLst>
              <a:ext uri="{FF2B5EF4-FFF2-40B4-BE49-F238E27FC236}">
                <a16:creationId xmlns:a16="http://schemas.microsoft.com/office/drawing/2014/main" id="{82388CCE-C1CB-3773-A915-3ABE5F399D5A}"/>
              </a:ext>
            </a:extLst>
          </p:cNvPr>
          <p:cNvSpPr/>
          <p:nvPr/>
        </p:nvSpPr>
        <p:spPr>
          <a:xfrm>
            <a:off x="4451350" y="4975224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8</a:t>
            </a:r>
          </a:p>
        </p:txBody>
      </p:sp>
      <p:sp>
        <p:nvSpPr>
          <p:cNvPr id="13" name="Cuadrado 9">
            <a:extLst>
              <a:ext uri="{FF2B5EF4-FFF2-40B4-BE49-F238E27FC236}">
                <a16:creationId xmlns:a16="http://schemas.microsoft.com/office/drawing/2014/main" id="{D80313C7-A301-ACD3-325D-AC108D9090BF}"/>
              </a:ext>
            </a:extLst>
          </p:cNvPr>
          <p:cNvSpPr/>
          <p:nvPr/>
        </p:nvSpPr>
        <p:spPr>
          <a:xfrm>
            <a:off x="6546850" y="4987924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9</a:t>
            </a:r>
          </a:p>
        </p:txBody>
      </p:sp>
      <p:sp>
        <p:nvSpPr>
          <p:cNvPr id="14" name="Cuadrado 10">
            <a:extLst>
              <a:ext uri="{FF2B5EF4-FFF2-40B4-BE49-F238E27FC236}">
                <a16:creationId xmlns:a16="http://schemas.microsoft.com/office/drawing/2014/main" id="{2B07509C-21D7-B9B0-0724-F4658083E4CE}"/>
              </a:ext>
            </a:extLst>
          </p:cNvPr>
          <p:cNvSpPr/>
          <p:nvPr/>
        </p:nvSpPr>
        <p:spPr>
          <a:xfrm>
            <a:off x="8642350" y="4993480"/>
            <a:ext cx="1943100" cy="9652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i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8185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0">
            <a:extLst>
              <a:ext uri="{FF2B5EF4-FFF2-40B4-BE49-F238E27FC236}">
                <a16:creationId xmlns:a16="http://schemas.microsoft.com/office/drawing/2014/main" id="{DE6A8F7B-CAFE-4014-6DAB-EF1013FCB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288" y="0"/>
            <a:ext cx="9125712" cy="6879968"/>
          </a:xfrm>
          <a:prstGeom prst="rect">
            <a:avLst/>
          </a:prstGeom>
        </p:spPr>
      </p:pic>
      <p:sp>
        <p:nvSpPr>
          <p:cNvPr id="12" name="PONER">
            <a:extLst>
              <a:ext uri="{FF2B5EF4-FFF2-40B4-BE49-F238E27FC236}">
                <a16:creationId xmlns:a16="http://schemas.microsoft.com/office/drawing/2014/main" id="{C7DB76BE-7FAC-9A61-0A18-C4590F76A6B7}"/>
              </a:ext>
            </a:extLst>
          </p:cNvPr>
          <p:cNvSpPr txBox="1">
            <a:spLocks/>
          </p:cNvSpPr>
          <p:nvPr/>
        </p:nvSpPr>
        <p:spPr>
          <a:xfrm rot="16200000">
            <a:off x="128016" y="5084064"/>
            <a:ext cx="2445544" cy="10556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7200" b="1" dirty="0" err="1">
                <a:latin typeface="Comic Sans MS" panose="030F0702030302020204" pitchFamily="66" charset="0"/>
              </a:rPr>
              <a:t>Gorilla</a:t>
            </a:r>
            <a:r>
              <a:rPr lang="es-ES" sz="7200" b="1" dirty="0">
                <a:latin typeface="Comic Sans MS" panose="030F0702030302020204" pitchFamily="66" charset="0"/>
              </a:rPr>
              <a:t>-Z</a:t>
            </a:r>
          </a:p>
        </p:txBody>
      </p:sp>
      <p:sp>
        <p:nvSpPr>
          <p:cNvPr id="13" name="QUE">
            <a:hlinkClick r:id="rId3" action="ppaction://hlinksldjump"/>
            <a:extLst>
              <a:ext uri="{FF2B5EF4-FFF2-40B4-BE49-F238E27FC236}">
                <a16:creationId xmlns:a16="http://schemas.microsoft.com/office/drawing/2014/main" id="{C76BF037-DE72-3419-4246-B59CFF504399}"/>
              </a:ext>
            </a:extLst>
          </p:cNvPr>
          <p:cNvSpPr txBox="1">
            <a:spLocks/>
          </p:cNvSpPr>
          <p:nvPr/>
        </p:nvSpPr>
        <p:spPr>
          <a:xfrm>
            <a:off x="8550402" y="0"/>
            <a:ext cx="3881628" cy="588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Mas información …</a:t>
            </a:r>
          </a:p>
        </p:txBody>
      </p:sp>
      <p:sp>
        <p:nvSpPr>
          <p:cNvPr id="30" name="TIENES">
            <a:extLst>
              <a:ext uri="{FF2B5EF4-FFF2-40B4-BE49-F238E27FC236}">
                <a16:creationId xmlns:a16="http://schemas.microsoft.com/office/drawing/2014/main" id="{91050F8A-5E91-ECF7-5412-AED202D82A62}"/>
              </a:ext>
            </a:extLst>
          </p:cNvPr>
          <p:cNvSpPr/>
          <p:nvPr/>
        </p:nvSpPr>
        <p:spPr>
          <a:xfrm>
            <a:off x="368808" y="99871"/>
            <a:ext cx="2457450" cy="885825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Comic Sans MS" panose="030F0702030302020204" pitchFamily="66" charset="0"/>
              </a:rPr>
              <a:t>Los</a:t>
            </a:r>
            <a:r>
              <a:rPr lang="es-ES" sz="2400" dirty="0">
                <a:latin typeface="Baskerville Old Face" panose="02020602080505020303" pitchFamily="18" charset="0"/>
              </a:rPr>
              <a:t> </a:t>
            </a:r>
            <a:r>
              <a:rPr lang="es-ES" sz="2400" dirty="0">
                <a:latin typeface="Comic Sans MS" panose="030F0702030302020204" pitchFamily="66" charset="0"/>
              </a:rPr>
              <a:t>Miembros</a:t>
            </a:r>
          </a:p>
        </p:txBody>
      </p:sp>
      <p:sp>
        <p:nvSpPr>
          <p:cNvPr id="32" name="ME">
            <a:hlinkClick r:id="rId4" action="ppaction://hlinksldjump"/>
            <a:extLst>
              <a:ext uri="{FF2B5EF4-FFF2-40B4-BE49-F238E27FC236}">
                <a16:creationId xmlns:a16="http://schemas.microsoft.com/office/drawing/2014/main" id="{F0EE3502-7111-FFDF-56FA-062A0CE35683}"/>
              </a:ext>
            </a:extLst>
          </p:cNvPr>
          <p:cNvSpPr/>
          <p:nvPr/>
        </p:nvSpPr>
        <p:spPr>
          <a:xfrm>
            <a:off x="368808" y="985696"/>
            <a:ext cx="2457450" cy="760237"/>
          </a:xfrm>
          <a:prstGeom prst="rect">
            <a:avLst/>
          </a:prstGeom>
          <a:solidFill>
            <a:srgbClr val="FF6699">
              <a:alpha val="73000"/>
            </a:srgbClr>
          </a:solidFill>
          <a:ln>
            <a:solidFill>
              <a:srgbClr val="FF3399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latin typeface="Comic Sans MS" panose="030F0702030302020204" pitchFamily="66" charset="0"/>
              </a:rPr>
              <a:t>Murdec</a:t>
            </a:r>
            <a:endParaRPr lang="es-ES" dirty="0">
              <a:latin typeface="Comic Sans MS" panose="030F0702030302020204" pitchFamily="66" charset="0"/>
            </a:endParaRPr>
          </a:p>
        </p:txBody>
      </p:sp>
      <p:sp>
        <p:nvSpPr>
          <p:cNvPr id="33" name="ESTO">
            <a:hlinkClick r:id="rId5" action="ppaction://hlinksldjump"/>
            <a:extLst>
              <a:ext uri="{FF2B5EF4-FFF2-40B4-BE49-F238E27FC236}">
                <a16:creationId xmlns:a16="http://schemas.microsoft.com/office/drawing/2014/main" id="{C6C7A466-2A4D-35C9-7E78-7185F5A5356A}"/>
              </a:ext>
            </a:extLst>
          </p:cNvPr>
          <p:cNvSpPr/>
          <p:nvPr/>
        </p:nvSpPr>
        <p:spPr>
          <a:xfrm>
            <a:off x="368808" y="1745933"/>
            <a:ext cx="2457450" cy="760237"/>
          </a:xfrm>
          <a:prstGeom prst="rect">
            <a:avLst/>
          </a:prstGeom>
          <a:solidFill>
            <a:srgbClr val="FF6699">
              <a:alpha val="73000"/>
            </a:srgbClr>
          </a:solidFill>
          <a:ln>
            <a:solidFill>
              <a:srgbClr val="FF3399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omic Sans MS" panose="030F0702030302020204" pitchFamily="66" charset="0"/>
              </a:rPr>
              <a:t>2-D</a:t>
            </a:r>
          </a:p>
        </p:txBody>
      </p:sp>
      <p:sp>
        <p:nvSpPr>
          <p:cNvPr id="34" name="LEES">
            <a:hlinkClick r:id="rId6" action="ppaction://hlinksldjump"/>
            <a:extLst>
              <a:ext uri="{FF2B5EF4-FFF2-40B4-BE49-F238E27FC236}">
                <a16:creationId xmlns:a16="http://schemas.microsoft.com/office/drawing/2014/main" id="{403C49E1-5F63-9849-621B-B8C204C71B2E}"/>
              </a:ext>
            </a:extLst>
          </p:cNvPr>
          <p:cNvSpPr/>
          <p:nvPr/>
        </p:nvSpPr>
        <p:spPr>
          <a:xfrm>
            <a:off x="368808" y="2488527"/>
            <a:ext cx="2457450" cy="760237"/>
          </a:xfrm>
          <a:prstGeom prst="rect">
            <a:avLst/>
          </a:prstGeom>
          <a:solidFill>
            <a:srgbClr val="FF6699">
              <a:alpha val="73000"/>
            </a:srgbClr>
          </a:solidFill>
          <a:ln>
            <a:solidFill>
              <a:srgbClr val="FF3399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latin typeface="Comic Sans MS" panose="030F0702030302020204" pitchFamily="66" charset="0"/>
              </a:rPr>
              <a:t>Noodle</a:t>
            </a:r>
            <a:endParaRPr lang="es-ES" dirty="0">
              <a:latin typeface="Comic Sans MS" panose="030F0702030302020204" pitchFamily="66" charset="0"/>
            </a:endParaRPr>
          </a:p>
        </p:txBody>
      </p:sp>
      <p:sp>
        <p:nvSpPr>
          <p:cNvPr id="35" name="SI">
            <a:hlinkClick r:id="rId7" action="ppaction://hlinksldjump"/>
            <a:extLst>
              <a:ext uri="{FF2B5EF4-FFF2-40B4-BE49-F238E27FC236}">
                <a16:creationId xmlns:a16="http://schemas.microsoft.com/office/drawing/2014/main" id="{7CB982DF-368B-3567-A198-701973C6225B}"/>
              </a:ext>
            </a:extLst>
          </p:cNvPr>
          <p:cNvSpPr/>
          <p:nvPr/>
        </p:nvSpPr>
        <p:spPr>
          <a:xfrm>
            <a:off x="368808" y="3266407"/>
            <a:ext cx="2457450" cy="760237"/>
          </a:xfrm>
          <a:prstGeom prst="rect">
            <a:avLst/>
          </a:prstGeom>
          <a:solidFill>
            <a:srgbClr val="FF6699">
              <a:alpha val="73000"/>
            </a:srgbClr>
          </a:solidFill>
          <a:ln>
            <a:solidFill>
              <a:srgbClr val="FF3399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omic Sans MS" panose="030F0702030302020204" pitchFamily="66" charset="0"/>
              </a:rPr>
              <a:t>Russel</a:t>
            </a:r>
          </a:p>
        </p:txBody>
      </p:sp>
    </p:spTree>
    <p:extLst>
      <p:ext uri="{BB962C8B-B14F-4D97-AF65-F5344CB8AC3E}">
        <p14:creationId xmlns:p14="http://schemas.microsoft.com/office/powerpoint/2010/main" val="234510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4.16667E-7 -2.96296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38542 L 4.16667E-7 2.96296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25 L 4.16667E-7 -0.0011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12083 L 4.16667E-7 -4.07407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05">
              <a:srgbClr val="FF7C80"/>
            </a:gs>
            <a:gs pos="10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66FF99"/>
            </a:gs>
            <a:gs pos="99000">
              <a:srgbClr val="00CC99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iciar cuenta atras">
            <a:extLst>
              <a:ext uri="{FF2B5EF4-FFF2-40B4-BE49-F238E27FC236}">
                <a16:creationId xmlns:a16="http://schemas.microsoft.com/office/drawing/2014/main" id="{75C172BF-50D5-023F-3A5C-EFE21B219C3A}"/>
              </a:ext>
            </a:extLst>
          </p:cNvPr>
          <p:cNvSpPr txBox="1">
            <a:spLocks/>
          </p:cNvSpPr>
          <p:nvPr/>
        </p:nvSpPr>
        <p:spPr>
          <a:xfrm>
            <a:off x="767443" y="783771"/>
            <a:ext cx="5753100" cy="1021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  <a:latin typeface=" Bahnschrift"/>
              </a:rPr>
              <a:t>Murdoc </a:t>
            </a:r>
            <a:r>
              <a:rPr lang="es-ES" dirty="0" err="1">
                <a:solidFill>
                  <a:schemeClr val="bg1"/>
                </a:solidFill>
                <a:latin typeface=" Bahnschrift"/>
              </a:rPr>
              <a:t>Niccals</a:t>
            </a:r>
            <a:endParaRPr lang="es-ES" dirty="0">
              <a:solidFill>
                <a:schemeClr val="bg1"/>
              </a:solidFill>
              <a:latin typeface=" Bahnschrif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48B643-9069-CCC5-966F-21064B1B6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557" y="292100"/>
            <a:ext cx="3136900" cy="31369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ABAC01F-978C-1393-183C-19D6F07E80C8}"/>
              </a:ext>
            </a:extLst>
          </p:cNvPr>
          <p:cNvSpPr txBox="1">
            <a:spLocks/>
          </p:cNvSpPr>
          <p:nvPr/>
        </p:nvSpPr>
        <p:spPr>
          <a:xfrm>
            <a:off x="838200" y="1951264"/>
            <a:ext cx="6426200" cy="22143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Posición del grupo: Batería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Gustos: Música y jugar a videojuegos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Odia: Los niños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Nacido: Badalona 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Edad: 16</a:t>
            </a:r>
          </a:p>
        </p:txBody>
      </p:sp>
      <p:sp>
        <p:nvSpPr>
          <p:cNvPr id="8" name="Rectángulo: esquinas redondeadas 7">
            <a:hlinkClick r:id="rId3" action="ppaction://hlinksldjump"/>
            <a:extLst>
              <a:ext uri="{FF2B5EF4-FFF2-40B4-BE49-F238E27FC236}">
                <a16:creationId xmlns:a16="http://schemas.microsoft.com/office/drawing/2014/main" id="{DA2675FD-72D1-4A0B-F3F9-4195B7FAB918}"/>
              </a:ext>
            </a:extLst>
          </p:cNvPr>
          <p:cNvSpPr/>
          <p:nvPr/>
        </p:nvSpPr>
        <p:spPr>
          <a:xfrm>
            <a:off x="254000" y="292100"/>
            <a:ext cx="1104900" cy="4916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00CC99"/>
                </a:solidFill>
                <a:latin typeface=" Bahnschrift"/>
              </a:rPr>
              <a:t>INICIO</a:t>
            </a:r>
          </a:p>
        </p:txBody>
      </p:sp>
    </p:spTree>
    <p:extLst>
      <p:ext uri="{BB962C8B-B14F-4D97-AF65-F5344CB8AC3E}">
        <p14:creationId xmlns:p14="http://schemas.microsoft.com/office/powerpoint/2010/main" val="1946482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D0C1FB-8767-C4D3-5F9F-579E7E5CD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384300"/>
            <a:ext cx="6612625" cy="4374243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EDA3A416-5352-F226-3646-249B58542E41}"/>
              </a:ext>
            </a:extLst>
          </p:cNvPr>
          <p:cNvSpPr/>
          <p:nvPr/>
        </p:nvSpPr>
        <p:spPr>
          <a:xfrm>
            <a:off x="254000" y="292100"/>
            <a:ext cx="1104900" cy="4916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00CC99"/>
                </a:solidFill>
                <a:latin typeface=" Bahnschrift"/>
              </a:rPr>
              <a:t>INICIO</a:t>
            </a:r>
          </a:p>
        </p:txBody>
      </p:sp>
      <p:sp>
        <p:nvSpPr>
          <p:cNvPr id="5" name="Iniciar cuenta atras">
            <a:extLst>
              <a:ext uri="{FF2B5EF4-FFF2-40B4-BE49-F238E27FC236}">
                <a16:creationId xmlns:a16="http://schemas.microsoft.com/office/drawing/2014/main" id="{52338BDE-4090-E32F-A29D-D7FD7561C879}"/>
              </a:ext>
            </a:extLst>
          </p:cNvPr>
          <p:cNvSpPr txBox="1">
            <a:spLocks/>
          </p:cNvSpPr>
          <p:nvPr/>
        </p:nvSpPr>
        <p:spPr>
          <a:xfrm>
            <a:off x="6184900" y="873691"/>
            <a:ext cx="5753100" cy="1021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  <a:latin typeface=" Bahnschrift"/>
              </a:rPr>
              <a:t>Noodle</a:t>
            </a:r>
            <a:endParaRPr lang="es-ES" dirty="0">
              <a:solidFill>
                <a:schemeClr val="bg1"/>
              </a:solidFill>
              <a:latin typeface=" Bahnschrift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A625F1B-5D12-0E95-D4BD-1B1A9E124BC2}"/>
              </a:ext>
            </a:extLst>
          </p:cNvPr>
          <p:cNvSpPr txBox="1">
            <a:spLocks/>
          </p:cNvSpPr>
          <p:nvPr/>
        </p:nvSpPr>
        <p:spPr>
          <a:xfrm>
            <a:off x="5943600" y="2141764"/>
            <a:ext cx="6426200" cy="22143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Posición del grupo: Flautista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Gustos: Música y F1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Odia: Cuando llueve en las carreras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Nacido: Lepe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Edad: 86</a:t>
            </a:r>
          </a:p>
        </p:txBody>
      </p:sp>
    </p:spTree>
    <p:extLst>
      <p:ext uri="{BB962C8B-B14F-4D97-AF65-F5344CB8AC3E}">
        <p14:creationId xmlns:p14="http://schemas.microsoft.com/office/powerpoint/2010/main" val="1407823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3B8E79-144E-48EA-4513-DABF69896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94" y="-449529"/>
            <a:ext cx="3800191" cy="67592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EC7F848B-210F-9583-14CC-0C8893862E66}"/>
              </a:ext>
            </a:extLst>
          </p:cNvPr>
          <p:cNvSpPr/>
          <p:nvPr/>
        </p:nvSpPr>
        <p:spPr>
          <a:xfrm>
            <a:off x="254000" y="292100"/>
            <a:ext cx="1104900" cy="4916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00CC99"/>
                </a:solidFill>
                <a:latin typeface=" Bahnschrift"/>
              </a:rPr>
              <a:t>INICIO</a:t>
            </a:r>
          </a:p>
        </p:txBody>
      </p:sp>
      <p:sp>
        <p:nvSpPr>
          <p:cNvPr id="5" name="Iniciar cuenta atras">
            <a:extLst>
              <a:ext uri="{FF2B5EF4-FFF2-40B4-BE49-F238E27FC236}">
                <a16:creationId xmlns:a16="http://schemas.microsoft.com/office/drawing/2014/main" id="{1DC363C7-FF9B-CDC8-02A1-220CEA401A02}"/>
              </a:ext>
            </a:extLst>
          </p:cNvPr>
          <p:cNvSpPr txBox="1">
            <a:spLocks/>
          </p:cNvSpPr>
          <p:nvPr/>
        </p:nvSpPr>
        <p:spPr>
          <a:xfrm>
            <a:off x="6184900" y="873691"/>
            <a:ext cx="5753100" cy="1021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  <a:latin typeface=" Bahnschrift"/>
              </a:rPr>
              <a:t>2-D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EDB43A-3615-5A41-B947-5E28D6FFA391}"/>
              </a:ext>
            </a:extLst>
          </p:cNvPr>
          <p:cNvSpPr txBox="1">
            <a:spLocks/>
          </p:cNvSpPr>
          <p:nvPr/>
        </p:nvSpPr>
        <p:spPr>
          <a:xfrm>
            <a:off x="5511800" y="2092779"/>
            <a:ext cx="6426200" cy="22143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Posición del grupo: </a:t>
            </a:r>
            <a:r>
              <a:rPr lang="es-ES" sz="2800" dirty="0" err="1">
                <a:solidFill>
                  <a:schemeClr val="bg1"/>
                </a:solidFill>
                <a:latin typeface=" Bahnschrift"/>
              </a:rPr>
              <a:t>Gitarrista</a:t>
            </a:r>
            <a:endParaRPr lang="es-ES" sz="2800" dirty="0">
              <a:solidFill>
                <a:schemeClr val="bg1"/>
              </a:solidFill>
              <a:latin typeface=" Bahnschrift"/>
            </a:endParaRP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Gustos: Música y coger fresas en palos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Odia: A </a:t>
            </a:r>
            <a:r>
              <a:rPr lang="es-ES" sz="2800" dirty="0" err="1">
                <a:solidFill>
                  <a:schemeClr val="bg1"/>
                </a:solidFill>
                <a:latin typeface=" Bahnschrift"/>
              </a:rPr>
              <a:t>Victor</a:t>
            </a:r>
            <a:r>
              <a:rPr lang="es-ES" sz="2800" dirty="0">
                <a:solidFill>
                  <a:schemeClr val="bg1"/>
                </a:solidFill>
                <a:latin typeface=" Bahnschrift"/>
              </a:rPr>
              <a:t> Manuel 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Nacido: Palos de Lepe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Edad: 33</a:t>
            </a:r>
          </a:p>
        </p:txBody>
      </p:sp>
    </p:spTree>
    <p:extLst>
      <p:ext uri="{BB962C8B-B14F-4D97-AF65-F5344CB8AC3E}">
        <p14:creationId xmlns:p14="http://schemas.microsoft.com/office/powerpoint/2010/main" val="1421115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hlinkClick r:id="rId2" action="ppaction://hlinksldjump"/>
            <a:extLst>
              <a:ext uri="{FF2B5EF4-FFF2-40B4-BE49-F238E27FC236}">
                <a16:creationId xmlns:a16="http://schemas.microsoft.com/office/drawing/2014/main" id="{C66FB7A7-1B20-CA80-1436-75671FFE667E}"/>
              </a:ext>
            </a:extLst>
          </p:cNvPr>
          <p:cNvSpPr/>
          <p:nvPr/>
        </p:nvSpPr>
        <p:spPr>
          <a:xfrm>
            <a:off x="254000" y="292100"/>
            <a:ext cx="1104900" cy="4916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00CC99"/>
                </a:solidFill>
                <a:latin typeface=" Bahnschrift"/>
              </a:rPr>
              <a:t>INICIO</a:t>
            </a:r>
          </a:p>
        </p:txBody>
      </p:sp>
      <p:sp>
        <p:nvSpPr>
          <p:cNvPr id="3" name="Iniciar cuenta atras">
            <a:extLst>
              <a:ext uri="{FF2B5EF4-FFF2-40B4-BE49-F238E27FC236}">
                <a16:creationId xmlns:a16="http://schemas.microsoft.com/office/drawing/2014/main" id="{15ADB5B5-C823-EFAC-3686-FC1D8D3C7AB6}"/>
              </a:ext>
            </a:extLst>
          </p:cNvPr>
          <p:cNvSpPr txBox="1">
            <a:spLocks/>
          </p:cNvSpPr>
          <p:nvPr/>
        </p:nvSpPr>
        <p:spPr>
          <a:xfrm>
            <a:off x="587828" y="1133419"/>
            <a:ext cx="4686300" cy="8988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  <a:latin typeface=" Bahnschrift"/>
              </a:rPr>
              <a:t>Russel Hobbs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1ADED89-DA48-3154-ED0E-3855A32AC2CD}"/>
              </a:ext>
            </a:extLst>
          </p:cNvPr>
          <p:cNvSpPr txBox="1">
            <a:spLocks/>
          </p:cNvSpPr>
          <p:nvPr/>
        </p:nvSpPr>
        <p:spPr>
          <a:xfrm>
            <a:off x="511626" y="2414021"/>
            <a:ext cx="6426200" cy="22143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Posición del grupo: Cantante rapero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Gustos: Música y montar patera para sus familiares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Odia: Los de distinta raza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Nacido: Nigeria con 2 meses lo mandaron en patera a Indonesia del norte</a:t>
            </a:r>
          </a:p>
          <a:p>
            <a:r>
              <a:rPr lang="es-ES" sz="2800" dirty="0">
                <a:solidFill>
                  <a:schemeClr val="bg1"/>
                </a:solidFill>
                <a:latin typeface=" Bahnschrift"/>
              </a:rPr>
              <a:t>Edad: 20/11/2000 </a:t>
            </a:r>
            <a:r>
              <a:rPr lang="es-ES" sz="2800" dirty="0" err="1">
                <a:solidFill>
                  <a:schemeClr val="bg1"/>
                </a:solidFill>
                <a:latin typeface=" Bahnschrift"/>
              </a:rPr>
              <a:t>a.c</a:t>
            </a:r>
            <a:endParaRPr lang="es-ES" sz="2800" dirty="0">
              <a:solidFill>
                <a:schemeClr val="bg1"/>
              </a:solidFill>
              <a:latin typeface=" Bahnschrift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1FBD3A2-A3C2-8731-73A5-4DE0608F4DFE}"/>
              </a:ext>
            </a:extLst>
          </p:cNvPr>
          <p:cNvSpPr/>
          <p:nvPr/>
        </p:nvSpPr>
        <p:spPr>
          <a:xfrm>
            <a:off x="7814128" y="1998437"/>
            <a:ext cx="3124200" cy="89886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60356BD-1594-55C7-4807-7B5571934DED}"/>
              </a:ext>
            </a:extLst>
          </p:cNvPr>
          <p:cNvSpPr/>
          <p:nvPr/>
        </p:nvSpPr>
        <p:spPr>
          <a:xfrm>
            <a:off x="7814128" y="3093471"/>
            <a:ext cx="3452586" cy="89886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7976083-97F2-0C7B-591E-5D5245A48245}"/>
              </a:ext>
            </a:extLst>
          </p:cNvPr>
          <p:cNvSpPr/>
          <p:nvPr/>
        </p:nvSpPr>
        <p:spPr>
          <a:xfrm>
            <a:off x="8401957" y="4178924"/>
            <a:ext cx="2864757" cy="89886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9037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iciar cuenta atras">
            <a:extLst>
              <a:ext uri="{FF2B5EF4-FFF2-40B4-BE49-F238E27FC236}">
                <a16:creationId xmlns:a16="http://schemas.microsoft.com/office/drawing/2014/main" id="{9035D623-74C9-B627-24EB-65799239EE2F}"/>
              </a:ext>
            </a:extLst>
          </p:cNvPr>
          <p:cNvSpPr txBox="1">
            <a:spLocks/>
          </p:cNvSpPr>
          <p:nvPr/>
        </p:nvSpPr>
        <p:spPr>
          <a:xfrm>
            <a:off x="2906485" y="61625"/>
            <a:ext cx="5753100" cy="10212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  <a:latin typeface=" Bahnschrift"/>
              </a:rPr>
              <a:t>Más </a:t>
            </a:r>
            <a:r>
              <a:rPr lang="es-ES" dirty="0" err="1">
                <a:solidFill>
                  <a:schemeClr val="bg1"/>
                </a:solidFill>
                <a:latin typeface=" Bahnschrift"/>
              </a:rPr>
              <a:t>GorillaZ</a:t>
            </a:r>
            <a:r>
              <a:rPr lang="es-ES" dirty="0">
                <a:solidFill>
                  <a:schemeClr val="bg1"/>
                </a:solidFill>
                <a:latin typeface=" Bahnschrift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 Bahnschrift"/>
              </a:rPr>
              <a:t>for</a:t>
            </a:r>
            <a:r>
              <a:rPr lang="es-ES" dirty="0">
                <a:solidFill>
                  <a:schemeClr val="bg1"/>
                </a:solidFill>
                <a:latin typeface=" Bahnschrift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 Bahnschrift"/>
              </a:rPr>
              <a:t>you</a:t>
            </a:r>
            <a:endParaRPr lang="es-ES" dirty="0">
              <a:solidFill>
                <a:schemeClr val="bg1"/>
              </a:solidFill>
              <a:latin typeface=" Bahnschrift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07D5180-CADD-2396-6523-36769EE7FA16}"/>
              </a:ext>
            </a:extLst>
          </p:cNvPr>
          <p:cNvSpPr/>
          <p:nvPr/>
        </p:nvSpPr>
        <p:spPr>
          <a:xfrm>
            <a:off x="0" y="1282474"/>
            <a:ext cx="12192000" cy="187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D227690-5A02-3BDE-A848-264DAF33F569}"/>
              </a:ext>
            </a:extLst>
          </p:cNvPr>
          <p:cNvSpPr/>
          <p:nvPr/>
        </p:nvSpPr>
        <p:spPr>
          <a:xfrm>
            <a:off x="0" y="2937103"/>
            <a:ext cx="12192000" cy="187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CDE821-7879-1D79-844A-EE9973FED1AC}"/>
              </a:ext>
            </a:extLst>
          </p:cNvPr>
          <p:cNvSpPr/>
          <p:nvPr/>
        </p:nvSpPr>
        <p:spPr>
          <a:xfrm rot="16200000">
            <a:off x="4167842" y="4958810"/>
            <a:ext cx="3856318" cy="187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4D53957-F7AA-B86C-49CC-83407DB404FC}"/>
              </a:ext>
            </a:extLst>
          </p:cNvPr>
          <p:cNvSpPr/>
          <p:nvPr/>
        </p:nvSpPr>
        <p:spPr>
          <a:xfrm>
            <a:off x="7763028" y="4283242"/>
            <a:ext cx="2855494" cy="149191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00CC99"/>
                </a:solidFill>
                <a:latin typeface=" Bahnschrift"/>
              </a:rPr>
              <a:t>VIDEO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40D9AA26-63E2-7073-2666-7CDCB43615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364286"/>
              </p:ext>
            </p:extLst>
          </p:nvPr>
        </p:nvGraphicFramePr>
        <p:xfrm>
          <a:off x="139003" y="3131325"/>
          <a:ext cx="5863449" cy="393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DB5CED49-AC90-C5F3-773A-844C69A201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3779821"/>
              </p:ext>
            </p:extLst>
          </p:nvPr>
        </p:nvGraphicFramePr>
        <p:xfrm>
          <a:off x="78859" y="-882316"/>
          <a:ext cx="11926043" cy="6275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9292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173</Words>
  <Application>Microsoft Office PowerPoint</Application>
  <PresentationFormat>Panorámica</PresentationFormat>
  <Paragraphs>62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 Bahnschrift</vt:lpstr>
      <vt:lpstr>Arial</vt:lpstr>
      <vt:lpstr>Baskerville Old Face</vt:lpstr>
      <vt:lpstr>Calibri</vt:lpstr>
      <vt:lpstr>Calibri Light</vt:lpstr>
      <vt:lpstr>Comic Sans MS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alumno</cp:lastModifiedBy>
  <cp:revision>4</cp:revision>
  <dcterms:created xsi:type="dcterms:W3CDTF">2024-01-18T09:30:37Z</dcterms:created>
  <dcterms:modified xsi:type="dcterms:W3CDTF">2024-01-18T11:40:48Z</dcterms:modified>
</cp:coreProperties>
</file>